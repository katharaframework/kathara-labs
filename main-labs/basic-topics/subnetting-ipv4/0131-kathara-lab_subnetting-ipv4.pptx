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73" r:id="rId4"/>
  </p:sldMasterIdLst>
  <p:notesMasterIdLst>
    <p:notesMasterId r:id="rId19"/>
  </p:notesMasterIdLst>
  <p:handoutMasterIdLst>
    <p:handoutMasterId r:id="rId20"/>
  </p:handoutMasterIdLst>
  <p:sldIdLst>
    <p:sldId id="353" r:id="rId5"/>
    <p:sldId id="392" r:id="rId6"/>
    <p:sldId id="393" r:id="rId7"/>
    <p:sldId id="394" r:id="rId8"/>
    <p:sldId id="395" r:id="rId9"/>
    <p:sldId id="398" r:id="rId10"/>
    <p:sldId id="406" r:id="rId11"/>
    <p:sldId id="407" r:id="rId12"/>
    <p:sldId id="408" r:id="rId13"/>
    <p:sldId id="409" r:id="rId14"/>
    <p:sldId id="401" r:id="rId15"/>
    <p:sldId id="411" r:id="rId16"/>
    <p:sldId id="404" r:id="rId17"/>
    <p:sldId id="410" r:id="rId1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43654"/>
    <a:srgbClr val="72829E"/>
    <a:srgbClr val="5B7BB5"/>
    <a:srgbClr val="486AC8"/>
    <a:srgbClr val="339933"/>
    <a:srgbClr val="FF572F"/>
    <a:srgbClr val="FF6600"/>
    <a:srgbClr val="FEF8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80"/>
    <p:restoredTop sz="94667"/>
  </p:normalViewPr>
  <p:slideViewPr>
    <p:cSldViewPr snapToGrid="0">
      <p:cViewPr varScale="1">
        <p:scale>
          <a:sx n="76" d="100"/>
          <a:sy n="76" d="100"/>
        </p:scale>
        <p:origin x="51" y="141"/>
      </p:cViewPr>
      <p:guideLst>
        <p:guide orient="horz" pos="2137"/>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03702EA-E1FC-AF3C-50C6-124109291827}"/>
              </a:ext>
            </a:extLst>
          </p:cNvPr>
          <p:cNvSpPr>
            <a:spLocks noGrp="1" noChangeArrowheads="1"/>
          </p:cNvSpPr>
          <p:nvPr>
            <p:ph type="hdr" sz="quarter"/>
          </p:nvPr>
        </p:nvSpPr>
        <p:spPr bwMode="auto">
          <a:xfrm>
            <a:off x="0" y="0"/>
            <a:ext cx="2970213" cy="457200"/>
          </a:xfrm>
          <a:prstGeom prst="rect">
            <a:avLst/>
          </a:prstGeom>
          <a:noFill/>
          <a:ln>
            <a:noFill/>
          </a:ln>
          <a:effectLst/>
        </p:spPr>
        <p:txBody>
          <a:bodyPr vert="horz" wrap="square" lIns="94348" tIns="47174" rIns="94348" bIns="47174" numCol="1" anchor="t" anchorCtr="0" compatLnSpc="1">
            <a:prstTxWarp prst="textNoShape">
              <a:avLst/>
            </a:prstTxWarp>
          </a:bodyPr>
          <a:lstStyle>
            <a:lvl1pPr defTabSz="942975" eaLnBrk="0" hangingPunct="0">
              <a:defRPr sz="1200">
                <a:latin typeface="Times New Roman" panose="02020603050405020304" pitchFamily="18" charset="0"/>
              </a:defRPr>
            </a:lvl1pPr>
          </a:lstStyle>
          <a:p>
            <a:pPr>
              <a:defRPr/>
            </a:pPr>
            <a:endParaRPr lang="en-US" altLang="it-IT"/>
          </a:p>
        </p:txBody>
      </p:sp>
      <p:sp>
        <p:nvSpPr>
          <p:cNvPr id="40963" name="Rectangle 3">
            <a:extLst>
              <a:ext uri="{FF2B5EF4-FFF2-40B4-BE49-F238E27FC236}">
                <a16:creationId xmlns:a16="http://schemas.microsoft.com/office/drawing/2014/main" id="{9F1BC941-16DF-98FF-CB37-D7C03C63A163}"/>
              </a:ext>
            </a:extLst>
          </p:cNvPr>
          <p:cNvSpPr>
            <a:spLocks noGrp="1" noChangeArrowheads="1"/>
          </p:cNvSpPr>
          <p:nvPr>
            <p:ph type="dt" sz="quarter" idx="1"/>
          </p:nvPr>
        </p:nvSpPr>
        <p:spPr bwMode="auto">
          <a:xfrm>
            <a:off x="3887788" y="0"/>
            <a:ext cx="2970212" cy="457200"/>
          </a:xfrm>
          <a:prstGeom prst="rect">
            <a:avLst/>
          </a:prstGeom>
          <a:noFill/>
          <a:ln>
            <a:noFill/>
          </a:ln>
          <a:effectLst/>
        </p:spPr>
        <p:txBody>
          <a:bodyPr vert="horz" wrap="square" lIns="94348" tIns="47174" rIns="94348" bIns="47174" numCol="1" anchor="t" anchorCtr="0" compatLnSpc="1">
            <a:prstTxWarp prst="textNoShape">
              <a:avLst/>
            </a:prstTxWarp>
          </a:bodyPr>
          <a:lstStyle>
            <a:lvl1pPr algn="r" defTabSz="942975" eaLnBrk="0" hangingPunct="0">
              <a:defRPr sz="1200">
                <a:latin typeface="Times New Roman" panose="02020603050405020304" pitchFamily="18" charset="0"/>
              </a:defRPr>
            </a:lvl1pPr>
          </a:lstStyle>
          <a:p>
            <a:pPr>
              <a:defRPr/>
            </a:pPr>
            <a:endParaRPr lang="en-US" altLang="it-IT"/>
          </a:p>
        </p:txBody>
      </p:sp>
      <p:sp>
        <p:nvSpPr>
          <p:cNvPr id="40964" name="Rectangle 4">
            <a:extLst>
              <a:ext uri="{FF2B5EF4-FFF2-40B4-BE49-F238E27FC236}">
                <a16:creationId xmlns:a16="http://schemas.microsoft.com/office/drawing/2014/main" id="{3999CB24-7705-8839-F27F-CB9418020BD2}"/>
              </a:ext>
            </a:extLst>
          </p:cNvPr>
          <p:cNvSpPr>
            <a:spLocks noGrp="1" noChangeArrowheads="1"/>
          </p:cNvSpPr>
          <p:nvPr>
            <p:ph type="ftr" sz="quarter" idx="2"/>
          </p:nvPr>
        </p:nvSpPr>
        <p:spPr bwMode="auto">
          <a:xfrm>
            <a:off x="0" y="8686800"/>
            <a:ext cx="2970213" cy="457200"/>
          </a:xfrm>
          <a:prstGeom prst="rect">
            <a:avLst/>
          </a:prstGeom>
          <a:noFill/>
          <a:ln>
            <a:noFill/>
          </a:ln>
          <a:effectLst/>
        </p:spPr>
        <p:txBody>
          <a:bodyPr vert="horz" wrap="square" lIns="94348" tIns="47174" rIns="94348" bIns="47174" numCol="1" anchor="b" anchorCtr="0" compatLnSpc="1">
            <a:prstTxWarp prst="textNoShape">
              <a:avLst/>
            </a:prstTxWarp>
          </a:bodyPr>
          <a:lstStyle>
            <a:lvl1pPr defTabSz="942975" eaLnBrk="0" hangingPunct="0">
              <a:defRPr sz="1200">
                <a:latin typeface="Times New Roman" panose="02020603050405020304" pitchFamily="18" charset="0"/>
              </a:defRPr>
            </a:lvl1pPr>
          </a:lstStyle>
          <a:p>
            <a:pPr>
              <a:defRPr/>
            </a:pPr>
            <a:endParaRPr lang="en-US" altLang="it-IT"/>
          </a:p>
        </p:txBody>
      </p:sp>
      <p:sp>
        <p:nvSpPr>
          <p:cNvPr id="40965" name="Rectangle 5">
            <a:extLst>
              <a:ext uri="{FF2B5EF4-FFF2-40B4-BE49-F238E27FC236}">
                <a16:creationId xmlns:a16="http://schemas.microsoft.com/office/drawing/2014/main" id="{16766185-E6AC-3A87-47CA-6D5A36F5D062}"/>
              </a:ext>
            </a:extLst>
          </p:cNvPr>
          <p:cNvSpPr>
            <a:spLocks noGrp="1" noChangeArrowheads="1"/>
          </p:cNvSpPr>
          <p:nvPr>
            <p:ph type="sldNum" sz="quarter" idx="3"/>
          </p:nvPr>
        </p:nvSpPr>
        <p:spPr bwMode="auto">
          <a:xfrm>
            <a:off x="3887788" y="8686800"/>
            <a:ext cx="2970212" cy="457200"/>
          </a:xfrm>
          <a:prstGeom prst="rect">
            <a:avLst/>
          </a:prstGeom>
          <a:noFill/>
          <a:ln>
            <a:noFill/>
          </a:ln>
          <a:effectLst/>
        </p:spPr>
        <p:txBody>
          <a:bodyPr vert="horz" wrap="square" lIns="94348" tIns="47174" rIns="94348" bIns="47174" numCol="1" anchor="b" anchorCtr="0" compatLnSpc="1">
            <a:prstTxWarp prst="textNoShape">
              <a:avLst/>
            </a:prstTxWarp>
          </a:bodyPr>
          <a:lstStyle>
            <a:lvl1pPr algn="r" defTabSz="942975">
              <a:defRPr sz="1200">
                <a:latin typeface="Times New Roman" panose="02020603050405020304" pitchFamily="18" charset="0"/>
              </a:defRPr>
            </a:lvl1pPr>
          </a:lstStyle>
          <a:p>
            <a:pPr>
              <a:defRPr/>
            </a:pPr>
            <a:fld id="{D9B21AD7-4E97-4BBB-9C48-E1CC7B3A37AF}" type="slidenum">
              <a:rPr lang="en-US" altLang="it-IT"/>
              <a:pPr>
                <a:defRPr/>
              </a:pPr>
              <a:t>‹N›</a:t>
            </a:fld>
            <a:endParaRPr lang="en-US" altLang="it-IT"/>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5A949644-F96C-EAC7-3E3E-56F48A62C58B}"/>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anose="02020603050405020304" pitchFamily="18" charset="0"/>
              </a:defRPr>
            </a:lvl1pPr>
          </a:lstStyle>
          <a:p>
            <a:pPr>
              <a:defRPr/>
            </a:pPr>
            <a:endParaRPr lang="it-IT" altLang="it-IT"/>
          </a:p>
        </p:txBody>
      </p:sp>
      <p:sp>
        <p:nvSpPr>
          <p:cNvPr id="158723" name="Rectangle 3">
            <a:extLst>
              <a:ext uri="{FF2B5EF4-FFF2-40B4-BE49-F238E27FC236}">
                <a16:creationId xmlns:a16="http://schemas.microsoft.com/office/drawing/2014/main" id="{1D3649D4-8039-578B-AF67-290E126ACABD}"/>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anose="02020603050405020304" pitchFamily="18" charset="0"/>
              </a:defRPr>
            </a:lvl1pPr>
          </a:lstStyle>
          <a:p>
            <a:pPr>
              <a:defRPr/>
            </a:pPr>
            <a:endParaRPr lang="it-IT" altLang="it-IT"/>
          </a:p>
        </p:txBody>
      </p:sp>
      <p:sp>
        <p:nvSpPr>
          <p:cNvPr id="3076" name="Rectangle 4">
            <a:extLst>
              <a:ext uri="{FF2B5EF4-FFF2-40B4-BE49-F238E27FC236}">
                <a16:creationId xmlns:a16="http://schemas.microsoft.com/office/drawing/2014/main" id="{830E5E8D-FA8A-7186-04B2-911243E4E297}"/>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8725" name="Rectangle 5">
            <a:extLst>
              <a:ext uri="{FF2B5EF4-FFF2-40B4-BE49-F238E27FC236}">
                <a16:creationId xmlns:a16="http://schemas.microsoft.com/office/drawing/2014/main" id="{7F048C03-4E78-0AA4-B955-669BA3B45BE4}"/>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it-IT" altLang="it-IT" noProof="0"/>
              <a:t>Fare clic per modificare gli stili del testo dello schema</a:t>
            </a:r>
          </a:p>
          <a:p>
            <a:pPr lvl="1"/>
            <a:r>
              <a:rPr lang="it-IT" altLang="it-IT" noProof="0"/>
              <a:t>Secondo livello</a:t>
            </a:r>
          </a:p>
          <a:p>
            <a:pPr lvl="2"/>
            <a:r>
              <a:rPr lang="it-IT" altLang="it-IT" noProof="0"/>
              <a:t>Terzo livello</a:t>
            </a:r>
          </a:p>
          <a:p>
            <a:pPr lvl="3"/>
            <a:r>
              <a:rPr lang="it-IT" altLang="it-IT" noProof="0"/>
              <a:t>Quarto livello</a:t>
            </a:r>
          </a:p>
          <a:p>
            <a:pPr lvl="4"/>
            <a:r>
              <a:rPr lang="it-IT" altLang="it-IT" noProof="0"/>
              <a:t>Quinto livello</a:t>
            </a:r>
          </a:p>
        </p:txBody>
      </p:sp>
      <p:sp>
        <p:nvSpPr>
          <p:cNvPr id="158726" name="Rectangle 6">
            <a:extLst>
              <a:ext uri="{FF2B5EF4-FFF2-40B4-BE49-F238E27FC236}">
                <a16:creationId xmlns:a16="http://schemas.microsoft.com/office/drawing/2014/main" id="{0BCD15B4-EBC6-89A1-E714-4DDE7CB35D08}"/>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anose="02020603050405020304" pitchFamily="18" charset="0"/>
              </a:defRPr>
            </a:lvl1pPr>
          </a:lstStyle>
          <a:p>
            <a:pPr>
              <a:defRPr/>
            </a:pPr>
            <a:endParaRPr lang="it-IT" altLang="it-IT"/>
          </a:p>
        </p:txBody>
      </p:sp>
      <p:sp>
        <p:nvSpPr>
          <p:cNvPr id="158727" name="Rectangle 7">
            <a:extLst>
              <a:ext uri="{FF2B5EF4-FFF2-40B4-BE49-F238E27FC236}">
                <a16:creationId xmlns:a16="http://schemas.microsoft.com/office/drawing/2014/main" id="{740A47DB-2B4A-3C5F-52F7-3626F51A0543}"/>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pPr>
              <a:defRPr/>
            </a:pPr>
            <a:fld id="{1D51CE57-2978-4D98-BB34-00CF222BA340}" type="slidenum">
              <a:rPr lang="it-IT" altLang="it-IT"/>
              <a:pPr>
                <a:defRPr/>
              </a:pPr>
              <a:t>‹N›</a:t>
            </a:fld>
            <a:endParaRPr lang="it-IT" altLang="it-IT"/>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50EA6688-FAC1-BA53-B4E1-1E6EE265E76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E14072C-BEA4-481C-9C2B-A131F83CF95F}" type="slidenum">
              <a:rPr lang="it-IT" altLang="it-IT" smtClean="0">
                <a:latin typeface="Times New Roman" panose="02020603050405020304" pitchFamily="18" charset="0"/>
              </a:rPr>
              <a:pPr/>
              <a:t>2</a:t>
            </a:fld>
            <a:endParaRPr lang="it-IT" altLang="it-IT">
              <a:latin typeface="Times New Roman" panose="02020603050405020304" pitchFamily="18" charset="0"/>
            </a:endParaRPr>
          </a:p>
        </p:txBody>
      </p:sp>
      <p:sp>
        <p:nvSpPr>
          <p:cNvPr id="7171" name="Rectangle 2">
            <a:extLst>
              <a:ext uri="{FF2B5EF4-FFF2-40B4-BE49-F238E27FC236}">
                <a16:creationId xmlns:a16="http://schemas.microsoft.com/office/drawing/2014/main" id="{3F64D250-C750-CD21-6AB1-DF85BBBEC26A}"/>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6879648F-823A-6632-9B79-89B2D268FB8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t-IT" altLang="it-IT"/>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lab">
    <p:spTree>
      <p:nvGrpSpPr>
        <p:cNvPr id="1" name=""/>
        <p:cNvGrpSpPr/>
        <p:nvPr/>
      </p:nvGrpSpPr>
      <p:grpSpPr>
        <a:xfrm>
          <a:off x="0" y="0"/>
          <a:ext cx="0" cy="0"/>
          <a:chOff x="0" y="0"/>
          <a:chExt cx="0" cy="0"/>
        </a:xfrm>
      </p:grpSpPr>
      <p:sp>
        <p:nvSpPr>
          <p:cNvPr id="304130" name="Rectangle 2"/>
          <p:cNvSpPr>
            <a:spLocks noGrp="1" noChangeArrowheads="1"/>
          </p:cNvSpPr>
          <p:nvPr>
            <p:ph type="ctrTitle"/>
          </p:nvPr>
        </p:nvSpPr>
        <p:spPr>
          <a:xfrm>
            <a:off x="914400" y="1988840"/>
            <a:ext cx="10363200" cy="866775"/>
          </a:xfrm>
        </p:spPr>
        <p:txBody>
          <a:bodyPr/>
          <a:lstStyle>
            <a:lvl1pPr>
              <a:defRPr sz="5400"/>
            </a:lvl1pPr>
          </a:lstStyle>
          <a:p>
            <a:r>
              <a:rPr lang="it-IT"/>
              <a:t>Fare clic per modificare lo stile del titolo dello schema</a:t>
            </a:r>
          </a:p>
        </p:txBody>
      </p:sp>
      <p:sp>
        <p:nvSpPr>
          <p:cNvPr id="304131" name="Rectangle 3"/>
          <p:cNvSpPr>
            <a:spLocks noGrp="1" noChangeArrowheads="1"/>
          </p:cNvSpPr>
          <p:nvPr>
            <p:ph type="subTitle" idx="1"/>
          </p:nvPr>
        </p:nvSpPr>
        <p:spPr>
          <a:xfrm>
            <a:off x="1828800" y="2996952"/>
            <a:ext cx="8534400" cy="695325"/>
          </a:xfrm>
        </p:spPr>
        <p:txBody>
          <a:bodyPr/>
          <a:lstStyle>
            <a:lvl1pPr marL="0" indent="0" algn="ctr">
              <a:buFont typeface="Wingdings" pitchFamily="2" charset="2"/>
              <a:buNone/>
              <a:defRPr sz="2400"/>
            </a:lvl1pPr>
          </a:lstStyle>
          <a:p>
            <a:r>
              <a:rPr lang="it-IT"/>
              <a:t>Fare clic per modificare lo stile del sottotitolo dello schema</a:t>
            </a:r>
          </a:p>
        </p:txBody>
      </p:sp>
      <p:pic>
        <p:nvPicPr>
          <p:cNvPr id="7" name="Picture 6" descr="A black background with a black square&#10;&#10;Description automatically generated with medium confidence">
            <a:extLst>
              <a:ext uri="{FF2B5EF4-FFF2-40B4-BE49-F238E27FC236}">
                <a16:creationId xmlns:a16="http://schemas.microsoft.com/office/drawing/2014/main" id="{7B150B1F-FA08-F63A-3429-F7F8A760D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788" y="150788"/>
            <a:ext cx="4234565" cy="945842"/>
          </a:xfrm>
          <a:prstGeom prst="rect">
            <a:avLst/>
          </a:prstGeom>
        </p:spPr>
      </p:pic>
    </p:spTree>
    <p:extLst>
      <p:ext uri="{BB962C8B-B14F-4D97-AF65-F5344CB8AC3E}">
        <p14:creationId xmlns:p14="http://schemas.microsoft.com/office/powerpoint/2010/main" val="28474575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pyrigh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9400-AFF6-4FC9-8E2F-F363C6F6602C}"/>
              </a:ext>
            </a:extLst>
          </p:cNvPr>
          <p:cNvSpPr>
            <a:spLocks noGrp="1"/>
          </p:cNvSpPr>
          <p:nvPr>
            <p:ph type="title" hasCustomPrompt="1"/>
          </p:nvPr>
        </p:nvSpPr>
        <p:spPr/>
        <p:txBody>
          <a:bodyPr/>
          <a:lstStyle>
            <a:lvl1pPr>
              <a:defRPr/>
            </a:lvl1pPr>
          </a:lstStyle>
          <a:p>
            <a:r>
              <a:rPr lang="it-IT" altLang="it-IT"/>
              <a:t>copyright </a:t>
            </a:r>
            <a:r>
              <a:rPr lang="it-IT" altLang="it-IT" err="1"/>
              <a:t>notice</a:t>
            </a:r>
            <a:endParaRPr lang="it-IT"/>
          </a:p>
        </p:txBody>
      </p:sp>
      <p:sp>
        <p:nvSpPr>
          <p:cNvPr id="3" name="Date Placeholder 2">
            <a:extLst>
              <a:ext uri="{FF2B5EF4-FFF2-40B4-BE49-F238E27FC236}">
                <a16:creationId xmlns:a16="http://schemas.microsoft.com/office/drawing/2014/main" id="{AC95E1F6-EE88-4027-874C-C2A60CB4012A}"/>
              </a:ext>
            </a:extLst>
          </p:cNvPr>
          <p:cNvSpPr>
            <a:spLocks noGrp="1"/>
          </p:cNvSpPr>
          <p:nvPr>
            <p:ph type="dt" sz="half" idx="10"/>
          </p:nvPr>
        </p:nvSpPr>
        <p:spPr/>
        <p:txBody>
          <a:bodyPr/>
          <a:lstStyle/>
          <a:p>
            <a:pPr>
              <a:defRPr/>
            </a:pPr>
            <a:r>
              <a:rPr lang="en-US" altLang="it-IT"/>
              <a:t>last update: Nov 2025</a:t>
            </a:r>
            <a:endParaRPr lang="it-IT" altLang="it-IT"/>
          </a:p>
        </p:txBody>
      </p:sp>
      <p:sp>
        <p:nvSpPr>
          <p:cNvPr id="4" name="Footer Placeholder 3">
            <a:extLst>
              <a:ext uri="{FF2B5EF4-FFF2-40B4-BE49-F238E27FC236}">
                <a16:creationId xmlns:a16="http://schemas.microsoft.com/office/drawing/2014/main" id="{684B42B5-5FDC-4B42-887A-B68A97D000BE}"/>
              </a:ext>
            </a:extLst>
          </p:cNvPr>
          <p:cNvSpPr>
            <a:spLocks noGrp="1"/>
          </p:cNvSpPr>
          <p:nvPr>
            <p:ph type="ftr" sz="quarter" idx="11"/>
          </p:nvPr>
        </p:nvSpPr>
        <p:spPr/>
        <p:txBody>
          <a:bodyPr/>
          <a:lstStyle/>
          <a:p>
            <a:pPr>
              <a:defRPr/>
            </a:pPr>
            <a:r>
              <a:rPr lang="it-IT" altLang="it-IT" dirty="0"/>
              <a:t>kathara – [ lab: basic-ipv4 ]</a:t>
            </a:r>
          </a:p>
        </p:txBody>
      </p:sp>
      <p:sp>
        <p:nvSpPr>
          <p:cNvPr id="5" name="Rectangle 3">
            <a:extLst>
              <a:ext uri="{FF2B5EF4-FFF2-40B4-BE49-F238E27FC236}">
                <a16:creationId xmlns:a16="http://schemas.microsoft.com/office/drawing/2014/main" id="{E9C412A2-966A-4BF2-921A-CFBA729795EE}"/>
              </a:ext>
            </a:extLst>
          </p:cNvPr>
          <p:cNvSpPr>
            <a:spLocks noGrp="1" noChangeArrowheads="1"/>
          </p:cNvSpPr>
          <p:nvPr>
            <p:ph type="body" idx="1"/>
          </p:nvPr>
        </p:nvSpPr>
        <p:spPr>
          <a:xfrm>
            <a:off x="609600" y="1412876"/>
            <a:ext cx="10972800" cy="4713288"/>
          </a:xfrm>
        </p:spPr>
        <p:txBody>
          <a:bodyPr/>
          <a:lstStyle/>
          <a:p>
            <a:pPr lvl="0" eaLnBrk="1" hangingPunct="1">
              <a:lnSpc>
                <a:spcPct val="80000"/>
              </a:lnSpc>
            </a:pPr>
            <a:r>
              <a:rPr lang="it-IT" altLang="it-IT" sz="1800"/>
              <a:t>Fare clic per modificare gli stili del testo dello schema</a:t>
            </a:r>
          </a:p>
          <a:p>
            <a:pPr lvl="1" eaLnBrk="1" hangingPunct="1">
              <a:lnSpc>
                <a:spcPct val="80000"/>
              </a:lnSpc>
            </a:pPr>
            <a:r>
              <a:rPr lang="it-IT" altLang="it-IT" sz="1800"/>
              <a:t>Secondo livello</a:t>
            </a:r>
          </a:p>
          <a:p>
            <a:pPr lvl="2" eaLnBrk="1" hangingPunct="1">
              <a:lnSpc>
                <a:spcPct val="80000"/>
              </a:lnSpc>
            </a:pPr>
            <a:r>
              <a:rPr lang="it-IT" altLang="it-IT" sz="1800"/>
              <a:t>Terzo livello</a:t>
            </a:r>
          </a:p>
          <a:p>
            <a:pPr lvl="3" eaLnBrk="1" hangingPunct="1">
              <a:lnSpc>
                <a:spcPct val="80000"/>
              </a:lnSpc>
            </a:pPr>
            <a:r>
              <a:rPr lang="it-IT" altLang="it-IT" sz="1800"/>
              <a:t>Quarto livello</a:t>
            </a:r>
          </a:p>
          <a:p>
            <a:pPr lvl="4" eaLnBrk="1" hangingPunct="1">
              <a:lnSpc>
                <a:spcPct val="80000"/>
              </a:lnSpc>
            </a:pPr>
            <a:r>
              <a:rPr lang="it-IT" altLang="it-IT" sz="1800"/>
              <a:t>Quinto livello</a:t>
            </a:r>
          </a:p>
        </p:txBody>
      </p:sp>
    </p:spTree>
    <p:extLst>
      <p:ext uri="{BB962C8B-B14F-4D97-AF65-F5344CB8AC3E}">
        <p14:creationId xmlns:p14="http://schemas.microsoft.com/office/powerpoint/2010/main" val="38122584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2C402-67A5-4652-B395-80C3CFCC7964}"/>
              </a:ext>
            </a:extLst>
          </p:cNvPr>
          <p:cNvSpPr>
            <a:spLocks noGrp="1"/>
          </p:cNvSpPr>
          <p:nvPr>
            <p:ph type="title"/>
          </p:nvPr>
        </p:nvSpPr>
        <p:spPr>
          <a:xfrm>
            <a:off x="609600" y="2286000"/>
            <a:ext cx="10972800" cy="1143000"/>
          </a:xfrm>
        </p:spPr>
        <p:txBody>
          <a:bodyPr/>
          <a:lstStyle/>
          <a:p>
            <a:r>
              <a:rPr lang="it-IT"/>
              <a:t>Fare clic per modificare lo stile del titolo dello schema</a:t>
            </a:r>
          </a:p>
        </p:txBody>
      </p:sp>
      <p:sp>
        <p:nvSpPr>
          <p:cNvPr id="3" name="Date Placeholder 2">
            <a:extLst>
              <a:ext uri="{FF2B5EF4-FFF2-40B4-BE49-F238E27FC236}">
                <a16:creationId xmlns:a16="http://schemas.microsoft.com/office/drawing/2014/main" id="{662A33B8-9C12-4DD4-B7A2-462DBDF9FD58}"/>
              </a:ext>
            </a:extLst>
          </p:cNvPr>
          <p:cNvSpPr>
            <a:spLocks noGrp="1"/>
          </p:cNvSpPr>
          <p:nvPr>
            <p:ph type="dt" sz="half" idx="10"/>
          </p:nvPr>
        </p:nvSpPr>
        <p:spPr/>
        <p:txBody>
          <a:bodyPr/>
          <a:lstStyle/>
          <a:p>
            <a:pPr>
              <a:defRPr/>
            </a:pPr>
            <a:r>
              <a:rPr lang="en-US" altLang="it-IT"/>
              <a:t>last update: Nov 2025</a:t>
            </a:r>
            <a:endParaRPr lang="it-IT" altLang="it-IT"/>
          </a:p>
        </p:txBody>
      </p:sp>
      <p:sp>
        <p:nvSpPr>
          <p:cNvPr id="4" name="Footer Placeholder 3">
            <a:extLst>
              <a:ext uri="{FF2B5EF4-FFF2-40B4-BE49-F238E27FC236}">
                <a16:creationId xmlns:a16="http://schemas.microsoft.com/office/drawing/2014/main" id="{5D054AC4-794D-4989-9E00-3CA5380BB33B}"/>
              </a:ext>
            </a:extLst>
          </p:cNvPr>
          <p:cNvSpPr>
            <a:spLocks noGrp="1"/>
          </p:cNvSpPr>
          <p:nvPr>
            <p:ph type="ftr" sz="quarter" idx="11"/>
          </p:nvPr>
        </p:nvSpPr>
        <p:spPr/>
        <p:txBody>
          <a:bodyPr/>
          <a:lstStyle/>
          <a:p>
            <a:pPr>
              <a:defRPr/>
            </a:pPr>
            <a:r>
              <a:rPr lang="it-IT" altLang="it-IT" dirty="0"/>
              <a:t>kathara – [ lab: basic-ipv4 ]</a:t>
            </a:r>
          </a:p>
        </p:txBody>
      </p:sp>
      <p:sp>
        <p:nvSpPr>
          <p:cNvPr id="5" name="Rectangle 3">
            <a:extLst>
              <a:ext uri="{FF2B5EF4-FFF2-40B4-BE49-F238E27FC236}">
                <a16:creationId xmlns:a16="http://schemas.microsoft.com/office/drawing/2014/main" id="{EBE93C49-2746-445A-8FEE-BFD8EDF009A1}"/>
              </a:ext>
            </a:extLst>
          </p:cNvPr>
          <p:cNvSpPr>
            <a:spLocks noGrp="1" noChangeArrowheads="1"/>
          </p:cNvSpPr>
          <p:nvPr>
            <p:ph type="subTitle" idx="1"/>
          </p:nvPr>
        </p:nvSpPr>
        <p:spPr>
          <a:xfrm>
            <a:off x="1828800" y="3645024"/>
            <a:ext cx="8534400" cy="695325"/>
          </a:xfrm>
        </p:spPr>
        <p:txBody>
          <a:bodyPr/>
          <a:lstStyle>
            <a:lvl1pPr marL="0" indent="0" algn="ctr">
              <a:buFont typeface="Wingdings" pitchFamily="2" charset="2"/>
              <a:buNone/>
              <a:defRPr/>
            </a:lvl1pPr>
          </a:lstStyle>
          <a:p>
            <a:r>
              <a:rPr lang="it-IT"/>
              <a:t>Fare clic per modificare lo stile del sottotitolo dello schema</a:t>
            </a:r>
          </a:p>
        </p:txBody>
      </p:sp>
    </p:spTree>
    <p:extLst>
      <p:ext uri="{BB962C8B-B14F-4D97-AF65-F5344CB8AC3E}">
        <p14:creationId xmlns:p14="http://schemas.microsoft.com/office/powerpoint/2010/main" val="614262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 dello schema</a:t>
            </a:r>
          </a:p>
        </p:txBody>
      </p:sp>
      <p:sp>
        <p:nvSpPr>
          <p:cNvPr id="3" name="Segnaposto contenuto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4">
            <a:extLst>
              <a:ext uri="{FF2B5EF4-FFF2-40B4-BE49-F238E27FC236}">
                <a16:creationId xmlns:a16="http://schemas.microsoft.com/office/drawing/2014/main" id="{01B5F34A-3762-4DC4-8521-3CCFBDBBB557}"/>
              </a:ext>
            </a:extLst>
          </p:cNvPr>
          <p:cNvSpPr>
            <a:spLocks noGrp="1" noChangeArrowheads="1"/>
          </p:cNvSpPr>
          <p:nvPr>
            <p:ph type="dt" sz="half" idx="10"/>
          </p:nvPr>
        </p:nvSpPr>
        <p:spPr>
          <a:ln/>
        </p:spPr>
        <p:txBody>
          <a:bodyPr/>
          <a:lstStyle>
            <a:lvl1pPr>
              <a:defRPr/>
            </a:lvl1pPr>
          </a:lstStyle>
          <a:p>
            <a:pPr>
              <a:defRPr/>
            </a:pPr>
            <a:r>
              <a:rPr lang="en-US" altLang="it-IT"/>
              <a:t>last update: Nov 2025</a:t>
            </a:r>
            <a:endParaRPr lang="it-IT" altLang="it-IT"/>
          </a:p>
        </p:txBody>
      </p:sp>
      <p:sp>
        <p:nvSpPr>
          <p:cNvPr id="5" name="Rectangle 5">
            <a:extLst>
              <a:ext uri="{FF2B5EF4-FFF2-40B4-BE49-F238E27FC236}">
                <a16:creationId xmlns:a16="http://schemas.microsoft.com/office/drawing/2014/main" id="{5AD2D072-E423-4081-B786-4B5AABE6E907}"/>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1837307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 dello schema</a:t>
            </a:r>
          </a:p>
        </p:txBody>
      </p:sp>
      <p:sp>
        <p:nvSpPr>
          <p:cNvPr id="3" name="Segnaposto contenuto 2"/>
          <p:cNvSpPr>
            <a:spLocks noGrp="1"/>
          </p:cNvSpPr>
          <p:nvPr>
            <p:ph sz="half" idx="1"/>
          </p:nvPr>
        </p:nvSpPr>
        <p:spPr>
          <a:xfrm>
            <a:off x="609600"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6189786"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Rectangle 4">
            <a:extLst>
              <a:ext uri="{FF2B5EF4-FFF2-40B4-BE49-F238E27FC236}">
                <a16:creationId xmlns:a16="http://schemas.microsoft.com/office/drawing/2014/main" id="{F0D3FD9D-035D-4317-87B9-2E07DC513C53}"/>
              </a:ext>
            </a:extLst>
          </p:cNvPr>
          <p:cNvSpPr>
            <a:spLocks noGrp="1" noChangeArrowheads="1"/>
          </p:cNvSpPr>
          <p:nvPr>
            <p:ph type="dt" sz="half" idx="10"/>
          </p:nvPr>
        </p:nvSpPr>
        <p:spPr>
          <a:ln/>
        </p:spPr>
        <p:txBody>
          <a:bodyPr/>
          <a:lstStyle>
            <a:lvl1pPr>
              <a:defRPr/>
            </a:lvl1pPr>
          </a:lstStyle>
          <a:p>
            <a:pPr>
              <a:defRPr/>
            </a:pPr>
            <a:r>
              <a:rPr lang="en-US" altLang="it-IT"/>
              <a:t>last update: Nov 2025</a:t>
            </a:r>
            <a:endParaRPr lang="it-IT" altLang="it-IT"/>
          </a:p>
        </p:txBody>
      </p:sp>
      <p:sp>
        <p:nvSpPr>
          <p:cNvPr id="6" name="Rectangle 5">
            <a:extLst>
              <a:ext uri="{FF2B5EF4-FFF2-40B4-BE49-F238E27FC236}">
                <a16:creationId xmlns:a16="http://schemas.microsoft.com/office/drawing/2014/main" id="{0056CC62-4927-46CE-8071-12D4280A824B}"/>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3050260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 dello schema</a:t>
            </a:r>
          </a:p>
        </p:txBody>
      </p:sp>
      <p:sp>
        <p:nvSpPr>
          <p:cNvPr id="3" name="Rectangle 4">
            <a:extLst>
              <a:ext uri="{FF2B5EF4-FFF2-40B4-BE49-F238E27FC236}">
                <a16:creationId xmlns:a16="http://schemas.microsoft.com/office/drawing/2014/main" id="{09E61840-3800-42E1-8104-908EC2290A80}"/>
              </a:ext>
            </a:extLst>
          </p:cNvPr>
          <p:cNvSpPr>
            <a:spLocks noGrp="1" noChangeArrowheads="1"/>
          </p:cNvSpPr>
          <p:nvPr>
            <p:ph type="dt" sz="half" idx="10"/>
          </p:nvPr>
        </p:nvSpPr>
        <p:spPr>
          <a:ln/>
        </p:spPr>
        <p:txBody>
          <a:bodyPr/>
          <a:lstStyle>
            <a:lvl1pPr>
              <a:defRPr/>
            </a:lvl1pPr>
          </a:lstStyle>
          <a:p>
            <a:pPr>
              <a:defRPr/>
            </a:pPr>
            <a:r>
              <a:rPr lang="en-US" altLang="it-IT"/>
              <a:t>last update: Nov 2025</a:t>
            </a:r>
            <a:endParaRPr lang="it-IT" altLang="it-IT"/>
          </a:p>
        </p:txBody>
      </p:sp>
      <p:sp>
        <p:nvSpPr>
          <p:cNvPr id="4" name="Rectangle 5">
            <a:extLst>
              <a:ext uri="{FF2B5EF4-FFF2-40B4-BE49-F238E27FC236}">
                <a16:creationId xmlns:a16="http://schemas.microsoft.com/office/drawing/2014/main" id="{BBDBC235-FCC8-44F7-AF2D-D19BB003DF74}"/>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2212121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210B621-DDDB-4969-8052-9E481273EFD3}"/>
              </a:ext>
            </a:extLst>
          </p:cNvPr>
          <p:cNvSpPr>
            <a:spLocks noGrp="1" noChangeArrowheads="1"/>
          </p:cNvSpPr>
          <p:nvPr>
            <p:ph type="dt" sz="half" idx="10"/>
          </p:nvPr>
        </p:nvSpPr>
        <p:spPr>
          <a:ln/>
        </p:spPr>
        <p:txBody>
          <a:bodyPr/>
          <a:lstStyle>
            <a:lvl1pPr>
              <a:defRPr/>
            </a:lvl1pPr>
          </a:lstStyle>
          <a:p>
            <a:pPr>
              <a:defRPr/>
            </a:pPr>
            <a:r>
              <a:rPr lang="en-US" altLang="it-IT"/>
              <a:t>last update: Nov 2025</a:t>
            </a:r>
            <a:endParaRPr lang="it-IT" altLang="it-IT"/>
          </a:p>
        </p:txBody>
      </p:sp>
      <p:sp>
        <p:nvSpPr>
          <p:cNvPr id="3" name="Rectangle 5">
            <a:extLst>
              <a:ext uri="{FF2B5EF4-FFF2-40B4-BE49-F238E27FC236}">
                <a16:creationId xmlns:a16="http://schemas.microsoft.com/office/drawing/2014/main" id="{DF427022-EF7C-4DDD-9245-E8A971AB8D5C}"/>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485164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09601" y="273050"/>
            <a:ext cx="4011247" cy="1162050"/>
          </a:xfrm>
        </p:spPr>
        <p:txBody>
          <a:bodyPr anchor="b"/>
          <a:lstStyle>
            <a:lvl1pPr algn="l">
              <a:defRPr sz="2000" b="1"/>
            </a:lvl1pPr>
          </a:lstStyle>
          <a:p>
            <a:r>
              <a:rPr lang="it-IT"/>
              <a:t>Fare clic per modificare lo stile del titolo dello schema</a:t>
            </a:r>
          </a:p>
        </p:txBody>
      </p:sp>
      <p:sp>
        <p:nvSpPr>
          <p:cNvPr id="3" name="Segnaposto contenuto 2"/>
          <p:cNvSpPr>
            <a:spLocks noGrp="1"/>
          </p:cNvSpPr>
          <p:nvPr>
            <p:ph idx="1"/>
          </p:nvPr>
        </p:nvSpPr>
        <p:spPr>
          <a:xfrm>
            <a:off x="4767386" y="273053"/>
            <a:ext cx="681501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609601" y="1435103"/>
            <a:ext cx="4011247" cy="4691063"/>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it-IT"/>
              <a:t>Fare clic per modificare gli stili del testo dello schema</a:t>
            </a:r>
          </a:p>
        </p:txBody>
      </p:sp>
      <p:sp>
        <p:nvSpPr>
          <p:cNvPr id="5" name="Rectangle 4">
            <a:extLst>
              <a:ext uri="{FF2B5EF4-FFF2-40B4-BE49-F238E27FC236}">
                <a16:creationId xmlns:a16="http://schemas.microsoft.com/office/drawing/2014/main" id="{B6B7462A-E94B-4E5C-AF83-8E8FA72FC515}"/>
              </a:ext>
            </a:extLst>
          </p:cNvPr>
          <p:cNvSpPr>
            <a:spLocks noGrp="1" noChangeArrowheads="1"/>
          </p:cNvSpPr>
          <p:nvPr>
            <p:ph type="dt" sz="half" idx="10"/>
          </p:nvPr>
        </p:nvSpPr>
        <p:spPr>
          <a:ln/>
        </p:spPr>
        <p:txBody>
          <a:bodyPr/>
          <a:lstStyle>
            <a:lvl1pPr>
              <a:defRPr/>
            </a:lvl1pPr>
          </a:lstStyle>
          <a:p>
            <a:pPr>
              <a:defRPr/>
            </a:pPr>
            <a:r>
              <a:rPr lang="en-US" altLang="it-IT"/>
              <a:t>last update: Nov 2025</a:t>
            </a:r>
            <a:endParaRPr lang="it-IT" altLang="it-IT"/>
          </a:p>
        </p:txBody>
      </p:sp>
      <p:sp>
        <p:nvSpPr>
          <p:cNvPr id="6" name="Rectangle 5">
            <a:extLst>
              <a:ext uri="{FF2B5EF4-FFF2-40B4-BE49-F238E27FC236}">
                <a16:creationId xmlns:a16="http://schemas.microsoft.com/office/drawing/2014/main" id="{1ECA9AC3-825F-4AAC-8B76-9EC322D8ACC1}"/>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3017667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2389554" y="4800600"/>
            <a:ext cx="7315200" cy="566738"/>
          </a:xfrm>
        </p:spPr>
        <p:txBody>
          <a:bodyPr anchor="b"/>
          <a:lstStyle>
            <a:lvl1pPr algn="l">
              <a:defRPr sz="2000" b="1"/>
            </a:lvl1pPr>
          </a:lstStyle>
          <a:p>
            <a:r>
              <a:rPr lang="it-IT"/>
              <a:t>Fare clic per modificare lo stile del titolo dello schema</a:t>
            </a:r>
          </a:p>
        </p:txBody>
      </p:sp>
      <p:sp>
        <p:nvSpPr>
          <p:cNvPr id="3" name="Segnaposto immagine 2"/>
          <p:cNvSpPr>
            <a:spLocks noGrp="1"/>
          </p:cNvSpPr>
          <p:nvPr>
            <p:ph type="pic" idx="1"/>
          </p:nvPr>
        </p:nvSpPr>
        <p:spPr>
          <a:xfrm>
            <a:off x="2389554" y="612775"/>
            <a:ext cx="7315200" cy="4114800"/>
          </a:xfrm>
        </p:spPr>
        <p:txBody>
          <a:bodyPr/>
          <a:lstStyle>
            <a:lvl1pPr marL="0" indent="0">
              <a:buNone/>
              <a:defRPr sz="3200"/>
            </a:lvl1pPr>
            <a:lvl2pPr marL="457212" indent="0">
              <a:buNone/>
              <a:defRPr sz="2800"/>
            </a:lvl2pPr>
            <a:lvl3pPr marL="914423" indent="0">
              <a:buNone/>
              <a:defRPr sz="2400"/>
            </a:lvl3pPr>
            <a:lvl4pPr marL="1371634" indent="0">
              <a:buNone/>
              <a:defRPr sz="2000"/>
            </a:lvl4pPr>
            <a:lvl5pPr marL="1828846" indent="0">
              <a:buNone/>
              <a:defRPr sz="2000"/>
            </a:lvl5pPr>
            <a:lvl6pPr marL="2286057" indent="0">
              <a:buNone/>
              <a:defRPr sz="2000"/>
            </a:lvl6pPr>
            <a:lvl7pPr marL="2743269" indent="0">
              <a:buNone/>
              <a:defRPr sz="2000"/>
            </a:lvl7pPr>
            <a:lvl8pPr marL="3200480" indent="0">
              <a:buNone/>
              <a:defRPr sz="2000"/>
            </a:lvl8pPr>
            <a:lvl9pPr marL="3657691" indent="0">
              <a:buNone/>
              <a:defRPr sz="2000"/>
            </a:lvl9pPr>
          </a:lstStyle>
          <a:p>
            <a:pPr lvl="0"/>
            <a:r>
              <a:rPr lang="it-IT" noProof="0"/>
              <a:t>Fare clic sull'icona per inserire un'immagine</a:t>
            </a:r>
          </a:p>
        </p:txBody>
      </p:sp>
      <p:sp>
        <p:nvSpPr>
          <p:cNvPr id="4" name="Segnaposto testo 3"/>
          <p:cNvSpPr>
            <a:spLocks noGrp="1"/>
          </p:cNvSpPr>
          <p:nvPr>
            <p:ph type="body" sz="half" idx="2"/>
          </p:nvPr>
        </p:nvSpPr>
        <p:spPr>
          <a:xfrm>
            <a:off x="2389554" y="5367338"/>
            <a:ext cx="7315200" cy="804862"/>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it-IT"/>
              <a:t>Fare clic per modificare gli stili del testo dello schema</a:t>
            </a:r>
          </a:p>
        </p:txBody>
      </p:sp>
      <p:sp>
        <p:nvSpPr>
          <p:cNvPr id="5" name="Rectangle 4">
            <a:extLst>
              <a:ext uri="{FF2B5EF4-FFF2-40B4-BE49-F238E27FC236}">
                <a16:creationId xmlns:a16="http://schemas.microsoft.com/office/drawing/2014/main" id="{1A58AB6D-2A9D-4F16-A910-0B79968AB2D1}"/>
              </a:ext>
            </a:extLst>
          </p:cNvPr>
          <p:cNvSpPr>
            <a:spLocks noGrp="1" noChangeArrowheads="1"/>
          </p:cNvSpPr>
          <p:nvPr>
            <p:ph type="dt" sz="half" idx="10"/>
          </p:nvPr>
        </p:nvSpPr>
        <p:spPr>
          <a:ln/>
        </p:spPr>
        <p:txBody>
          <a:bodyPr/>
          <a:lstStyle>
            <a:lvl1pPr>
              <a:defRPr/>
            </a:lvl1pPr>
          </a:lstStyle>
          <a:p>
            <a:pPr>
              <a:defRPr/>
            </a:pPr>
            <a:r>
              <a:rPr lang="en-US" altLang="it-IT"/>
              <a:t>last update: Nov 2025</a:t>
            </a:r>
            <a:endParaRPr lang="it-IT" altLang="it-IT"/>
          </a:p>
        </p:txBody>
      </p:sp>
      <p:sp>
        <p:nvSpPr>
          <p:cNvPr id="6" name="Rectangle 5">
            <a:extLst>
              <a:ext uri="{FF2B5EF4-FFF2-40B4-BE49-F238E27FC236}">
                <a16:creationId xmlns:a16="http://schemas.microsoft.com/office/drawing/2014/main" id="{86A098BE-69C9-4538-89C8-C00B289910E6}"/>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1946613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 dello schema</a:t>
            </a:r>
          </a:p>
        </p:txBody>
      </p:sp>
      <p:sp>
        <p:nvSpPr>
          <p:cNvPr id="3" name="Segnaposto testo verticale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4">
            <a:extLst>
              <a:ext uri="{FF2B5EF4-FFF2-40B4-BE49-F238E27FC236}">
                <a16:creationId xmlns:a16="http://schemas.microsoft.com/office/drawing/2014/main" id="{5486F16B-0B58-45B6-9061-CA60B6CB76B3}"/>
              </a:ext>
            </a:extLst>
          </p:cNvPr>
          <p:cNvSpPr>
            <a:spLocks noGrp="1" noChangeArrowheads="1"/>
          </p:cNvSpPr>
          <p:nvPr>
            <p:ph type="dt" sz="half" idx="10"/>
          </p:nvPr>
        </p:nvSpPr>
        <p:spPr>
          <a:ln/>
        </p:spPr>
        <p:txBody>
          <a:bodyPr/>
          <a:lstStyle>
            <a:lvl1pPr>
              <a:defRPr/>
            </a:lvl1pPr>
          </a:lstStyle>
          <a:p>
            <a:pPr>
              <a:defRPr/>
            </a:pPr>
            <a:r>
              <a:rPr lang="en-US" altLang="it-IT"/>
              <a:t>last update: Nov 2025</a:t>
            </a:r>
            <a:endParaRPr lang="it-IT" altLang="it-IT"/>
          </a:p>
        </p:txBody>
      </p:sp>
      <p:sp>
        <p:nvSpPr>
          <p:cNvPr id="5" name="Rectangle 5">
            <a:extLst>
              <a:ext uri="{FF2B5EF4-FFF2-40B4-BE49-F238E27FC236}">
                <a16:creationId xmlns:a16="http://schemas.microsoft.com/office/drawing/2014/main" id="{2D754CCF-D619-4891-8E0C-E8A44AB624BA}"/>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4234752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839200" y="274641"/>
            <a:ext cx="2743200" cy="5851525"/>
          </a:xfrm>
        </p:spPr>
        <p:txBody>
          <a:bodyPr vert="eaVert"/>
          <a:lstStyle/>
          <a:p>
            <a:r>
              <a:rPr lang="it-IT"/>
              <a:t>Fare clic per modificare lo stile del titolo dello schema</a:t>
            </a:r>
          </a:p>
        </p:txBody>
      </p:sp>
      <p:sp>
        <p:nvSpPr>
          <p:cNvPr id="3" name="Segnaposto testo verticale 2"/>
          <p:cNvSpPr>
            <a:spLocks noGrp="1"/>
          </p:cNvSpPr>
          <p:nvPr>
            <p:ph type="body" orient="vert" idx="1"/>
          </p:nvPr>
        </p:nvSpPr>
        <p:spPr>
          <a:xfrm>
            <a:off x="609601" y="274641"/>
            <a:ext cx="8042031" cy="5851525"/>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4">
            <a:extLst>
              <a:ext uri="{FF2B5EF4-FFF2-40B4-BE49-F238E27FC236}">
                <a16:creationId xmlns:a16="http://schemas.microsoft.com/office/drawing/2014/main" id="{06ABEC1F-57AF-4AF1-B41E-3F8C58106046}"/>
              </a:ext>
            </a:extLst>
          </p:cNvPr>
          <p:cNvSpPr>
            <a:spLocks noGrp="1" noChangeArrowheads="1"/>
          </p:cNvSpPr>
          <p:nvPr>
            <p:ph type="dt" sz="half" idx="10"/>
          </p:nvPr>
        </p:nvSpPr>
        <p:spPr>
          <a:ln/>
        </p:spPr>
        <p:txBody>
          <a:bodyPr/>
          <a:lstStyle>
            <a:lvl1pPr>
              <a:defRPr/>
            </a:lvl1pPr>
          </a:lstStyle>
          <a:p>
            <a:pPr>
              <a:defRPr/>
            </a:pPr>
            <a:r>
              <a:rPr lang="en-US" altLang="it-IT"/>
              <a:t>last update: Nov 2025</a:t>
            </a:r>
            <a:endParaRPr lang="it-IT" altLang="it-IT"/>
          </a:p>
        </p:txBody>
      </p:sp>
      <p:sp>
        <p:nvSpPr>
          <p:cNvPr id="5" name="Rectangle 5">
            <a:extLst>
              <a:ext uri="{FF2B5EF4-FFF2-40B4-BE49-F238E27FC236}">
                <a16:creationId xmlns:a16="http://schemas.microsoft.com/office/drawing/2014/main" id="{CAC44205-C96E-4D3D-B0E4-CEBDE5B2D649}"/>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3091692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44DAC59-5E6E-45D0-8524-3E061722C9EC}"/>
              </a:ext>
            </a:extLst>
          </p:cNvPr>
          <p:cNvSpPr>
            <a:spLocks noGrp="1" noChangeArrowheads="1"/>
          </p:cNvSpPr>
          <p:nvPr>
            <p:ph type="title"/>
          </p:nvPr>
        </p:nvSpPr>
        <p:spPr bwMode="auto">
          <a:xfrm>
            <a:off x="609600" y="116632"/>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it-IT"/>
              <a:t>Fare clic per modificare lo stile del titolo</a:t>
            </a:r>
          </a:p>
        </p:txBody>
      </p:sp>
      <p:sp>
        <p:nvSpPr>
          <p:cNvPr id="1027" name="Rectangle 3">
            <a:extLst>
              <a:ext uri="{FF2B5EF4-FFF2-40B4-BE49-F238E27FC236}">
                <a16:creationId xmlns:a16="http://schemas.microsoft.com/office/drawing/2014/main" id="{7F11B519-1465-43CA-9B06-0B1C84B88C96}"/>
              </a:ext>
            </a:extLst>
          </p:cNvPr>
          <p:cNvSpPr>
            <a:spLocks noGrp="1" noChangeArrowheads="1"/>
          </p:cNvSpPr>
          <p:nvPr>
            <p:ph type="body" idx="1"/>
          </p:nvPr>
        </p:nvSpPr>
        <p:spPr bwMode="auto">
          <a:xfrm>
            <a:off x="609600" y="1412777"/>
            <a:ext cx="10972800" cy="4713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it-IT"/>
              <a:t>Fare clic per modificare gli stili del testo dello schema</a:t>
            </a:r>
          </a:p>
          <a:p>
            <a:pPr lvl="1"/>
            <a:r>
              <a:rPr lang="it-IT" altLang="it-IT"/>
              <a:t>Secondo livello</a:t>
            </a:r>
          </a:p>
          <a:p>
            <a:pPr lvl="2"/>
            <a:r>
              <a:rPr lang="it-IT" altLang="it-IT"/>
              <a:t>Terzo livello</a:t>
            </a:r>
          </a:p>
          <a:p>
            <a:pPr lvl="3"/>
            <a:r>
              <a:rPr lang="it-IT" altLang="it-IT"/>
              <a:t>Quarto livello</a:t>
            </a:r>
          </a:p>
          <a:p>
            <a:pPr lvl="4"/>
            <a:r>
              <a:rPr lang="it-IT" altLang="it-IT"/>
              <a:t>Quinto livello</a:t>
            </a:r>
          </a:p>
        </p:txBody>
      </p:sp>
      <p:sp>
        <p:nvSpPr>
          <p:cNvPr id="303108" name="Rectangle 4">
            <a:extLst>
              <a:ext uri="{FF2B5EF4-FFF2-40B4-BE49-F238E27FC236}">
                <a16:creationId xmlns:a16="http://schemas.microsoft.com/office/drawing/2014/main" id="{9F6A8ACC-B973-483A-9EBB-30DD75AA7EB2}"/>
              </a:ext>
            </a:extLst>
          </p:cNvPr>
          <p:cNvSpPr>
            <a:spLocks noGrp="1" noChangeArrowheads="1"/>
          </p:cNvSpPr>
          <p:nvPr>
            <p:ph type="dt" sz="half" idx="2"/>
          </p:nvPr>
        </p:nvSpPr>
        <p:spPr bwMode="auto">
          <a:xfrm>
            <a:off x="9265138" y="6453191"/>
            <a:ext cx="2782277"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dirty="0">
                <a:latin typeface="+mn-lt"/>
              </a:defRPr>
            </a:lvl1pPr>
          </a:lstStyle>
          <a:p>
            <a:pPr>
              <a:defRPr/>
            </a:pPr>
            <a:r>
              <a:rPr lang="en-US" altLang="it-IT"/>
              <a:t>last update: Nov 2025</a:t>
            </a:r>
            <a:endParaRPr lang="it-IT" altLang="it-IT"/>
          </a:p>
        </p:txBody>
      </p:sp>
      <p:sp>
        <p:nvSpPr>
          <p:cNvPr id="303109" name="Rectangle 5">
            <a:extLst>
              <a:ext uri="{FF2B5EF4-FFF2-40B4-BE49-F238E27FC236}">
                <a16:creationId xmlns:a16="http://schemas.microsoft.com/office/drawing/2014/main" id="{6276769E-8AF7-4AB3-B25A-CA8C5C6A001F}"/>
              </a:ext>
            </a:extLst>
          </p:cNvPr>
          <p:cNvSpPr>
            <a:spLocks noGrp="1" noChangeArrowheads="1"/>
          </p:cNvSpPr>
          <p:nvPr>
            <p:ph type="ftr" sz="quarter" idx="3"/>
          </p:nvPr>
        </p:nvSpPr>
        <p:spPr bwMode="auto">
          <a:xfrm>
            <a:off x="3120295" y="6453191"/>
            <a:ext cx="5951415"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err="1">
                <a:latin typeface="+mn-lt"/>
              </a:defRPr>
            </a:lvl1pPr>
          </a:lstStyle>
          <a:p>
            <a:pPr>
              <a:defRPr/>
            </a:pPr>
            <a:r>
              <a:rPr lang="it-IT" altLang="it-IT" dirty="0"/>
              <a:t>kathara – [ lab: basic-ipv4 ]</a:t>
            </a:r>
          </a:p>
        </p:txBody>
      </p:sp>
      <p:sp>
        <p:nvSpPr>
          <p:cNvPr id="1030" name="Rectangle 6">
            <a:extLst>
              <a:ext uri="{FF2B5EF4-FFF2-40B4-BE49-F238E27FC236}">
                <a16:creationId xmlns:a16="http://schemas.microsoft.com/office/drawing/2014/main" id="{053844C4-97BD-413F-90CB-BB662D34AACA}"/>
              </a:ext>
            </a:extLst>
          </p:cNvPr>
          <p:cNvSpPr>
            <a:spLocks noChangeArrowheads="1"/>
          </p:cNvSpPr>
          <p:nvPr/>
        </p:nvSpPr>
        <p:spPr bwMode="auto">
          <a:xfrm>
            <a:off x="144584" y="6453191"/>
            <a:ext cx="227900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pPr>
            <a:r>
              <a:rPr lang="en-US" altLang="it-IT" sz="900">
                <a:solidFill>
                  <a:schemeClr val="bg2"/>
                </a:solidFill>
                <a:cs typeface="Arial" panose="020B0604020202020204" pitchFamily="34" charset="0"/>
              </a:rPr>
              <a:t>© Computer Networks Research Group Roma Tre University</a:t>
            </a:r>
          </a:p>
        </p:txBody>
      </p:sp>
      <p:pic>
        <p:nvPicPr>
          <p:cNvPr id="3" name="Picture 2" descr="A group of cubes with different colors&#10;&#10;Description automatically generated">
            <a:extLst>
              <a:ext uri="{FF2B5EF4-FFF2-40B4-BE49-F238E27FC236}">
                <a16:creationId xmlns:a16="http://schemas.microsoft.com/office/drawing/2014/main" id="{04BC26E2-2780-755F-DAB8-E568CC768E7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23458" y="200174"/>
            <a:ext cx="1264030" cy="852562"/>
          </a:xfrm>
          <a:prstGeom prst="rect">
            <a:avLst/>
          </a:prstGeom>
        </p:spPr>
      </p:pic>
    </p:spTree>
    <p:extLst>
      <p:ext uri="{BB962C8B-B14F-4D97-AF65-F5344CB8AC3E}">
        <p14:creationId xmlns:p14="http://schemas.microsoft.com/office/powerpoint/2010/main" val="495309783"/>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hf sldNum="0" hdr="0"/>
  <p:txStyles>
    <p:titleStyle>
      <a:lvl1pPr algn="ctr" rtl="0" eaLnBrk="1" fontAlgn="base" hangingPunct="1">
        <a:spcBef>
          <a:spcPct val="0"/>
        </a:spcBef>
        <a:spcAft>
          <a:spcPct val="0"/>
        </a:spcAft>
        <a:defRPr sz="4401">
          <a:solidFill>
            <a:schemeClr val="tx2"/>
          </a:solidFill>
          <a:latin typeface="+mj-lt"/>
          <a:ea typeface="+mj-ea"/>
          <a:cs typeface="+mj-cs"/>
        </a:defRPr>
      </a:lvl1pPr>
      <a:lvl2pPr algn="ctr" rtl="0" eaLnBrk="1" fontAlgn="base" hangingPunct="1">
        <a:spcBef>
          <a:spcPct val="0"/>
        </a:spcBef>
        <a:spcAft>
          <a:spcPct val="0"/>
        </a:spcAft>
        <a:defRPr sz="4401">
          <a:solidFill>
            <a:schemeClr val="tx2"/>
          </a:solidFill>
          <a:latin typeface="Tahoma" pitchFamily="34" charset="0"/>
        </a:defRPr>
      </a:lvl2pPr>
      <a:lvl3pPr algn="ctr" rtl="0" eaLnBrk="1" fontAlgn="base" hangingPunct="1">
        <a:spcBef>
          <a:spcPct val="0"/>
        </a:spcBef>
        <a:spcAft>
          <a:spcPct val="0"/>
        </a:spcAft>
        <a:defRPr sz="4401">
          <a:solidFill>
            <a:schemeClr val="tx2"/>
          </a:solidFill>
          <a:latin typeface="Tahoma" pitchFamily="34" charset="0"/>
        </a:defRPr>
      </a:lvl3pPr>
      <a:lvl4pPr algn="ctr" rtl="0" eaLnBrk="1" fontAlgn="base" hangingPunct="1">
        <a:spcBef>
          <a:spcPct val="0"/>
        </a:spcBef>
        <a:spcAft>
          <a:spcPct val="0"/>
        </a:spcAft>
        <a:defRPr sz="4401">
          <a:solidFill>
            <a:schemeClr val="tx2"/>
          </a:solidFill>
          <a:latin typeface="Tahoma" pitchFamily="34" charset="0"/>
        </a:defRPr>
      </a:lvl4pPr>
      <a:lvl5pPr algn="ctr" rtl="0" eaLnBrk="1" fontAlgn="base" hangingPunct="1">
        <a:spcBef>
          <a:spcPct val="0"/>
        </a:spcBef>
        <a:spcAft>
          <a:spcPct val="0"/>
        </a:spcAft>
        <a:defRPr sz="4401">
          <a:solidFill>
            <a:schemeClr val="tx2"/>
          </a:solidFill>
          <a:latin typeface="Tahoma" pitchFamily="34" charset="0"/>
        </a:defRPr>
      </a:lvl5pPr>
      <a:lvl6pPr marL="457212" algn="ctr" rtl="0" eaLnBrk="1" fontAlgn="base" hangingPunct="1">
        <a:spcBef>
          <a:spcPct val="0"/>
        </a:spcBef>
        <a:spcAft>
          <a:spcPct val="0"/>
        </a:spcAft>
        <a:defRPr sz="4401">
          <a:solidFill>
            <a:schemeClr val="tx2"/>
          </a:solidFill>
          <a:latin typeface="Tahoma" pitchFamily="34" charset="0"/>
        </a:defRPr>
      </a:lvl6pPr>
      <a:lvl7pPr marL="914423" algn="ctr" rtl="0" eaLnBrk="1" fontAlgn="base" hangingPunct="1">
        <a:spcBef>
          <a:spcPct val="0"/>
        </a:spcBef>
        <a:spcAft>
          <a:spcPct val="0"/>
        </a:spcAft>
        <a:defRPr sz="4401">
          <a:solidFill>
            <a:schemeClr val="tx2"/>
          </a:solidFill>
          <a:latin typeface="Tahoma" pitchFamily="34" charset="0"/>
        </a:defRPr>
      </a:lvl7pPr>
      <a:lvl8pPr marL="1371634" algn="ctr" rtl="0" eaLnBrk="1" fontAlgn="base" hangingPunct="1">
        <a:spcBef>
          <a:spcPct val="0"/>
        </a:spcBef>
        <a:spcAft>
          <a:spcPct val="0"/>
        </a:spcAft>
        <a:defRPr sz="4401">
          <a:solidFill>
            <a:schemeClr val="tx2"/>
          </a:solidFill>
          <a:latin typeface="Tahoma" pitchFamily="34" charset="0"/>
        </a:defRPr>
      </a:lvl8pPr>
      <a:lvl9pPr marL="1828846" algn="ctr" rtl="0" eaLnBrk="1" fontAlgn="base" hangingPunct="1">
        <a:spcBef>
          <a:spcPct val="0"/>
        </a:spcBef>
        <a:spcAft>
          <a:spcPct val="0"/>
        </a:spcAft>
        <a:defRPr sz="4401">
          <a:solidFill>
            <a:schemeClr val="tx2"/>
          </a:solidFill>
          <a:latin typeface="Tahoma" pitchFamily="34" charset="0"/>
        </a:defRPr>
      </a:lvl9pPr>
    </p:titleStyle>
    <p:bodyStyle>
      <a:lvl1pPr marL="342908" indent="-342908" algn="l" rtl="0" eaLnBrk="1" fontAlgn="base" hangingPunct="1">
        <a:spcBef>
          <a:spcPct val="20000"/>
        </a:spcBef>
        <a:spcAft>
          <a:spcPct val="0"/>
        </a:spcAft>
        <a:buClr>
          <a:schemeClr val="tx2"/>
        </a:buClr>
        <a:buSzPct val="70000"/>
        <a:buFont typeface="Wingdings" panose="05000000000000000000" pitchFamily="2" charset="2"/>
        <a:buChar char="n"/>
        <a:defRPr sz="3200">
          <a:solidFill>
            <a:schemeClr val="tx1"/>
          </a:solidFill>
          <a:latin typeface="+mn-lt"/>
          <a:ea typeface="+mn-ea"/>
          <a:cs typeface="+mn-cs"/>
        </a:defRPr>
      </a:lvl1pPr>
      <a:lvl2pPr marL="742969" indent="-285757" algn="l" rtl="0" eaLnBrk="1" fontAlgn="base" hangingPunct="1">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defRPr>
      </a:lvl2pPr>
      <a:lvl3pPr marL="1143028" indent="-228606" algn="l" rtl="0" eaLnBrk="1" fontAlgn="base" hangingPunct="1">
        <a:spcBef>
          <a:spcPct val="20000"/>
        </a:spcBef>
        <a:spcAft>
          <a:spcPct val="0"/>
        </a:spcAft>
        <a:buClr>
          <a:srgbClr val="66CC00"/>
        </a:buClr>
        <a:buSzPct val="70000"/>
        <a:buFont typeface="Wingdings" panose="05000000000000000000" pitchFamily="2" charset="2"/>
        <a:buChar char="n"/>
        <a:defRPr sz="2400">
          <a:solidFill>
            <a:schemeClr val="tx1"/>
          </a:solidFill>
          <a:latin typeface="+mn-lt"/>
        </a:defRPr>
      </a:lvl3pPr>
      <a:lvl4pPr marL="1600240" indent="-228606" algn="l" rtl="0" eaLnBrk="1" fontAlgn="base" hangingPunct="1">
        <a:spcBef>
          <a:spcPct val="20000"/>
        </a:spcBef>
        <a:spcAft>
          <a:spcPct val="0"/>
        </a:spcAft>
        <a:buSzPct val="70000"/>
        <a:buFont typeface="Wingdings" panose="05000000000000000000" pitchFamily="2" charset="2"/>
        <a:buChar char="l"/>
        <a:defRPr sz="2000">
          <a:solidFill>
            <a:schemeClr val="tx1"/>
          </a:solidFill>
          <a:latin typeface="+mn-lt"/>
        </a:defRPr>
      </a:lvl4pPr>
      <a:lvl5pPr marL="2057452" indent="-228606"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5pPr>
      <a:lvl6pPr marL="2514663" indent="-228606" algn="l" rtl="0" eaLnBrk="1" fontAlgn="base" hangingPunct="1">
        <a:spcBef>
          <a:spcPct val="20000"/>
        </a:spcBef>
        <a:spcAft>
          <a:spcPct val="0"/>
        </a:spcAft>
        <a:buFont typeface="Arial" charset="0"/>
        <a:buChar char="–"/>
        <a:defRPr sz="2000">
          <a:solidFill>
            <a:schemeClr val="tx1"/>
          </a:solidFill>
          <a:latin typeface="+mn-lt"/>
        </a:defRPr>
      </a:lvl6pPr>
      <a:lvl7pPr marL="2971874" indent="-228606" algn="l" rtl="0" eaLnBrk="1" fontAlgn="base" hangingPunct="1">
        <a:spcBef>
          <a:spcPct val="20000"/>
        </a:spcBef>
        <a:spcAft>
          <a:spcPct val="0"/>
        </a:spcAft>
        <a:buFont typeface="Arial" charset="0"/>
        <a:buChar char="–"/>
        <a:defRPr sz="2000">
          <a:solidFill>
            <a:schemeClr val="tx1"/>
          </a:solidFill>
          <a:latin typeface="+mn-lt"/>
        </a:defRPr>
      </a:lvl7pPr>
      <a:lvl8pPr marL="3429086" indent="-228606" algn="l" rtl="0" eaLnBrk="1" fontAlgn="base" hangingPunct="1">
        <a:spcBef>
          <a:spcPct val="20000"/>
        </a:spcBef>
        <a:spcAft>
          <a:spcPct val="0"/>
        </a:spcAft>
        <a:buFont typeface="Arial" charset="0"/>
        <a:buChar char="–"/>
        <a:defRPr sz="2000">
          <a:solidFill>
            <a:schemeClr val="tx1"/>
          </a:solidFill>
          <a:latin typeface="+mn-lt"/>
        </a:defRPr>
      </a:lvl8pPr>
      <a:lvl9pPr marL="3886297" indent="-228606" algn="l" rtl="0" eaLnBrk="1" fontAlgn="base" hangingPunct="1">
        <a:spcBef>
          <a:spcPct val="20000"/>
        </a:spcBef>
        <a:spcAft>
          <a:spcPct val="0"/>
        </a:spcAft>
        <a:buFont typeface="Arial" charset="0"/>
        <a:buChar char="–"/>
        <a:defRPr sz="2000">
          <a:solidFill>
            <a:schemeClr val="tx1"/>
          </a:solidFill>
          <a:latin typeface="+mn-lt"/>
        </a:defRPr>
      </a:lvl9pPr>
    </p:bodyStyle>
    <p:otherStyle>
      <a:defPPr>
        <a:defRPr lang="it-IT"/>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4" algn="l" defTabSz="914423" rtl="0" eaLnBrk="1" latinLnBrk="0" hangingPunct="1">
        <a:defRPr sz="1800" kern="1200">
          <a:solidFill>
            <a:schemeClr val="tx1"/>
          </a:solidFill>
          <a:latin typeface="+mn-lt"/>
          <a:ea typeface="+mn-ea"/>
          <a:cs typeface="+mn-cs"/>
        </a:defRPr>
      </a:lvl4pPr>
      <a:lvl5pPr marL="1828846" algn="l" defTabSz="914423" rtl="0" eaLnBrk="1" latinLnBrk="0" hangingPunct="1">
        <a:defRPr sz="1800" kern="1200">
          <a:solidFill>
            <a:schemeClr val="tx1"/>
          </a:solidFill>
          <a:latin typeface="+mn-lt"/>
          <a:ea typeface="+mn-ea"/>
          <a:cs typeface="+mn-cs"/>
        </a:defRPr>
      </a:lvl5pPr>
      <a:lvl6pPr marL="2286057" algn="l" defTabSz="914423" rtl="0" eaLnBrk="1" latinLnBrk="0" hangingPunct="1">
        <a:defRPr sz="1800" kern="1200">
          <a:solidFill>
            <a:schemeClr val="tx1"/>
          </a:solidFill>
          <a:latin typeface="+mn-lt"/>
          <a:ea typeface="+mn-ea"/>
          <a:cs typeface="+mn-cs"/>
        </a:defRPr>
      </a:lvl6pPr>
      <a:lvl7pPr marL="2743269"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1" algn="l" defTabSz="91442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0">
            <a:extLst>
              <a:ext uri="{FF2B5EF4-FFF2-40B4-BE49-F238E27FC236}">
                <a16:creationId xmlns:a16="http://schemas.microsoft.com/office/drawing/2014/main" id="{D52C1193-E72F-9504-F8A2-1C3CD7C9A60A}"/>
              </a:ext>
            </a:extLst>
          </p:cNvPr>
          <p:cNvSpPr>
            <a:spLocks noGrp="1" noChangeArrowheads="1"/>
          </p:cNvSpPr>
          <p:nvPr>
            <p:ph type="ctrTitle"/>
          </p:nvPr>
        </p:nvSpPr>
        <p:spPr/>
        <p:txBody>
          <a:bodyPr/>
          <a:lstStyle/>
          <a:p>
            <a:pPr eaLnBrk="1" hangingPunct="1"/>
            <a:r>
              <a:rPr lang="en-US" noProof="0" dirty="0"/>
              <a:t>kathara lab</a:t>
            </a:r>
          </a:p>
        </p:txBody>
      </p:sp>
      <p:sp>
        <p:nvSpPr>
          <p:cNvPr id="5123" name="Rectangle 61">
            <a:extLst>
              <a:ext uri="{FF2B5EF4-FFF2-40B4-BE49-F238E27FC236}">
                <a16:creationId xmlns:a16="http://schemas.microsoft.com/office/drawing/2014/main" id="{7269C1AF-3115-5BC8-A826-7DD11551941F}"/>
              </a:ext>
            </a:extLst>
          </p:cNvPr>
          <p:cNvSpPr>
            <a:spLocks noGrp="1" noChangeArrowheads="1"/>
          </p:cNvSpPr>
          <p:nvPr>
            <p:ph type="subTitle" idx="1"/>
          </p:nvPr>
        </p:nvSpPr>
        <p:spPr/>
        <p:txBody>
          <a:bodyPr/>
          <a:lstStyle/>
          <a:p>
            <a:pPr eaLnBrk="1" hangingPunct="1"/>
            <a:r>
              <a:rPr lang="en-US" noProof="0" dirty="0"/>
              <a:t>Subnetting IPv4</a:t>
            </a:r>
          </a:p>
        </p:txBody>
      </p:sp>
      <p:graphicFrame>
        <p:nvGraphicFramePr>
          <p:cNvPr id="124990" name="Group 62">
            <a:extLst>
              <a:ext uri="{FF2B5EF4-FFF2-40B4-BE49-F238E27FC236}">
                <a16:creationId xmlns:a16="http://schemas.microsoft.com/office/drawing/2014/main" id="{B29E1B27-9968-C664-167E-267F5CE28173}"/>
              </a:ext>
            </a:extLst>
          </p:cNvPr>
          <p:cNvGraphicFramePr>
            <a:graphicFrameLocks noGrp="1"/>
          </p:cNvGraphicFramePr>
          <p:nvPr>
            <p:extLst>
              <p:ext uri="{D42A27DB-BD31-4B8C-83A1-F6EECF244321}">
                <p14:modId xmlns:p14="http://schemas.microsoft.com/office/powerpoint/2010/main" val="1042102066"/>
              </p:ext>
            </p:extLst>
          </p:nvPr>
        </p:nvGraphicFramePr>
        <p:xfrm>
          <a:off x="2650331" y="3833614"/>
          <a:ext cx="6891338" cy="2294963"/>
        </p:xfrm>
        <a:graphic>
          <a:graphicData uri="http://schemas.openxmlformats.org/drawingml/2006/table">
            <a:tbl>
              <a:tblPr/>
              <a:tblGrid>
                <a:gridCol w="2024063">
                  <a:extLst>
                    <a:ext uri="{9D8B030D-6E8A-4147-A177-3AD203B41FA5}">
                      <a16:colId xmlns:a16="http://schemas.microsoft.com/office/drawing/2014/main" val="20000"/>
                    </a:ext>
                  </a:extLst>
                </a:gridCol>
                <a:gridCol w="4867275">
                  <a:extLst>
                    <a:ext uri="{9D8B030D-6E8A-4147-A177-3AD203B41FA5}">
                      <a16:colId xmlns:a16="http://schemas.microsoft.com/office/drawing/2014/main" val="20001"/>
                    </a:ext>
                  </a:extLst>
                </a:gridCol>
              </a:tblGrid>
              <a:tr h="161354">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1" i="0" u="none" strike="noStrike" cap="none" normalizeH="0" baseline="0" noProof="0" dirty="0">
                          <a:ln>
                            <a:noFill/>
                          </a:ln>
                          <a:solidFill>
                            <a:schemeClr val="tx1"/>
                          </a:solidFill>
                          <a:effectLst/>
                          <a:latin typeface="Tahoma" panose="020B0604030504040204" pitchFamily="34" charset="0"/>
                        </a:rPr>
                        <a:t>Version</a:t>
                      </a:r>
                    </a:p>
                  </a:txBody>
                  <a:tcPr marL="90000" marR="90000"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0" i="0" u="none" strike="noStrike" cap="none" normalizeH="0" baseline="0" noProof="0" dirty="0">
                          <a:ln>
                            <a:noFill/>
                          </a:ln>
                          <a:solidFill>
                            <a:schemeClr val="tx1"/>
                          </a:solidFill>
                          <a:effectLst/>
                          <a:latin typeface="Tahoma" panose="020B0604030504040204" pitchFamily="34" charset="0"/>
                        </a:rPr>
                        <a:t>2</a:t>
                      </a:r>
                      <a:r>
                        <a:rPr kumimoji="0" lang="en-US" sz="1600" b="0" i="0" u="none" strike="noStrike" cap="none" normalizeH="0" baseline="0" noProof="0">
                          <a:ln>
                            <a:noFill/>
                          </a:ln>
                          <a:solidFill>
                            <a:schemeClr val="tx1"/>
                          </a:solidFill>
                          <a:effectLst/>
                          <a:latin typeface="Tahoma" panose="020B0604030504040204" pitchFamily="34" charset="0"/>
                        </a:rPr>
                        <a:t>.0</a:t>
                      </a:r>
                      <a:endParaRPr kumimoji="0" lang="en-US" sz="1600" b="0" i="0" u="none" strike="noStrike" cap="none" normalizeH="0" baseline="0" noProof="0" dirty="0">
                        <a:ln>
                          <a:noFill/>
                        </a:ln>
                        <a:solidFill>
                          <a:schemeClr val="tx1"/>
                        </a:solidFill>
                        <a:effectLst/>
                        <a:latin typeface="Tahoma" panose="020B0604030504040204" pitchFamily="34" charset="0"/>
                      </a:endParaRPr>
                    </a:p>
                  </a:txBody>
                  <a:tcPr marL="90000" marR="90000"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8721">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1" i="0" u="none" strike="noStrike" cap="none" normalizeH="0" baseline="0" noProof="0" dirty="0">
                          <a:ln>
                            <a:noFill/>
                          </a:ln>
                          <a:solidFill>
                            <a:schemeClr val="tx1"/>
                          </a:solidFill>
                          <a:effectLst/>
                          <a:latin typeface="Tahoma" panose="020B0604030504040204" pitchFamily="34" charset="0"/>
                        </a:rPr>
                        <a:t>Author(s)</a:t>
                      </a:r>
                    </a:p>
                  </a:txBody>
                  <a:tcPr marL="90000" marR="90000"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0" i="0" u="none" strike="noStrike" cap="none" normalizeH="0" baseline="0" noProof="0" dirty="0">
                          <a:ln>
                            <a:noFill/>
                          </a:ln>
                          <a:solidFill>
                            <a:schemeClr val="tx1"/>
                          </a:solidFill>
                          <a:effectLst/>
                          <a:latin typeface="Tahoma" panose="020B0604030504040204" pitchFamily="34" charset="0"/>
                        </a:rPr>
                        <a:t>T. Caiazzi, G. Di Battista</a:t>
                      </a:r>
                    </a:p>
                  </a:txBody>
                  <a:tcPr marL="90000" marR="90000"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1188">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1" i="0" u="none" strike="noStrike" cap="none" normalizeH="0" baseline="0" noProof="0" dirty="0">
                          <a:ln>
                            <a:noFill/>
                          </a:ln>
                          <a:solidFill>
                            <a:schemeClr val="tx1"/>
                          </a:solidFill>
                          <a:effectLst/>
                          <a:latin typeface="Tahoma" panose="020B0604030504040204" pitchFamily="34" charset="0"/>
                        </a:rPr>
                        <a:t>E-mail</a:t>
                      </a:r>
                    </a:p>
                  </a:txBody>
                  <a:tcPr marL="90000" marR="90000"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0" i="0" u="none" strike="noStrike" cap="none" normalizeH="0" baseline="0" noProof="0" dirty="0">
                          <a:ln>
                            <a:noFill/>
                          </a:ln>
                          <a:solidFill>
                            <a:schemeClr val="tx1"/>
                          </a:solidFill>
                          <a:effectLst/>
                          <a:latin typeface="Tahoma" panose="020B0604030504040204" pitchFamily="34" charset="0"/>
                        </a:rPr>
                        <a:t>contact@kathara.org</a:t>
                      </a:r>
                    </a:p>
                  </a:txBody>
                  <a:tcPr marL="90000" marR="90000"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1188">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1" i="0" u="none" strike="noStrike" cap="none" normalizeH="0" baseline="0" noProof="0" dirty="0">
                          <a:ln>
                            <a:noFill/>
                          </a:ln>
                          <a:solidFill>
                            <a:schemeClr val="tx1"/>
                          </a:solidFill>
                          <a:effectLst/>
                          <a:latin typeface="Tahoma" panose="020B0604030504040204" pitchFamily="34" charset="0"/>
                        </a:rPr>
                        <a:t>Web</a:t>
                      </a:r>
                    </a:p>
                  </a:txBody>
                  <a:tcPr marL="90000" marR="90000"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0" i="0" u="none" strike="noStrike" cap="none" normalizeH="0" baseline="0" noProof="0" dirty="0">
                          <a:ln>
                            <a:noFill/>
                          </a:ln>
                          <a:solidFill>
                            <a:schemeClr val="tx1"/>
                          </a:solidFill>
                          <a:effectLst/>
                          <a:latin typeface="Tahoma" panose="020B0604030504040204" pitchFamily="34" charset="0"/>
                        </a:rPr>
                        <a:t>http://www.kathara.org/</a:t>
                      </a:r>
                    </a:p>
                  </a:txBody>
                  <a:tcPr marL="90000" marR="90000"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36488">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1" i="0" u="none" strike="noStrike" cap="none" normalizeH="0" baseline="0" noProof="0" dirty="0">
                          <a:ln>
                            <a:noFill/>
                          </a:ln>
                          <a:solidFill>
                            <a:schemeClr val="tx1"/>
                          </a:solidFill>
                          <a:effectLst/>
                          <a:latin typeface="Tahoma" panose="020B0604030504040204" pitchFamily="34" charset="0"/>
                        </a:rPr>
                        <a:t>Description</a:t>
                      </a:r>
                    </a:p>
                  </a:txBody>
                  <a:tcPr marL="90000" marR="90000"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0" i="0" u="none" strike="noStrike" cap="none" normalizeH="0" baseline="0" noProof="0" dirty="0">
                          <a:ln>
                            <a:noFill/>
                          </a:ln>
                          <a:solidFill>
                            <a:schemeClr val="tx1"/>
                          </a:solidFill>
                          <a:effectLst/>
                          <a:latin typeface="Tahoma" panose="020B0604030504040204" pitchFamily="34" charset="0"/>
                        </a:rPr>
                        <a:t>Exercises on IPv4 subnetting</a:t>
                      </a:r>
                    </a:p>
                  </a:txBody>
                  <a:tcPr marL="90000" marR="90000"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BB2C9207-C19E-A6C3-ACEF-536A5819D67B}"/>
              </a:ext>
            </a:extLst>
          </p:cNvPr>
          <p:cNvSpPr>
            <a:spLocks noGrp="1" noChangeArrowheads="1"/>
          </p:cNvSpPr>
          <p:nvPr>
            <p:ph type="title"/>
          </p:nvPr>
        </p:nvSpPr>
        <p:spPr/>
        <p:txBody>
          <a:bodyPr/>
          <a:lstStyle/>
          <a:p>
            <a:pPr eaLnBrk="1" hangingPunct="1"/>
            <a:r>
              <a:rPr lang="en-US" noProof="0" dirty="0"/>
              <a:t>copyright notice</a:t>
            </a:r>
          </a:p>
        </p:txBody>
      </p:sp>
      <p:sp>
        <p:nvSpPr>
          <p:cNvPr id="6149" name="Rectangle 3">
            <a:extLst>
              <a:ext uri="{FF2B5EF4-FFF2-40B4-BE49-F238E27FC236}">
                <a16:creationId xmlns:a16="http://schemas.microsoft.com/office/drawing/2014/main" id="{497B66A6-D1AF-2196-495D-D786D522847C}"/>
              </a:ext>
            </a:extLst>
          </p:cNvPr>
          <p:cNvSpPr>
            <a:spLocks noGrp="1" noChangeArrowheads="1"/>
          </p:cNvSpPr>
          <p:nvPr>
            <p:ph idx="1"/>
          </p:nvPr>
        </p:nvSpPr>
        <p:spPr/>
        <p:txBody>
          <a:bodyPr/>
          <a:lstStyle/>
          <a:p>
            <a:pPr eaLnBrk="1" hangingPunct="1">
              <a:lnSpc>
                <a:spcPct val="80000"/>
              </a:lnSpc>
            </a:pPr>
            <a:r>
              <a:rPr lang="en-US" sz="1800" noProof="0" dirty="0"/>
              <a:t>All the pages/slides in this presentation, including but not limited to, images, photos, animations, videos, sounds, music, and text (hereby referred to as “material”) are protected by copyright.</a:t>
            </a:r>
          </a:p>
          <a:p>
            <a:pPr eaLnBrk="1" hangingPunct="1">
              <a:lnSpc>
                <a:spcPct val="80000"/>
              </a:lnSpc>
            </a:pPr>
            <a:r>
              <a:rPr lang="en-US" sz="1800" noProof="0" dirty="0"/>
              <a:t>This material, with the exception of some multimedia elements licensed by other organizations, is property of the authors and/or organizations appearing in the first slide.</a:t>
            </a:r>
          </a:p>
          <a:p>
            <a:pPr eaLnBrk="1" hangingPunct="1">
              <a:lnSpc>
                <a:spcPct val="80000"/>
              </a:lnSpc>
            </a:pPr>
            <a:r>
              <a:rPr lang="en-US" sz="1800" noProof="0" dirty="0"/>
              <a:t>This material, or its parts, can be reproduced and used for didactical purposes within universities and schools, provided that this happens for non-profit purposes.</a:t>
            </a:r>
          </a:p>
          <a:p>
            <a:pPr eaLnBrk="1" hangingPunct="1">
              <a:lnSpc>
                <a:spcPct val="80000"/>
              </a:lnSpc>
            </a:pPr>
            <a:r>
              <a:rPr lang="en-US" sz="1800" noProof="0" dirty="0"/>
              <a:t>Information contained in this material cannot be used within network design projects or other products of any kind.</a:t>
            </a:r>
          </a:p>
          <a:p>
            <a:pPr eaLnBrk="1" hangingPunct="1">
              <a:lnSpc>
                <a:spcPct val="80000"/>
              </a:lnSpc>
            </a:pPr>
            <a:r>
              <a:rPr lang="en-US" sz="1800" noProof="0" dirty="0"/>
              <a:t>Any other use is prohibited, unless explicitly authorized by the authors on the basis of an explicit agreement.</a:t>
            </a:r>
          </a:p>
          <a:p>
            <a:pPr eaLnBrk="1" hangingPunct="1">
              <a:lnSpc>
                <a:spcPct val="80000"/>
              </a:lnSpc>
            </a:pPr>
            <a:r>
              <a:rPr lang="en-US" sz="1800" noProof="0" dirty="0"/>
              <a:t>The authors assume no responsibility about this material and provide this material “as is”, with no implicit or explicit warranty about the correctness and completeness of its contents, which may be subject to changes.</a:t>
            </a:r>
          </a:p>
          <a:p>
            <a:pPr eaLnBrk="1" hangingPunct="1">
              <a:lnSpc>
                <a:spcPct val="80000"/>
              </a:lnSpc>
            </a:pPr>
            <a:r>
              <a:rPr lang="en-US" sz="1800" noProof="0" dirty="0"/>
              <a:t>This copyright notice must always be redistributed together with the material, or its portions.</a:t>
            </a:r>
          </a:p>
        </p:txBody>
      </p:sp>
      <p:sp>
        <p:nvSpPr>
          <p:cNvPr id="4" name="Segnaposto data 3">
            <a:extLst>
              <a:ext uri="{FF2B5EF4-FFF2-40B4-BE49-F238E27FC236}">
                <a16:creationId xmlns:a16="http://schemas.microsoft.com/office/drawing/2014/main" id="{22EB0DE9-B9FF-F794-0C57-CD532E92170F}"/>
              </a:ext>
            </a:extLst>
          </p:cNvPr>
          <p:cNvSpPr>
            <a:spLocks noGrp="1"/>
          </p:cNvSpPr>
          <p:nvPr>
            <p:ph type="dt" sz="half" idx="10"/>
          </p:nvPr>
        </p:nvSpPr>
        <p:spPr/>
        <p:txBody>
          <a:bodyPr/>
          <a:lstStyle/>
          <a:p>
            <a:pPr>
              <a:defRPr/>
            </a:pPr>
            <a:r>
              <a:rPr lang="en-US" noProof="0" dirty="0"/>
              <a:t>last update: Nov 2025</a:t>
            </a:r>
          </a:p>
        </p:txBody>
      </p:sp>
      <p:sp>
        <p:nvSpPr>
          <p:cNvPr id="5" name="Segnaposto piè di pagina 4">
            <a:extLst>
              <a:ext uri="{FF2B5EF4-FFF2-40B4-BE49-F238E27FC236}">
                <a16:creationId xmlns:a16="http://schemas.microsoft.com/office/drawing/2014/main" id="{317BB90C-4606-D484-6FB1-00FD5806DE9D}"/>
              </a:ext>
            </a:extLst>
          </p:cNvPr>
          <p:cNvSpPr>
            <a:spLocks noGrp="1"/>
          </p:cNvSpPr>
          <p:nvPr>
            <p:ph type="ftr" sz="quarter" idx="11"/>
          </p:nvPr>
        </p:nvSpPr>
        <p:spPr/>
        <p:txBody>
          <a:bodyPr/>
          <a:lstStyle/>
          <a:p>
            <a:pPr>
              <a:defRPr/>
            </a:pPr>
            <a:r>
              <a:rPr lang="en-US" noProof="0" dirty="0"/>
              <a:t>kathara – [ lab: basic-ipv4 ]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732B94D-FEBF-7B3F-1839-AC5D07EA1E77}"/>
              </a:ext>
            </a:extLst>
          </p:cNvPr>
          <p:cNvSpPr>
            <a:spLocks noGrp="1"/>
          </p:cNvSpPr>
          <p:nvPr>
            <p:ph type="title"/>
          </p:nvPr>
        </p:nvSpPr>
        <p:spPr/>
        <p:txBody>
          <a:bodyPr/>
          <a:lstStyle/>
          <a:p>
            <a:r>
              <a:rPr lang="en-US" dirty="0"/>
              <a:t>lab-1-lan: analyze the scenario</a:t>
            </a:r>
          </a:p>
        </p:txBody>
      </p:sp>
      <p:sp>
        <p:nvSpPr>
          <p:cNvPr id="4" name="Segnaposto data 3">
            <a:extLst>
              <a:ext uri="{FF2B5EF4-FFF2-40B4-BE49-F238E27FC236}">
                <a16:creationId xmlns:a16="http://schemas.microsoft.com/office/drawing/2014/main" id="{C819E2C2-038F-B924-23BF-07BA41ADC5F5}"/>
              </a:ext>
            </a:extLst>
          </p:cNvPr>
          <p:cNvSpPr>
            <a:spLocks noGrp="1"/>
          </p:cNvSpPr>
          <p:nvPr>
            <p:ph type="dt" sz="half" idx="10"/>
          </p:nvPr>
        </p:nvSpPr>
        <p:spPr/>
        <p:txBody>
          <a:bodyPr/>
          <a:lstStyle/>
          <a:p>
            <a:pPr>
              <a:defRPr/>
            </a:pPr>
            <a:r>
              <a:rPr lang="en-US" altLang="it-IT"/>
              <a:t>last update: Nov 2025</a:t>
            </a:r>
            <a:endParaRPr lang="it-IT" altLang="it-IT"/>
          </a:p>
        </p:txBody>
      </p:sp>
      <p:sp>
        <p:nvSpPr>
          <p:cNvPr id="5" name="Segnaposto piè di pagina 4">
            <a:extLst>
              <a:ext uri="{FF2B5EF4-FFF2-40B4-BE49-F238E27FC236}">
                <a16:creationId xmlns:a16="http://schemas.microsoft.com/office/drawing/2014/main" id="{75B99533-DA20-6543-2C6B-09F80567E4DF}"/>
              </a:ext>
            </a:extLst>
          </p:cNvPr>
          <p:cNvSpPr>
            <a:spLocks noGrp="1"/>
          </p:cNvSpPr>
          <p:nvPr>
            <p:ph type="ftr" sz="quarter" idx="11"/>
          </p:nvPr>
        </p:nvSpPr>
        <p:spPr/>
        <p:txBody>
          <a:bodyPr/>
          <a:lstStyle/>
          <a:p>
            <a:pPr>
              <a:defRPr/>
            </a:pPr>
            <a:r>
              <a:rPr lang="it-IT" altLang="it-IT"/>
              <a:t>kathara – [ lab: basic-ipv4 ]</a:t>
            </a:r>
            <a:endParaRPr lang="it-IT" altLang="it-IT" dirty="0"/>
          </a:p>
        </p:txBody>
      </p:sp>
      <p:grpSp>
        <p:nvGrpSpPr>
          <p:cNvPr id="88" name="Gruppo 87">
            <a:extLst>
              <a:ext uri="{FF2B5EF4-FFF2-40B4-BE49-F238E27FC236}">
                <a16:creationId xmlns:a16="http://schemas.microsoft.com/office/drawing/2014/main" id="{ED87327A-3E9F-5210-96B1-ED813D2960F8}"/>
              </a:ext>
            </a:extLst>
          </p:cNvPr>
          <p:cNvGrpSpPr/>
          <p:nvPr/>
        </p:nvGrpSpPr>
        <p:grpSpPr>
          <a:xfrm>
            <a:off x="2160494" y="2744694"/>
            <a:ext cx="7620000" cy="1905000"/>
            <a:chOff x="2160494" y="2744694"/>
            <a:chExt cx="7620000" cy="1905000"/>
          </a:xfrm>
        </p:grpSpPr>
        <p:grpSp>
          <p:nvGrpSpPr>
            <p:cNvPr id="87" name="Gruppo 86">
              <a:extLst>
                <a:ext uri="{FF2B5EF4-FFF2-40B4-BE49-F238E27FC236}">
                  <a16:creationId xmlns:a16="http://schemas.microsoft.com/office/drawing/2014/main" id="{7E054B19-59B2-0200-AA6F-E846D980D926}"/>
                </a:ext>
              </a:extLst>
            </p:cNvPr>
            <p:cNvGrpSpPr/>
            <p:nvPr/>
          </p:nvGrpSpPr>
          <p:grpSpPr>
            <a:xfrm>
              <a:off x="2160494" y="2744694"/>
              <a:ext cx="7620000" cy="1905000"/>
              <a:chOff x="2160494" y="1592169"/>
              <a:chExt cx="7620000" cy="1905000"/>
            </a:xfrm>
          </p:grpSpPr>
          <p:grpSp>
            <p:nvGrpSpPr>
              <p:cNvPr id="6" name="Group 126">
                <a:extLst>
                  <a:ext uri="{FF2B5EF4-FFF2-40B4-BE49-F238E27FC236}">
                    <a16:creationId xmlns:a16="http://schemas.microsoft.com/office/drawing/2014/main" id="{CFACC7BD-732E-E0F2-AA06-D2E7A23D8E2A}"/>
                  </a:ext>
                </a:extLst>
              </p:cNvPr>
              <p:cNvGrpSpPr>
                <a:grpSpLocks/>
              </p:cNvGrpSpPr>
              <p:nvPr/>
            </p:nvGrpSpPr>
            <p:grpSpPr bwMode="auto">
              <a:xfrm>
                <a:off x="2160494" y="1592169"/>
                <a:ext cx="7620000" cy="1905000"/>
                <a:chOff x="336" y="2820"/>
                <a:chExt cx="4800" cy="1200"/>
              </a:xfrm>
            </p:grpSpPr>
            <p:sp>
              <p:nvSpPr>
                <p:cNvPr id="7" name="Line 38">
                  <a:extLst>
                    <a:ext uri="{FF2B5EF4-FFF2-40B4-BE49-F238E27FC236}">
                      <a16:creationId xmlns:a16="http://schemas.microsoft.com/office/drawing/2014/main" id="{2635C83D-E8FD-46A7-52D0-19E08AB21540}"/>
                    </a:ext>
                  </a:extLst>
                </p:cNvPr>
                <p:cNvSpPr>
                  <a:spLocks noChangeShapeType="1"/>
                </p:cNvSpPr>
                <p:nvPr/>
              </p:nvSpPr>
              <p:spPr bwMode="auto">
                <a:xfrm flipH="1">
                  <a:off x="336" y="3183"/>
                  <a:ext cx="6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39">
                  <a:extLst>
                    <a:ext uri="{FF2B5EF4-FFF2-40B4-BE49-F238E27FC236}">
                      <a16:creationId xmlns:a16="http://schemas.microsoft.com/office/drawing/2014/main" id="{E108A348-1AA5-300A-DAFC-D6BA861D52F3}"/>
                    </a:ext>
                  </a:extLst>
                </p:cNvPr>
                <p:cNvSpPr>
                  <a:spLocks noChangeShapeType="1"/>
                </p:cNvSpPr>
                <p:nvPr/>
              </p:nvSpPr>
              <p:spPr bwMode="auto">
                <a:xfrm flipH="1">
                  <a:off x="1296" y="3166"/>
                  <a:ext cx="177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40">
                  <a:extLst>
                    <a:ext uri="{FF2B5EF4-FFF2-40B4-BE49-F238E27FC236}">
                      <a16:creationId xmlns:a16="http://schemas.microsoft.com/office/drawing/2014/main" id="{A57A9C01-7652-EC4B-242E-9FE5497A4AF0}"/>
                    </a:ext>
                  </a:extLst>
                </p:cNvPr>
                <p:cNvSpPr>
                  <a:spLocks noChangeShapeType="1"/>
                </p:cNvSpPr>
                <p:nvPr/>
              </p:nvSpPr>
              <p:spPr bwMode="auto">
                <a:xfrm flipH="1">
                  <a:off x="3840" y="3300"/>
                  <a:ext cx="1"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 name="Picture 41">
                  <a:extLst>
                    <a:ext uri="{FF2B5EF4-FFF2-40B4-BE49-F238E27FC236}">
                      <a16:creationId xmlns:a16="http://schemas.microsoft.com/office/drawing/2014/main" id="{B3AFF151-5B36-9219-5820-B9CC5D9FDC8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1" y="2820"/>
                  <a:ext cx="57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Line 42">
                  <a:extLst>
                    <a:ext uri="{FF2B5EF4-FFF2-40B4-BE49-F238E27FC236}">
                      <a16:creationId xmlns:a16="http://schemas.microsoft.com/office/drawing/2014/main" id="{24A040A3-2871-BED3-125C-99D6F65811B8}"/>
                    </a:ext>
                  </a:extLst>
                </p:cNvPr>
                <p:cNvSpPr>
                  <a:spLocks noChangeShapeType="1"/>
                </p:cNvSpPr>
                <p:nvPr/>
              </p:nvSpPr>
              <p:spPr bwMode="auto">
                <a:xfrm flipH="1">
                  <a:off x="4464" y="3300"/>
                  <a:ext cx="2"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2" name="Picture 43">
                  <a:extLst>
                    <a:ext uri="{FF2B5EF4-FFF2-40B4-BE49-F238E27FC236}">
                      <a16:creationId xmlns:a16="http://schemas.microsoft.com/office/drawing/2014/main" id="{F63A1F46-43D0-9126-FD70-CF01076DDF8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6" y="2820"/>
                  <a:ext cx="57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Line 44">
                  <a:extLst>
                    <a:ext uri="{FF2B5EF4-FFF2-40B4-BE49-F238E27FC236}">
                      <a16:creationId xmlns:a16="http://schemas.microsoft.com/office/drawing/2014/main" id="{F8CF94FB-06CD-22C4-125A-598C9F826434}"/>
                    </a:ext>
                  </a:extLst>
                </p:cNvPr>
                <p:cNvSpPr>
                  <a:spLocks noChangeShapeType="1"/>
                </p:cNvSpPr>
                <p:nvPr/>
              </p:nvSpPr>
              <p:spPr bwMode="auto">
                <a:xfrm flipH="1">
                  <a:off x="3025" y="3348"/>
                  <a:ext cx="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4" name="Group 45">
                  <a:extLst>
                    <a:ext uri="{FF2B5EF4-FFF2-40B4-BE49-F238E27FC236}">
                      <a16:creationId xmlns:a16="http://schemas.microsoft.com/office/drawing/2014/main" id="{4D540AC7-1332-BC85-AE52-A704CC36BB90}"/>
                    </a:ext>
                  </a:extLst>
                </p:cNvPr>
                <p:cNvGrpSpPr>
                  <a:grpSpLocks/>
                </p:cNvGrpSpPr>
                <p:nvPr/>
              </p:nvGrpSpPr>
              <p:grpSpPr bwMode="auto">
                <a:xfrm>
                  <a:off x="2691" y="2974"/>
                  <a:ext cx="624" cy="384"/>
                  <a:chOff x="3792" y="3408"/>
                  <a:chExt cx="960" cy="528"/>
                </a:xfrm>
              </p:grpSpPr>
              <p:sp>
                <p:nvSpPr>
                  <p:cNvPr id="57" name="AutoShape 46">
                    <a:extLst>
                      <a:ext uri="{FF2B5EF4-FFF2-40B4-BE49-F238E27FC236}">
                        <a16:creationId xmlns:a16="http://schemas.microsoft.com/office/drawing/2014/main" id="{84BFDE41-AAC2-D732-09CF-C7B95674AFEB}"/>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a:p>
                </p:txBody>
              </p:sp>
              <p:grpSp>
                <p:nvGrpSpPr>
                  <p:cNvPr id="58" name="Group 47">
                    <a:extLst>
                      <a:ext uri="{FF2B5EF4-FFF2-40B4-BE49-F238E27FC236}">
                        <a16:creationId xmlns:a16="http://schemas.microsoft.com/office/drawing/2014/main" id="{74C20BAB-EE51-6873-5F2F-3ECE9F3226DF}"/>
                      </a:ext>
                    </a:extLst>
                  </p:cNvPr>
                  <p:cNvGrpSpPr>
                    <a:grpSpLocks noChangeAspect="1"/>
                  </p:cNvGrpSpPr>
                  <p:nvPr/>
                </p:nvGrpSpPr>
                <p:grpSpPr bwMode="auto">
                  <a:xfrm>
                    <a:off x="3968" y="3441"/>
                    <a:ext cx="599" cy="207"/>
                    <a:chOff x="422" y="1632"/>
                    <a:chExt cx="829" cy="298"/>
                  </a:xfrm>
                </p:grpSpPr>
                <p:grpSp>
                  <p:nvGrpSpPr>
                    <p:cNvPr id="60" name="Group 48">
                      <a:extLst>
                        <a:ext uri="{FF2B5EF4-FFF2-40B4-BE49-F238E27FC236}">
                          <a16:creationId xmlns:a16="http://schemas.microsoft.com/office/drawing/2014/main" id="{73CD5EB8-8B49-1A70-730B-102C7DE981CB}"/>
                        </a:ext>
                      </a:extLst>
                    </p:cNvPr>
                    <p:cNvGrpSpPr>
                      <a:grpSpLocks noChangeAspect="1"/>
                    </p:cNvGrpSpPr>
                    <p:nvPr/>
                  </p:nvGrpSpPr>
                  <p:grpSpPr bwMode="auto">
                    <a:xfrm>
                      <a:off x="422" y="1632"/>
                      <a:ext cx="822" cy="291"/>
                      <a:chOff x="422" y="1632"/>
                      <a:chExt cx="822" cy="291"/>
                    </a:xfrm>
                  </p:grpSpPr>
                  <p:sp>
                    <p:nvSpPr>
                      <p:cNvPr id="70" name="Freeform 49">
                        <a:extLst>
                          <a:ext uri="{FF2B5EF4-FFF2-40B4-BE49-F238E27FC236}">
                            <a16:creationId xmlns:a16="http://schemas.microsoft.com/office/drawing/2014/main" id="{5E295BAC-7429-C975-DF69-C70D21894B99}"/>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 name="Freeform 50">
                        <a:extLst>
                          <a:ext uri="{FF2B5EF4-FFF2-40B4-BE49-F238E27FC236}">
                            <a16:creationId xmlns:a16="http://schemas.microsoft.com/office/drawing/2014/main" id="{54F9A8BF-5426-CE77-9BDE-7B389FBFE095}"/>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51">
                        <a:extLst>
                          <a:ext uri="{FF2B5EF4-FFF2-40B4-BE49-F238E27FC236}">
                            <a16:creationId xmlns:a16="http://schemas.microsoft.com/office/drawing/2014/main" id="{60A164E1-7A56-E8FA-FDC3-D28D4D9B03ED}"/>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 name="Freeform 52">
                        <a:extLst>
                          <a:ext uri="{FF2B5EF4-FFF2-40B4-BE49-F238E27FC236}">
                            <a16:creationId xmlns:a16="http://schemas.microsoft.com/office/drawing/2014/main" id="{1864826A-9E53-A937-2337-250FF65ADACB}"/>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53">
                        <a:extLst>
                          <a:ext uri="{FF2B5EF4-FFF2-40B4-BE49-F238E27FC236}">
                            <a16:creationId xmlns:a16="http://schemas.microsoft.com/office/drawing/2014/main" id="{211C1A1D-1F6D-E3F2-41E5-27A8B4079D36}"/>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 name="Freeform 54">
                        <a:extLst>
                          <a:ext uri="{FF2B5EF4-FFF2-40B4-BE49-F238E27FC236}">
                            <a16:creationId xmlns:a16="http://schemas.microsoft.com/office/drawing/2014/main" id="{68275EED-7615-D424-B42A-6094B4C2BAE5}"/>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6" name="Freeform 55">
                        <a:extLst>
                          <a:ext uri="{FF2B5EF4-FFF2-40B4-BE49-F238E27FC236}">
                            <a16:creationId xmlns:a16="http://schemas.microsoft.com/office/drawing/2014/main" id="{48C1AA2F-7D7D-6DD0-298A-C659FF8DB87D}"/>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 name="Freeform 56">
                        <a:extLst>
                          <a:ext uri="{FF2B5EF4-FFF2-40B4-BE49-F238E27FC236}">
                            <a16:creationId xmlns:a16="http://schemas.microsoft.com/office/drawing/2014/main" id="{96887EEF-0D6A-69B8-BA0E-1B1DEDFDDB52}"/>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1" name="Group 57">
                      <a:extLst>
                        <a:ext uri="{FF2B5EF4-FFF2-40B4-BE49-F238E27FC236}">
                          <a16:creationId xmlns:a16="http://schemas.microsoft.com/office/drawing/2014/main" id="{4DC2F6A6-9BBE-1AD6-C96D-54D2A39DA886}"/>
                        </a:ext>
                      </a:extLst>
                    </p:cNvPr>
                    <p:cNvGrpSpPr>
                      <a:grpSpLocks noChangeAspect="1"/>
                    </p:cNvGrpSpPr>
                    <p:nvPr/>
                  </p:nvGrpSpPr>
                  <p:grpSpPr bwMode="auto">
                    <a:xfrm>
                      <a:off x="429" y="1639"/>
                      <a:ext cx="822" cy="291"/>
                      <a:chOff x="429" y="1639"/>
                      <a:chExt cx="822" cy="291"/>
                    </a:xfrm>
                  </p:grpSpPr>
                  <p:sp>
                    <p:nvSpPr>
                      <p:cNvPr id="62" name="Freeform 58">
                        <a:extLst>
                          <a:ext uri="{FF2B5EF4-FFF2-40B4-BE49-F238E27FC236}">
                            <a16:creationId xmlns:a16="http://schemas.microsoft.com/office/drawing/2014/main" id="{E6DCEDF5-4EA3-9A01-00E2-B9ED6541C70C}"/>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Freeform 59">
                        <a:extLst>
                          <a:ext uri="{FF2B5EF4-FFF2-40B4-BE49-F238E27FC236}">
                            <a16:creationId xmlns:a16="http://schemas.microsoft.com/office/drawing/2014/main" id="{63AF0476-700A-8C3F-FF10-D415F74C5AAE}"/>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 name="Freeform 60">
                        <a:extLst>
                          <a:ext uri="{FF2B5EF4-FFF2-40B4-BE49-F238E27FC236}">
                            <a16:creationId xmlns:a16="http://schemas.microsoft.com/office/drawing/2014/main" id="{E4D42D08-77A0-DE09-522C-18D931953B5D}"/>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 name="Freeform 61">
                        <a:extLst>
                          <a:ext uri="{FF2B5EF4-FFF2-40B4-BE49-F238E27FC236}">
                            <a16:creationId xmlns:a16="http://schemas.microsoft.com/office/drawing/2014/main" id="{E069B2AC-D1B2-8C7C-2360-354B36EEA111}"/>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 name="Freeform 62">
                        <a:extLst>
                          <a:ext uri="{FF2B5EF4-FFF2-40B4-BE49-F238E27FC236}">
                            <a16:creationId xmlns:a16="http://schemas.microsoft.com/office/drawing/2014/main" id="{6FF9D78D-444A-BFA5-2C5B-A26B1B0DFFFE}"/>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 name="Freeform 63">
                        <a:extLst>
                          <a:ext uri="{FF2B5EF4-FFF2-40B4-BE49-F238E27FC236}">
                            <a16:creationId xmlns:a16="http://schemas.microsoft.com/office/drawing/2014/main" id="{81E0D010-1574-0464-7697-B4609F8A8CB9}"/>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 name="Freeform 64">
                        <a:extLst>
                          <a:ext uri="{FF2B5EF4-FFF2-40B4-BE49-F238E27FC236}">
                            <a16:creationId xmlns:a16="http://schemas.microsoft.com/office/drawing/2014/main" id="{0AA29D8E-CF7F-D9FC-C401-5982AFE6EC27}"/>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 name="Freeform 65">
                        <a:extLst>
                          <a:ext uri="{FF2B5EF4-FFF2-40B4-BE49-F238E27FC236}">
                            <a16:creationId xmlns:a16="http://schemas.microsoft.com/office/drawing/2014/main" id="{9509DAD8-ADBB-E6C0-C799-36DC056316B7}"/>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59" name="WordArt 66">
                    <a:extLst>
                      <a:ext uri="{FF2B5EF4-FFF2-40B4-BE49-F238E27FC236}">
                        <a16:creationId xmlns:a16="http://schemas.microsoft.com/office/drawing/2014/main" id="{C42006FE-AB8E-F3A6-0EC0-C4EC1A7E6ACD}"/>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1</a:t>
                    </a:r>
                  </a:p>
                </p:txBody>
              </p:sp>
            </p:grpSp>
            <p:sp>
              <p:nvSpPr>
                <p:cNvPr id="15" name="Text Box 67">
                  <a:extLst>
                    <a:ext uri="{FF2B5EF4-FFF2-40B4-BE49-F238E27FC236}">
                      <a16:creationId xmlns:a16="http://schemas.microsoft.com/office/drawing/2014/main" id="{98FD117C-7E3E-25FD-00AF-D6B428CDF9ED}"/>
                    </a:ext>
                  </a:extLst>
                </p:cNvPr>
                <p:cNvSpPr txBox="1">
                  <a:spLocks noChangeArrowheads="1"/>
                </p:cNvSpPr>
                <p:nvPr/>
              </p:nvSpPr>
              <p:spPr bwMode="auto">
                <a:xfrm>
                  <a:off x="3313" y="3770"/>
                  <a:ext cx="1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a:t>200.100.50.0/24</a:t>
                  </a:r>
                </a:p>
              </p:txBody>
            </p:sp>
            <p:grpSp>
              <p:nvGrpSpPr>
                <p:cNvPr id="16" name="Group 68">
                  <a:extLst>
                    <a:ext uri="{FF2B5EF4-FFF2-40B4-BE49-F238E27FC236}">
                      <a16:creationId xmlns:a16="http://schemas.microsoft.com/office/drawing/2014/main" id="{74E416E1-8453-A35A-FD46-857F945B0493}"/>
                    </a:ext>
                  </a:extLst>
                </p:cNvPr>
                <p:cNvGrpSpPr>
                  <a:grpSpLocks/>
                </p:cNvGrpSpPr>
                <p:nvPr/>
              </p:nvGrpSpPr>
              <p:grpSpPr bwMode="auto">
                <a:xfrm>
                  <a:off x="816" y="2974"/>
                  <a:ext cx="624" cy="384"/>
                  <a:chOff x="3792" y="3408"/>
                  <a:chExt cx="960" cy="528"/>
                </a:xfrm>
              </p:grpSpPr>
              <p:sp>
                <p:nvSpPr>
                  <p:cNvPr id="36" name="AutoShape 69">
                    <a:extLst>
                      <a:ext uri="{FF2B5EF4-FFF2-40B4-BE49-F238E27FC236}">
                        <a16:creationId xmlns:a16="http://schemas.microsoft.com/office/drawing/2014/main" id="{F11C2C54-78CF-298A-9D96-103319ABA481}"/>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a:p>
                </p:txBody>
              </p:sp>
              <p:grpSp>
                <p:nvGrpSpPr>
                  <p:cNvPr id="37" name="Group 70">
                    <a:extLst>
                      <a:ext uri="{FF2B5EF4-FFF2-40B4-BE49-F238E27FC236}">
                        <a16:creationId xmlns:a16="http://schemas.microsoft.com/office/drawing/2014/main" id="{61FF3F34-4F1E-A653-6D09-E2087973E334}"/>
                      </a:ext>
                    </a:extLst>
                  </p:cNvPr>
                  <p:cNvGrpSpPr>
                    <a:grpSpLocks noChangeAspect="1"/>
                  </p:cNvGrpSpPr>
                  <p:nvPr/>
                </p:nvGrpSpPr>
                <p:grpSpPr bwMode="auto">
                  <a:xfrm>
                    <a:off x="3968" y="3441"/>
                    <a:ext cx="599" cy="207"/>
                    <a:chOff x="422" y="1632"/>
                    <a:chExt cx="829" cy="298"/>
                  </a:xfrm>
                </p:grpSpPr>
                <p:grpSp>
                  <p:nvGrpSpPr>
                    <p:cNvPr id="39" name="Group 71">
                      <a:extLst>
                        <a:ext uri="{FF2B5EF4-FFF2-40B4-BE49-F238E27FC236}">
                          <a16:creationId xmlns:a16="http://schemas.microsoft.com/office/drawing/2014/main" id="{4BA74A73-18A9-A73A-C0A5-907D0D9787B8}"/>
                        </a:ext>
                      </a:extLst>
                    </p:cNvPr>
                    <p:cNvGrpSpPr>
                      <a:grpSpLocks noChangeAspect="1"/>
                    </p:cNvGrpSpPr>
                    <p:nvPr/>
                  </p:nvGrpSpPr>
                  <p:grpSpPr bwMode="auto">
                    <a:xfrm>
                      <a:off x="422" y="1632"/>
                      <a:ext cx="822" cy="291"/>
                      <a:chOff x="422" y="1632"/>
                      <a:chExt cx="822" cy="291"/>
                    </a:xfrm>
                  </p:grpSpPr>
                  <p:sp>
                    <p:nvSpPr>
                      <p:cNvPr id="49" name="Freeform 72">
                        <a:extLst>
                          <a:ext uri="{FF2B5EF4-FFF2-40B4-BE49-F238E27FC236}">
                            <a16:creationId xmlns:a16="http://schemas.microsoft.com/office/drawing/2014/main" id="{51014587-C6D1-7B45-CA40-66CED95766A2}"/>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 name="Freeform 73">
                        <a:extLst>
                          <a:ext uri="{FF2B5EF4-FFF2-40B4-BE49-F238E27FC236}">
                            <a16:creationId xmlns:a16="http://schemas.microsoft.com/office/drawing/2014/main" id="{EAB5C5CD-CB4A-D2CF-42D5-E9E471320A27}"/>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74">
                        <a:extLst>
                          <a:ext uri="{FF2B5EF4-FFF2-40B4-BE49-F238E27FC236}">
                            <a16:creationId xmlns:a16="http://schemas.microsoft.com/office/drawing/2014/main" id="{2A82AB56-1390-DF3E-DFA8-61A902492FAB}"/>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Freeform 75">
                        <a:extLst>
                          <a:ext uri="{FF2B5EF4-FFF2-40B4-BE49-F238E27FC236}">
                            <a16:creationId xmlns:a16="http://schemas.microsoft.com/office/drawing/2014/main" id="{181C667F-F592-9A0E-4274-A910EDFB2C19}"/>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76">
                        <a:extLst>
                          <a:ext uri="{FF2B5EF4-FFF2-40B4-BE49-F238E27FC236}">
                            <a16:creationId xmlns:a16="http://schemas.microsoft.com/office/drawing/2014/main" id="{33475513-558F-929E-E5D0-F3D1506D33C3}"/>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77">
                        <a:extLst>
                          <a:ext uri="{FF2B5EF4-FFF2-40B4-BE49-F238E27FC236}">
                            <a16:creationId xmlns:a16="http://schemas.microsoft.com/office/drawing/2014/main" id="{705C6799-BA51-0C93-89FB-1E7749324415}"/>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78">
                        <a:extLst>
                          <a:ext uri="{FF2B5EF4-FFF2-40B4-BE49-F238E27FC236}">
                            <a16:creationId xmlns:a16="http://schemas.microsoft.com/office/drawing/2014/main" id="{5581D490-CE16-BBC8-79A9-91889BE8D03F}"/>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79">
                        <a:extLst>
                          <a:ext uri="{FF2B5EF4-FFF2-40B4-BE49-F238E27FC236}">
                            <a16:creationId xmlns:a16="http://schemas.microsoft.com/office/drawing/2014/main" id="{F66CF0B5-A1DA-1056-C14D-A670C3322E2D}"/>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0" name="Group 80">
                      <a:extLst>
                        <a:ext uri="{FF2B5EF4-FFF2-40B4-BE49-F238E27FC236}">
                          <a16:creationId xmlns:a16="http://schemas.microsoft.com/office/drawing/2014/main" id="{837D04DF-8919-FB79-BA6A-33A9549E2AAA}"/>
                        </a:ext>
                      </a:extLst>
                    </p:cNvPr>
                    <p:cNvGrpSpPr>
                      <a:grpSpLocks noChangeAspect="1"/>
                    </p:cNvGrpSpPr>
                    <p:nvPr/>
                  </p:nvGrpSpPr>
                  <p:grpSpPr bwMode="auto">
                    <a:xfrm>
                      <a:off x="429" y="1639"/>
                      <a:ext cx="822" cy="291"/>
                      <a:chOff x="429" y="1639"/>
                      <a:chExt cx="822" cy="291"/>
                    </a:xfrm>
                  </p:grpSpPr>
                  <p:sp>
                    <p:nvSpPr>
                      <p:cNvPr id="41" name="Freeform 81">
                        <a:extLst>
                          <a:ext uri="{FF2B5EF4-FFF2-40B4-BE49-F238E27FC236}">
                            <a16:creationId xmlns:a16="http://schemas.microsoft.com/office/drawing/2014/main" id="{0D40C232-2650-12C5-4885-24B1D0400C34}"/>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 name="Freeform 82">
                        <a:extLst>
                          <a:ext uri="{FF2B5EF4-FFF2-40B4-BE49-F238E27FC236}">
                            <a16:creationId xmlns:a16="http://schemas.microsoft.com/office/drawing/2014/main" id="{D5811D26-1A44-36C1-249B-3714FB97A0C9}"/>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83">
                        <a:extLst>
                          <a:ext uri="{FF2B5EF4-FFF2-40B4-BE49-F238E27FC236}">
                            <a16:creationId xmlns:a16="http://schemas.microsoft.com/office/drawing/2014/main" id="{A2732A8A-1569-FAE6-A99F-3EF365C230E0}"/>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Freeform 84">
                        <a:extLst>
                          <a:ext uri="{FF2B5EF4-FFF2-40B4-BE49-F238E27FC236}">
                            <a16:creationId xmlns:a16="http://schemas.microsoft.com/office/drawing/2014/main" id="{57EEFD25-077C-3AEE-6C1D-DA0C2969D25A}"/>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85">
                        <a:extLst>
                          <a:ext uri="{FF2B5EF4-FFF2-40B4-BE49-F238E27FC236}">
                            <a16:creationId xmlns:a16="http://schemas.microsoft.com/office/drawing/2014/main" id="{CBE97F12-4E4F-0A14-0A5D-1CE37F060121}"/>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86">
                        <a:extLst>
                          <a:ext uri="{FF2B5EF4-FFF2-40B4-BE49-F238E27FC236}">
                            <a16:creationId xmlns:a16="http://schemas.microsoft.com/office/drawing/2014/main" id="{F8F8C35B-C990-782E-9E76-ADD881B39C3E}"/>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Freeform 87">
                        <a:extLst>
                          <a:ext uri="{FF2B5EF4-FFF2-40B4-BE49-F238E27FC236}">
                            <a16:creationId xmlns:a16="http://schemas.microsoft.com/office/drawing/2014/main" id="{86F93116-1FDB-1B2A-98D9-E8FA1D44D8E9}"/>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 name="Freeform 88">
                        <a:extLst>
                          <a:ext uri="{FF2B5EF4-FFF2-40B4-BE49-F238E27FC236}">
                            <a16:creationId xmlns:a16="http://schemas.microsoft.com/office/drawing/2014/main" id="{C5629C3A-8613-FCFF-40AE-778542661551}"/>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38" name="WordArt 89">
                    <a:extLst>
                      <a:ext uri="{FF2B5EF4-FFF2-40B4-BE49-F238E27FC236}">
                        <a16:creationId xmlns:a16="http://schemas.microsoft.com/office/drawing/2014/main" id="{D01556D6-44DD-481D-9244-9E564E1C063F}"/>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2</a:t>
                    </a:r>
                  </a:p>
                </p:txBody>
              </p:sp>
            </p:grpSp>
            <p:sp>
              <p:nvSpPr>
                <p:cNvPr id="18" name="Text Box 91">
                  <a:extLst>
                    <a:ext uri="{FF2B5EF4-FFF2-40B4-BE49-F238E27FC236}">
                      <a16:creationId xmlns:a16="http://schemas.microsoft.com/office/drawing/2014/main" id="{CA54D51A-9084-DEDB-A5AD-BFEDA8816C69}"/>
                    </a:ext>
                  </a:extLst>
                </p:cNvPr>
                <p:cNvSpPr txBox="1">
                  <a:spLocks noChangeArrowheads="1"/>
                </p:cNvSpPr>
                <p:nvPr/>
              </p:nvSpPr>
              <p:spPr bwMode="auto">
                <a:xfrm>
                  <a:off x="1704" y="3204"/>
                  <a:ext cx="8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a:t>10.0.0.0/30</a:t>
                  </a:r>
                </a:p>
              </p:txBody>
            </p:sp>
            <p:grpSp>
              <p:nvGrpSpPr>
                <p:cNvPr id="19" name="Group 92">
                  <a:extLst>
                    <a:ext uri="{FF2B5EF4-FFF2-40B4-BE49-F238E27FC236}">
                      <a16:creationId xmlns:a16="http://schemas.microsoft.com/office/drawing/2014/main" id="{516A936F-9674-DE47-BE79-40FBD6A6D8B4}"/>
                    </a:ext>
                  </a:extLst>
                </p:cNvPr>
                <p:cNvGrpSpPr>
                  <a:grpSpLocks/>
                </p:cNvGrpSpPr>
                <p:nvPr/>
              </p:nvGrpSpPr>
              <p:grpSpPr bwMode="auto">
                <a:xfrm>
                  <a:off x="1488" y="2820"/>
                  <a:ext cx="288" cy="240"/>
                  <a:chOff x="144" y="3264"/>
                  <a:chExt cx="288" cy="240"/>
                </a:xfrm>
              </p:grpSpPr>
              <p:sp>
                <p:nvSpPr>
                  <p:cNvPr id="34" name="Rectangle 93">
                    <a:extLst>
                      <a:ext uri="{FF2B5EF4-FFF2-40B4-BE49-F238E27FC236}">
                        <a16:creationId xmlns:a16="http://schemas.microsoft.com/office/drawing/2014/main" id="{70DB01CC-EC02-E8F8-6998-572587E97475}"/>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35" name="Rectangle 94">
                    <a:extLst>
                      <a:ext uri="{FF2B5EF4-FFF2-40B4-BE49-F238E27FC236}">
                        <a16:creationId xmlns:a16="http://schemas.microsoft.com/office/drawing/2014/main" id="{DEC29CA8-8856-64EC-B8F5-C2EDEED2E6BA}"/>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1</a:t>
                    </a:r>
                  </a:p>
                </p:txBody>
              </p:sp>
            </p:grpSp>
            <p:grpSp>
              <p:nvGrpSpPr>
                <p:cNvPr id="20" name="Group 95">
                  <a:extLst>
                    <a:ext uri="{FF2B5EF4-FFF2-40B4-BE49-F238E27FC236}">
                      <a16:creationId xmlns:a16="http://schemas.microsoft.com/office/drawing/2014/main" id="{2CA5ACF6-53FD-5164-FD49-2A603571247E}"/>
                    </a:ext>
                  </a:extLst>
                </p:cNvPr>
                <p:cNvGrpSpPr>
                  <a:grpSpLocks/>
                </p:cNvGrpSpPr>
                <p:nvPr/>
              </p:nvGrpSpPr>
              <p:grpSpPr bwMode="auto">
                <a:xfrm>
                  <a:off x="2352" y="2820"/>
                  <a:ext cx="288" cy="240"/>
                  <a:chOff x="144" y="3264"/>
                  <a:chExt cx="288" cy="240"/>
                </a:xfrm>
              </p:grpSpPr>
              <p:sp>
                <p:nvSpPr>
                  <p:cNvPr id="32" name="Rectangle 96">
                    <a:extLst>
                      <a:ext uri="{FF2B5EF4-FFF2-40B4-BE49-F238E27FC236}">
                        <a16:creationId xmlns:a16="http://schemas.microsoft.com/office/drawing/2014/main" id="{EAD0C274-1E25-310A-E9AA-B6412E5764FE}"/>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eth1</a:t>
                    </a:r>
                  </a:p>
                </p:txBody>
              </p:sp>
              <p:sp>
                <p:nvSpPr>
                  <p:cNvPr id="33" name="Rectangle 97">
                    <a:extLst>
                      <a:ext uri="{FF2B5EF4-FFF2-40B4-BE49-F238E27FC236}">
                        <a16:creationId xmlns:a16="http://schemas.microsoft.com/office/drawing/2014/main" id="{A4ACEA90-5B7C-0DAF-33FF-35843270AB34}"/>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2</a:t>
                    </a:r>
                  </a:p>
                </p:txBody>
              </p:sp>
            </p:grpSp>
            <p:grpSp>
              <p:nvGrpSpPr>
                <p:cNvPr id="21" name="Group 98">
                  <a:extLst>
                    <a:ext uri="{FF2B5EF4-FFF2-40B4-BE49-F238E27FC236}">
                      <a16:creationId xmlns:a16="http://schemas.microsoft.com/office/drawing/2014/main" id="{F7FAAE3E-4659-F6AF-1CC2-B5FC4AE44D54}"/>
                    </a:ext>
                  </a:extLst>
                </p:cNvPr>
                <p:cNvGrpSpPr>
                  <a:grpSpLocks/>
                </p:cNvGrpSpPr>
                <p:nvPr/>
              </p:nvGrpSpPr>
              <p:grpSpPr bwMode="auto">
                <a:xfrm>
                  <a:off x="3072" y="3396"/>
                  <a:ext cx="288" cy="240"/>
                  <a:chOff x="144" y="3264"/>
                  <a:chExt cx="288" cy="240"/>
                </a:xfrm>
              </p:grpSpPr>
              <p:sp>
                <p:nvSpPr>
                  <p:cNvPr id="30" name="Rectangle 99">
                    <a:extLst>
                      <a:ext uri="{FF2B5EF4-FFF2-40B4-BE49-F238E27FC236}">
                        <a16:creationId xmlns:a16="http://schemas.microsoft.com/office/drawing/2014/main" id="{ADD025A1-3B9E-0E31-A05D-C9B091D829CF}"/>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1" name="Rectangle 100">
                    <a:extLst>
                      <a:ext uri="{FF2B5EF4-FFF2-40B4-BE49-F238E27FC236}">
                        <a16:creationId xmlns:a16="http://schemas.microsoft.com/office/drawing/2014/main" id="{7965A05F-C18A-84D2-0E51-E296872508CA}"/>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1</a:t>
                    </a:r>
                  </a:p>
                </p:txBody>
              </p:sp>
            </p:grpSp>
            <p:sp>
              <p:nvSpPr>
                <p:cNvPr id="22" name="Line 101">
                  <a:extLst>
                    <a:ext uri="{FF2B5EF4-FFF2-40B4-BE49-F238E27FC236}">
                      <a16:creationId xmlns:a16="http://schemas.microsoft.com/office/drawing/2014/main" id="{7748171A-8E8A-6E58-FEAD-91780E8A8787}"/>
                    </a:ext>
                  </a:extLst>
                </p:cNvPr>
                <p:cNvSpPr>
                  <a:spLocks noChangeShapeType="1"/>
                </p:cNvSpPr>
                <p:nvPr/>
              </p:nvSpPr>
              <p:spPr bwMode="auto">
                <a:xfrm flipH="1">
                  <a:off x="2832" y="3780"/>
                  <a:ext cx="230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3" name="Oval 102">
                  <a:extLst>
                    <a:ext uri="{FF2B5EF4-FFF2-40B4-BE49-F238E27FC236}">
                      <a16:creationId xmlns:a16="http://schemas.microsoft.com/office/drawing/2014/main" id="{9F17DDEC-AE66-2186-76C6-EC60DC72EFD2}"/>
                    </a:ext>
                  </a:extLst>
                </p:cNvPr>
                <p:cNvSpPr>
                  <a:spLocks noChangeArrowheads="1"/>
                </p:cNvSpPr>
                <p:nvPr/>
              </p:nvSpPr>
              <p:spPr bwMode="auto">
                <a:xfrm flipH="1">
                  <a:off x="2688" y="3684"/>
                  <a:ext cx="192" cy="192"/>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a:latin typeface="Tahoma" panose="020B0604030504040204" pitchFamily="34" charset="0"/>
                    </a:rPr>
                    <a:t>A</a:t>
                  </a:r>
                </a:p>
              </p:txBody>
            </p:sp>
            <p:grpSp>
              <p:nvGrpSpPr>
                <p:cNvPr id="24" name="Group 103">
                  <a:extLst>
                    <a:ext uri="{FF2B5EF4-FFF2-40B4-BE49-F238E27FC236}">
                      <a16:creationId xmlns:a16="http://schemas.microsoft.com/office/drawing/2014/main" id="{3F4A743C-2701-AE46-5D27-2317B6481FC0}"/>
                    </a:ext>
                  </a:extLst>
                </p:cNvPr>
                <p:cNvGrpSpPr>
                  <a:grpSpLocks/>
                </p:cNvGrpSpPr>
                <p:nvPr/>
              </p:nvGrpSpPr>
              <p:grpSpPr bwMode="auto">
                <a:xfrm>
                  <a:off x="3888" y="3396"/>
                  <a:ext cx="288" cy="240"/>
                  <a:chOff x="144" y="3264"/>
                  <a:chExt cx="288" cy="240"/>
                </a:xfrm>
              </p:grpSpPr>
              <p:sp>
                <p:nvSpPr>
                  <p:cNvPr id="28" name="Rectangle 104">
                    <a:extLst>
                      <a:ext uri="{FF2B5EF4-FFF2-40B4-BE49-F238E27FC236}">
                        <a16:creationId xmlns:a16="http://schemas.microsoft.com/office/drawing/2014/main" id="{02C1E082-F256-31FC-3007-2566346A0238}"/>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29" name="Rectangle 105">
                    <a:extLst>
                      <a:ext uri="{FF2B5EF4-FFF2-40B4-BE49-F238E27FC236}">
                        <a16:creationId xmlns:a16="http://schemas.microsoft.com/office/drawing/2014/main" id="{EF72B61F-AFED-0658-7BAB-14DC0873DFF7}"/>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2</a:t>
                    </a:r>
                  </a:p>
                </p:txBody>
              </p:sp>
            </p:grpSp>
            <p:grpSp>
              <p:nvGrpSpPr>
                <p:cNvPr id="25" name="Group 106">
                  <a:extLst>
                    <a:ext uri="{FF2B5EF4-FFF2-40B4-BE49-F238E27FC236}">
                      <a16:creationId xmlns:a16="http://schemas.microsoft.com/office/drawing/2014/main" id="{284A3286-A916-0B7C-B7E1-581BD3B765C3}"/>
                    </a:ext>
                  </a:extLst>
                </p:cNvPr>
                <p:cNvGrpSpPr>
                  <a:grpSpLocks/>
                </p:cNvGrpSpPr>
                <p:nvPr/>
              </p:nvGrpSpPr>
              <p:grpSpPr bwMode="auto">
                <a:xfrm>
                  <a:off x="4512" y="3396"/>
                  <a:ext cx="288" cy="240"/>
                  <a:chOff x="144" y="3264"/>
                  <a:chExt cx="288" cy="240"/>
                </a:xfrm>
              </p:grpSpPr>
              <p:sp>
                <p:nvSpPr>
                  <p:cNvPr id="26" name="Rectangle 107">
                    <a:extLst>
                      <a:ext uri="{FF2B5EF4-FFF2-40B4-BE49-F238E27FC236}">
                        <a16:creationId xmlns:a16="http://schemas.microsoft.com/office/drawing/2014/main" id="{90A39700-5638-154E-B6AC-B5BF49114D0A}"/>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27" name="Rectangle 108">
                    <a:extLst>
                      <a:ext uri="{FF2B5EF4-FFF2-40B4-BE49-F238E27FC236}">
                        <a16:creationId xmlns:a16="http://schemas.microsoft.com/office/drawing/2014/main" id="{8B001CB3-B7C7-D380-6DBC-DCF12F987011}"/>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3</a:t>
                    </a:r>
                  </a:p>
                </p:txBody>
              </p:sp>
            </p:grpSp>
          </p:grpSp>
          <p:sp>
            <p:nvSpPr>
              <p:cNvPr id="78" name="CasellaDiTesto 77">
                <a:extLst>
                  <a:ext uri="{FF2B5EF4-FFF2-40B4-BE49-F238E27FC236}">
                    <a16:creationId xmlns:a16="http://schemas.microsoft.com/office/drawing/2014/main" id="{C831FC54-2EB7-D138-6654-18FC71FB6FE7}"/>
                  </a:ext>
                </a:extLst>
              </p:cNvPr>
              <p:cNvSpPr txBox="1"/>
              <p:nvPr/>
            </p:nvSpPr>
            <p:spPr>
              <a:xfrm>
                <a:off x="7457843" y="1674345"/>
                <a:ext cx="645459" cy="369332"/>
              </a:xfrm>
              <a:prstGeom prst="rect">
                <a:avLst/>
              </a:prstGeom>
              <a:noFill/>
            </p:spPr>
            <p:txBody>
              <a:bodyPr wrap="square" rtlCol="0">
                <a:spAutoFit/>
              </a:bodyPr>
              <a:lstStyle/>
              <a:p>
                <a:pPr algn="ctr"/>
                <a:r>
                  <a:rPr lang="en-US" dirty="0"/>
                  <a:t>pc1</a:t>
                </a:r>
              </a:p>
            </p:txBody>
          </p:sp>
          <p:sp>
            <p:nvSpPr>
              <p:cNvPr id="79" name="CasellaDiTesto 78">
                <a:extLst>
                  <a:ext uri="{FF2B5EF4-FFF2-40B4-BE49-F238E27FC236}">
                    <a16:creationId xmlns:a16="http://schemas.microsoft.com/office/drawing/2014/main" id="{3B6034E8-3C35-A654-CFAF-A3AB6625D17A}"/>
                  </a:ext>
                </a:extLst>
              </p:cNvPr>
              <p:cNvSpPr txBox="1"/>
              <p:nvPr/>
            </p:nvSpPr>
            <p:spPr>
              <a:xfrm>
                <a:off x="8429015" y="1701239"/>
                <a:ext cx="645459" cy="369332"/>
              </a:xfrm>
              <a:prstGeom prst="rect">
                <a:avLst/>
              </a:prstGeom>
              <a:noFill/>
            </p:spPr>
            <p:txBody>
              <a:bodyPr wrap="square" rtlCol="0">
                <a:spAutoFit/>
              </a:bodyPr>
              <a:lstStyle/>
              <a:p>
                <a:pPr algn="ctr"/>
                <a:r>
                  <a:rPr lang="en-US" dirty="0"/>
                  <a:t>pc2</a:t>
                </a:r>
              </a:p>
            </p:txBody>
          </p:sp>
        </p:grpSp>
        <p:sp>
          <p:nvSpPr>
            <p:cNvPr id="80" name="Oval 102">
              <a:extLst>
                <a:ext uri="{FF2B5EF4-FFF2-40B4-BE49-F238E27FC236}">
                  <a16:creationId xmlns:a16="http://schemas.microsoft.com/office/drawing/2014/main" id="{0130A0A6-C422-8A33-85E4-C84F1AF7D524}"/>
                </a:ext>
              </a:extLst>
            </p:cNvPr>
            <p:cNvSpPr>
              <a:spLocks noChangeArrowheads="1"/>
            </p:cNvSpPr>
            <p:nvPr/>
          </p:nvSpPr>
          <p:spPr bwMode="auto">
            <a:xfrm flipH="1">
              <a:off x="4751294" y="3133131"/>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dirty="0">
                  <a:latin typeface="Tahoma" panose="020B0604030504040204" pitchFamily="34" charset="0"/>
                </a:rPr>
                <a:t>B</a:t>
              </a:r>
            </a:p>
          </p:txBody>
        </p:sp>
      </p:grpSp>
    </p:spTree>
    <p:extLst>
      <p:ext uri="{BB962C8B-B14F-4D97-AF65-F5344CB8AC3E}">
        <p14:creationId xmlns:p14="http://schemas.microsoft.com/office/powerpoint/2010/main" val="931210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C9945-916D-F9C2-601F-C627AA796F3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32D2C09-99F1-03B4-9E3C-3749F6A5B219}"/>
              </a:ext>
            </a:extLst>
          </p:cNvPr>
          <p:cNvSpPr>
            <a:spLocks noGrp="1"/>
          </p:cNvSpPr>
          <p:nvPr>
            <p:ph type="title"/>
          </p:nvPr>
        </p:nvSpPr>
        <p:spPr/>
        <p:txBody>
          <a:bodyPr/>
          <a:lstStyle/>
          <a:p>
            <a:r>
              <a:rPr lang="en-US" dirty="0"/>
              <a:t>lab-1-lan: configurations</a:t>
            </a:r>
          </a:p>
        </p:txBody>
      </p:sp>
      <p:sp>
        <p:nvSpPr>
          <p:cNvPr id="4" name="Segnaposto data 3">
            <a:extLst>
              <a:ext uri="{FF2B5EF4-FFF2-40B4-BE49-F238E27FC236}">
                <a16:creationId xmlns:a16="http://schemas.microsoft.com/office/drawing/2014/main" id="{65E84D17-AAFF-E2FD-8342-D9B77C451D9F}"/>
              </a:ext>
            </a:extLst>
          </p:cNvPr>
          <p:cNvSpPr>
            <a:spLocks noGrp="1"/>
          </p:cNvSpPr>
          <p:nvPr>
            <p:ph type="dt" sz="half" idx="10"/>
          </p:nvPr>
        </p:nvSpPr>
        <p:spPr/>
        <p:txBody>
          <a:bodyPr/>
          <a:lstStyle/>
          <a:p>
            <a:pPr>
              <a:defRPr/>
            </a:pPr>
            <a:r>
              <a:rPr lang="en-US" altLang="it-IT"/>
              <a:t>last update: Nov 2025</a:t>
            </a:r>
            <a:endParaRPr lang="it-IT" altLang="it-IT"/>
          </a:p>
        </p:txBody>
      </p:sp>
      <p:sp>
        <p:nvSpPr>
          <p:cNvPr id="5" name="Segnaposto piè di pagina 4">
            <a:extLst>
              <a:ext uri="{FF2B5EF4-FFF2-40B4-BE49-F238E27FC236}">
                <a16:creationId xmlns:a16="http://schemas.microsoft.com/office/drawing/2014/main" id="{1FCC2872-4B5E-AA06-36BC-F862870FEE2E}"/>
              </a:ext>
            </a:extLst>
          </p:cNvPr>
          <p:cNvSpPr>
            <a:spLocks noGrp="1"/>
          </p:cNvSpPr>
          <p:nvPr>
            <p:ph type="ftr" sz="quarter" idx="11"/>
          </p:nvPr>
        </p:nvSpPr>
        <p:spPr/>
        <p:txBody>
          <a:bodyPr/>
          <a:lstStyle/>
          <a:p>
            <a:pPr>
              <a:defRPr/>
            </a:pPr>
            <a:r>
              <a:rPr lang="it-IT" altLang="it-IT"/>
              <a:t>kathara – [ lab: basic-ipv4 ]</a:t>
            </a:r>
            <a:endParaRPr lang="it-IT" altLang="it-IT" dirty="0"/>
          </a:p>
        </p:txBody>
      </p:sp>
      <p:grpSp>
        <p:nvGrpSpPr>
          <p:cNvPr id="3" name="Group 105">
            <a:extLst>
              <a:ext uri="{FF2B5EF4-FFF2-40B4-BE49-F238E27FC236}">
                <a16:creationId xmlns:a16="http://schemas.microsoft.com/office/drawing/2014/main" id="{89F1D118-F0C8-4D16-4693-3A17F1237069}"/>
              </a:ext>
            </a:extLst>
          </p:cNvPr>
          <p:cNvGrpSpPr>
            <a:grpSpLocks/>
          </p:cNvGrpSpPr>
          <p:nvPr/>
        </p:nvGrpSpPr>
        <p:grpSpPr bwMode="auto">
          <a:xfrm>
            <a:off x="1285118" y="1929979"/>
            <a:ext cx="4067931" cy="4023145"/>
            <a:chOff x="308" y="935"/>
            <a:chExt cx="2187" cy="2427"/>
          </a:xfrm>
        </p:grpSpPr>
        <p:sp>
          <p:nvSpPr>
            <p:cNvPr id="17" name="AutoShape 103">
              <a:extLst>
                <a:ext uri="{FF2B5EF4-FFF2-40B4-BE49-F238E27FC236}">
                  <a16:creationId xmlns:a16="http://schemas.microsoft.com/office/drawing/2014/main" id="{19028618-4BE6-3B01-EC7D-E587B9FE5276}"/>
                </a:ext>
              </a:extLst>
            </p:cNvPr>
            <p:cNvSpPr>
              <a:spLocks noChangeArrowheads="1"/>
            </p:cNvSpPr>
            <p:nvPr/>
          </p:nvSpPr>
          <p:spPr bwMode="auto">
            <a:xfrm>
              <a:off x="308" y="1117"/>
              <a:ext cx="2187" cy="2245"/>
            </a:xfrm>
            <a:prstGeom prst="foldedCorner">
              <a:avLst>
                <a:gd name="adj" fmla="val 1250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a:latin typeface="Courier New" panose="02070309020205020404" pitchFamily="49" charset="0"/>
                </a:rPr>
                <a:t>router1[0]="A/00:00:00:00:00:a1"</a:t>
              </a:r>
            </a:p>
            <a:p>
              <a:pPr eaLnBrk="1" hangingPunct="1">
                <a:spcBef>
                  <a:spcPct val="0"/>
                </a:spcBef>
                <a:buClrTx/>
                <a:buSzTx/>
                <a:buFontTx/>
                <a:buNone/>
              </a:pPr>
              <a:r>
                <a:rPr lang="en-US" sz="1600" b="1" noProof="0" dirty="0">
                  <a:latin typeface="Courier New" panose="02070309020205020404" pitchFamily="49" charset="0"/>
                </a:rPr>
                <a:t>router1[1]="B/00:00:00:00:00:b1"</a:t>
              </a:r>
            </a:p>
            <a:p>
              <a:pPr eaLnBrk="1" hangingPunct="1">
                <a:spcBef>
                  <a:spcPct val="0"/>
                </a:spcBef>
                <a:buClrTx/>
                <a:buSzTx/>
                <a:buFontTx/>
                <a:buNone/>
              </a:pPr>
              <a:r>
                <a:rPr lang="en-US" sz="1600" b="1" noProof="0" dirty="0">
                  <a:latin typeface="Courier New" panose="02070309020205020404" pitchFamily="49" charset="0"/>
                </a:rPr>
                <a:t>router1[image]="kathara/core"</a:t>
              </a:r>
            </a:p>
            <a:p>
              <a:pPr eaLnBrk="1" hangingPunct="1">
                <a:spcBef>
                  <a:spcPct val="0"/>
                </a:spcBef>
                <a:buClrTx/>
                <a:buSzTx/>
                <a:buFontTx/>
                <a:buNone/>
              </a:pPr>
              <a:r>
                <a:rPr lang="en-US" sz="1600" b="1" noProof="0" dirty="0">
                  <a:latin typeface="Courier New" panose="02070309020205020404" pitchFamily="49" charset="0"/>
                </a:rPr>
                <a:t>router1[ipv6]="false"</a:t>
              </a:r>
            </a:p>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a:latin typeface="Courier New" panose="02070309020205020404" pitchFamily="49" charset="0"/>
                </a:rPr>
                <a:t>router2[0]="B/00:00:00:00:00:b2"</a:t>
              </a:r>
            </a:p>
            <a:p>
              <a:pPr eaLnBrk="1" hangingPunct="1">
                <a:spcBef>
                  <a:spcPct val="0"/>
                </a:spcBef>
                <a:buClrTx/>
                <a:buSzTx/>
                <a:buFontTx/>
                <a:buNone/>
              </a:pPr>
              <a:r>
                <a:rPr lang="en-US" sz="1600" b="1" noProof="0" dirty="0">
                  <a:latin typeface="Courier New" panose="02070309020205020404" pitchFamily="49" charset="0"/>
                </a:rPr>
                <a:t>router2[image]="kathara/core"</a:t>
              </a:r>
            </a:p>
            <a:p>
              <a:pPr eaLnBrk="1" hangingPunct="1">
                <a:spcBef>
                  <a:spcPct val="0"/>
                </a:spcBef>
                <a:buClrTx/>
                <a:buSzTx/>
                <a:buFontTx/>
                <a:buNone/>
              </a:pPr>
              <a:r>
                <a:rPr lang="en-US" sz="1600" b="1" noProof="0" dirty="0">
                  <a:latin typeface="Courier New" panose="02070309020205020404" pitchFamily="49" charset="0"/>
                </a:rPr>
                <a:t>router2[ipv6]="false"</a:t>
              </a:r>
            </a:p>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a:latin typeface="Courier New" panose="02070309020205020404" pitchFamily="49" charset="0"/>
                </a:rPr>
                <a:t>pc1[0]="A/00:00:00:00:00:01"</a:t>
              </a:r>
            </a:p>
            <a:p>
              <a:pPr eaLnBrk="1" hangingPunct="1">
                <a:spcBef>
                  <a:spcPct val="0"/>
                </a:spcBef>
                <a:buClrTx/>
                <a:buSzTx/>
                <a:buFontTx/>
                <a:buNone/>
              </a:pPr>
              <a:r>
                <a:rPr lang="en-US" sz="1600" b="1" noProof="0" dirty="0">
                  <a:latin typeface="Courier New" panose="02070309020205020404" pitchFamily="49" charset="0"/>
                </a:rPr>
                <a:t>pc1[image]="kathara/core"</a:t>
              </a:r>
            </a:p>
            <a:p>
              <a:pPr eaLnBrk="1" hangingPunct="1">
                <a:spcBef>
                  <a:spcPct val="0"/>
                </a:spcBef>
                <a:buClrTx/>
                <a:buSzTx/>
                <a:buFontTx/>
                <a:buNone/>
              </a:pPr>
              <a:r>
                <a:rPr lang="en-US" sz="1600" b="1" noProof="0" dirty="0">
                  <a:latin typeface="Courier New" panose="02070309020205020404" pitchFamily="49" charset="0"/>
                </a:rPr>
                <a:t>pc1[ipv6]="false"</a:t>
              </a:r>
            </a:p>
          </p:txBody>
        </p:sp>
        <p:sp>
          <p:nvSpPr>
            <p:cNvPr id="81" name="AutoShape 104">
              <a:extLst>
                <a:ext uri="{FF2B5EF4-FFF2-40B4-BE49-F238E27FC236}">
                  <a16:creationId xmlns:a16="http://schemas.microsoft.com/office/drawing/2014/main" id="{246092EC-708C-BF9E-E2A4-6D59131538F9}"/>
                </a:ext>
              </a:extLst>
            </p:cNvPr>
            <p:cNvSpPr>
              <a:spLocks noChangeArrowheads="1"/>
            </p:cNvSpPr>
            <p:nvPr/>
          </p:nvSpPr>
          <p:spPr bwMode="auto">
            <a:xfrm>
              <a:off x="353" y="935"/>
              <a:ext cx="953"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err="1">
                  <a:latin typeface="Courier New" panose="02070309020205020404" pitchFamily="49" charset="0"/>
                </a:rPr>
                <a:t>lab.conf</a:t>
              </a:r>
              <a:endParaRPr lang="en-US" sz="1600" b="1" noProof="0" dirty="0">
                <a:latin typeface="Courier New" panose="02070309020205020404" pitchFamily="49" charset="0"/>
              </a:endParaRPr>
            </a:p>
          </p:txBody>
        </p:sp>
      </p:grpSp>
      <p:grpSp>
        <p:nvGrpSpPr>
          <p:cNvPr id="82" name="Group 105">
            <a:extLst>
              <a:ext uri="{FF2B5EF4-FFF2-40B4-BE49-F238E27FC236}">
                <a16:creationId xmlns:a16="http://schemas.microsoft.com/office/drawing/2014/main" id="{5A25759C-4481-0824-3427-6D131E70A258}"/>
              </a:ext>
            </a:extLst>
          </p:cNvPr>
          <p:cNvGrpSpPr>
            <a:grpSpLocks/>
          </p:cNvGrpSpPr>
          <p:nvPr/>
        </p:nvGrpSpPr>
        <p:grpSpPr bwMode="auto">
          <a:xfrm>
            <a:off x="5469123" y="2009355"/>
            <a:ext cx="6070600" cy="3783012"/>
            <a:chOff x="2607" y="871"/>
            <a:chExt cx="2115" cy="2383"/>
          </a:xfrm>
        </p:grpSpPr>
        <p:sp>
          <p:nvSpPr>
            <p:cNvPr id="83" name="AutoShape 103">
              <a:extLst>
                <a:ext uri="{FF2B5EF4-FFF2-40B4-BE49-F238E27FC236}">
                  <a16:creationId xmlns:a16="http://schemas.microsoft.com/office/drawing/2014/main" id="{5662A5D2-8DF7-6F4B-76AD-E4F7CED722CE}"/>
                </a:ext>
              </a:extLst>
            </p:cNvPr>
            <p:cNvSpPr>
              <a:spLocks noChangeArrowheads="1"/>
            </p:cNvSpPr>
            <p:nvPr/>
          </p:nvSpPr>
          <p:spPr bwMode="auto">
            <a:xfrm>
              <a:off x="2607" y="1009"/>
              <a:ext cx="2115" cy="2245"/>
            </a:xfrm>
            <a:prstGeom prst="foldedCorner">
              <a:avLst>
                <a:gd name="adj" fmla="val 1250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a:latin typeface="Courier New" panose="02070309020205020404" pitchFamily="49" charset="0"/>
                </a:rPr>
                <a:t>pc2[0]="A/00:00:00:00:00:01"</a:t>
              </a:r>
            </a:p>
            <a:p>
              <a:pPr eaLnBrk="1" hangingPunct="1">
                <a:spcBef>
                  <a:spcPct val="0"/>
                </a:spcBef>
                <a:buClrTx/>
                <a:buSzTx/>
                <a:buFontTx/>
                <a:buNone/>
              </a:pPr>
              <a:r>
                <a:rPr lang="en-US" sz="1600" b="1" noProof="0" dirty="0">
                  <a:latin typeface="Courier New" panose="02070309020205020404" pitchFamily="49" charset="0"/>
                </a:rPr>
                <a:t>pc2[image]="kathara/core"</a:t>
              </a:r>
            </a:p>
            <a:p>
              <a:pPr eaLnBrk="1" hangingPunct="1">
                <a:spcBef>
                  <a:spcPct val="0"/>
                </a:spcBef>
                <a:buClrTx/>
                <a:buSzTx/>
                <a:buFontTx/>
                <a:buNone/>
              </a:pPr>
              <a:r>
                <a:rPr lang="en-US" sz="1600" b="1" noProof="0" dirty="0">
                  <a:latin typeface="Courier New" panose="02070309020205020404" pitchFamily="49" charset="0"/>
                </a:rPr>
                <a:t>pc2[ipv6]="false"</a:t>
              </a:r>
            </a:p>
          </p:txBody>
        </p:sp>
        <p:sp>
          <p:nvSpPr>
            <p:cNvPr id="84" name="AutoShape 104">
              <a:extLst>
                <a:ext uri="{FF2B5EF4-FFF2-40B4-BE49-F238E27FC236}">
                  <a16:creationId xmlns:a16="http://schemas.microsoft.com/office/drawing/2014/main" id="{583FA182-02DA-40B8-4C2F-DD4F9DB299A0}"/>
                </a:ext>
              </a:extLst>
            </p:cNvPr>
            <p:cNvSpPr>
              <a:spLocks noChangeArrowheads="1"/>
            </p:cNvSpPr>
            <p:nvPr/>
          </p:nvSpPr>
          <p:spPr bwMode="auto">
            <a:xfrm>
              <a:off x="2636" y="871"/>
              <a:ext cx="953"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err="1">
                  <a:latin typeface="Courier New" panose="02070309020205020404" pitchFamily="49" charset="0"/>
                </a:rPr>
                <a:t>lab.conf</a:t>
              </a:r>
              <a:endParaRPr lang="en-US" sz="1600" b="1" noProof="0" dirty="0">
                <a:latin typeface="Courier New" panose="02070309020205020404" pitchFamily="49" charset="0"/>
              </a:endParaRPr>
            </a:p>
          </p:txBody>
        </p:sp>
      </p:grpSp>
    </p:spTree>
    <p:extLst>
      <p:ext uri="{BB962C8B-B14F-4D97-AF65-F5344CB8AC3E}">
        <p14:creationId xmlns:p14="http://schemas.microsoft.com/office/powerpoint/2010/main" val="2124400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0BA9F-A68D-226B-C2EF-8E169DC9A6B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E352091-EA45-5DAD-F4FA-3874960749A6}"/>
              </a:ext>
            </a:extLst>
          </p:cNvPr>
          <p:cNvSpPr>
            <a:spLocks noGrp="1"/>
          </p:cNvSpPr>
          <p:nvPr>
            <p:ph type="title"/>
          </p:nvPr>
        </p:nvSpPr>
        <p:spPr/>
        <p:txBody>
          <a:bodyPr/>
          <a:lstStyle/>
          <a:p>
            <a:r>
              <a:rPr lang="en-US" dirty="0"/>
              <a:t>lab-1-lan: configurations</a:t>
            </a:r>
          </a:p>
        </p:txBody>
      </p:sp>
      <p:sp>
        <p:nvSpPr>
          <p:cNvPr id="4" name="Segnaposto data 3">
            <a:extLst>
              <a:ext uri="{FF2B5EF4-FFF2-40B4-BE49-F238E27FC236}">
                <a16:creationId xmlns:a16="http://schemas.microsoft.com/office/drawing/2014/main" id="{D024F7AD-C8CC-3F3E-F368-B3A2D037E39B}"/>
              </a:ext>
            </a:extLst>
          </p:cNvPr>
          <p:cNvSpPr>
            <a:spLocks noGrp="1"/>
          </p:cNvSpPr>
          <p:nvPr>
            <p:ph type="dt" sz="half" idx="10"/>
          </p:nvPr>
        </p:nvSpPr>
        <p:spPr/>
        <p:txBody>
          <a:bodyPr/>
          <a:lstStyle/>
          <a:p>
            <a:pPr>
              <a:defRPr/>
            </a:pPr>
            <a:r>
              <a:rPr lang="en-US" altLang="it-IT" dirty="0"/>
              <a:t>last update: Nov 2025</a:t>
            </a:r>
            <a:endParaRPr lang="it-IT" altLang="it-IT" dirty="0"/>
          </a:p>
        </p:txBody>
      </p:sp>
      <p:sp>
        <p:nvSpPr>
          <p:cNvPr id="5" name="Segnaposto piè di pagina 4">
            <a:extLst>
              <a:ext uri="{FF2B5EF4-FFF2-40B4-BE49-F238E27FC236}">
                <a16:creationId xmlns:a16="http://schemas.microsoft.com/office/drawing/2014/main" id="{87EA53E3-762F-E48E-B0CE-2CA3327BB93F}"/>
              </a:ext>
            </a:extLst>
          </p:cNvPr>
          <p:cNvSpPr>
            <a:spLocks noGrp="1"/>
          </p:cNvSpPr>
          <p:nvPr>
            <p:ph type="ftr" sz="quarter" idx="11"/>
          </p:nvPr>
        </p:nvSpPr>
        <p:spPr/>
        <p:txBody>
          <a:bodyPr/>
          <a:lstStyle/>
          <a:p>
            <a:pPr>
              <a:defRPr/>
            </a:pPr>
            <a:r>
              <a:rPr lang="it-IT" altLang="it-IT"/>
              <a:t>kathara – [ lab: basic-ipv4 ]</a:t>
            </a:r>
            <a:endParaRPr lang="it-IT" altLang="it-IT" dirty="0"/>
          </a:p>
        </p:txBody>
      </p:sp>
      <p:grpSp>
        <p:nvGrpSpPr>
          <p:cNvPr id="6" name="Group 106">
            <a:extLst>
              <a:ext uri="{FF2B5EF4-FFF2-40B4-BE49-F238E27FC236}">
                <a16:creationId xmlns:a16="http://schemas.microsoft.com/office/drawing/2014/main" id="{F50F3355-BC6A-A0AD-18E5-913443469B98}"/>
              </a:ext>
            </a:extLst>
          </p:cNvPr>
          <p:cNvGrpSpPr>
            <a:grpSpLocks/>
          </p:cNvGrpSpPr>
          <p:nvPr/>
        </p:nvGrpSpPr>
        <p:grpSpPr bwMode="auto">
          <a:xfrm>
            <a:off x="6253040" y="1903425"/>
            <a:ext cx="5794375" cy="1195387"/>
            <a:chOff x="126" y="2522"/>
            <a:chExt cx="2676" cy="591"/>
          </a:xfrm>
        </p:grpSpPr>
        <p:sp>
          <p:nvSpPr>
            <p:cNvPr id="7" name="AutoShape 97">
              <a:extLst>
                <a:ext uri="{FF2B5EF4-FFF2-40B4-BE49-F238E27FC236}">
                  <a16:creationId xmlns:a16="http://schemas.microsoft.com/office/drawing/2014/main" id="{1FBAAFEF-3D14-E83D-F71E-F620B66CE982}"/>
                </a:ext>
              </a:extLst>
            </p:cNvPr>
            <p:cNvSpPr>
              <a:spLocks noChangeArrowheads="1"/>
            </p:cNvSpPr>
            <p:nvPr/>
          </p:nvSpPr>
          <p:spPr bwMode="auto">
            <a:xfrm>
              <a:off x="126" y="2704"/>
              <a:ext cx="2676" cy="409"/>
            </a:xfrm>
            <a:prstGeom prst="foldedCorner">
              <a:avLst>
                <a:gd name="adj" fmla="val 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br>
                <a:rPr lang="en-US" sz="1600" b="1" noProof="0" dirty="0">
                  <a:latin typeface="Courier New" panose="02070309020205020404" pitchFamily="49" charset="0"/>
                </a:rPr>
              </a:b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195.11.14.5/24 dev eth0</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route add default via 195.11.14.1</a:t>
              </a:r>
            </a:p>
          </p:txBody>
        </p:sp>
        <p:sp>
          <p:nvSpPr>
            <p:cNvPr id="8" name="AutoShape 98">
              <a:extLst>
                <a:ext uri="{FF2B5EF4-FFF2-40B4-BE49-F238E27FC236}">
                  <a16:creationId xmlns:a16="http://schemas.microsoft.com/office/drawing/2014/main" id="{5B01FE26-6CE6-01C9-6EEE-6EDE21037285}"/>
                </a:ext>
              </a:extLst>
            </p:cNvPr>
            <p:cNvSpPr>
              <a:spLocks noChangeArrowheads="1"/>
            </p:cNvSpPr>
            <p:nvPr/>
          </p:nvSpPr>
          <p:spPr bwMode="auto">
            <a:xfrm>
              <a:off x="171" y="2522"/>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pc1.startup</a:t>
              </a:r>
            </a:p>
          </p:txBody>
        </p:sp>
      </p:grpSp>
      <p:grpSp>
        <p:nvGrpSpPr>
          <p:cNvPr id="9" name="Group 116">
            <a:extLst>
              <a:ext uri="{FF2B5EF4-FFF2-40B4-BE49-F238E27FC236}">
                <a16:creationId xmlns:a16="http://schemas.microsoft.com/office/drawing/2014/main" id="{24349199-3D7D-675F-9896-F36F26F3A269}"/>
              </a:ext>
            </a:extLst>
          </p:cNvPr>
          <p:cNvGrpSpPr>
            <a:grpSpLocks/>
          </p:cNvGrpSpPr>
          <p:nvPr/>
        </p:nvGrpSpPr>
        <p:grpSpPr bwMode="auto">
          <a:xfrm>
            <a:off x="6253040" y="3656450"/>
            <a:ext cx="5794375" cy="1152525"/>
            <a:chOff x="2739" y="2704"/>
            <a:chExt cx="2676" cy="591"/>
          </a:xfrm>
        </p:grpSpPr>
        <p:sp>
          <p:nvSpPr>
            <p:cNvPr id="10" name="AutoShape 110">
              <a:extLst>
                <a:ext uri="{FF2B5EF4-FFF2-40B4-BE49-F238E27FC236}">
                  <a16:creationId xmlns:a16="http://schemas.microsoft.com/office/drawing/2014/main" id="{4D04E451-11B3-45D1-8E19-0ED2059389DF}"/>
                </a:ext>
              </a:extLst>
            </p:cNvPr>
            <p:cNvSpPr>
              <a:spLocks noChangeArrowheads="1"/>
            </p:cNvSpPr>
            <p:nvPr/>
          </p:nvSpPr>
          <p:spPr bwMode="auto">
            <a:xfrm>
              <a:off x="2739" y="2886"/>
              <a:ext cx="2676" cy="409"/>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200.1.1.7/24 dev eth0</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route add default via 200.1.1.1 dev eth0</a:t>
              </a:r>
            </a:p>
            <a:p>
              <a:pPr eaLnBrk="1" hangingPunct="1">
                <a:spcBef>
                  <a:spcPct val="0"/>
                </a:spcBef>
                <a:buClrTx/>
                <a:buSzTx/>
                <a:buFontTx/>
                <a:buNone/>
              </a:pPr>
              <a:endParaRPr lang="en-US" sz="1600" b="1" noProof="0" dirty="0">
                <a:latin typeface="Courier New" panose="02070309020205020404" pitchFamily="49" charset="0"/>
              </a:endParaRPr>
            </a:p>
          </p:txBody>
        </p:sp>
        <p:sp>
          <p:nvSpPr>
            <p:cNvPr id="11" name="AutoShape 111">
              <a:extLst>
                <a:ext uri="{FF2B5EF4-FFF2-40B4-BE49-F238E27FC236}">
                  <a16:creationId xmlns:a16="http://schemas.microsoft.com/office/drawing/2014/main" id="{09E80DB7-8F3E-5E47-E421-BB912C66EC0C}"/>
                </a:ext>
              </a:extLst>
            </p:cNvPr>
            <p:cNvSpPr>
              <a:spLocks noChangeArrowheads="1"/>
            </p:cNvSpPr>
            <p:nvPr/>
          </p:nvSpPr>
          <p:spPr bwMode="auto">
            <a:xfrm>
              <a:off x="2784" y="270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pc2.startup</a:t>
              </a:r>
            </a:p>
          </p:txBody>
        </p:sp>
      </p:grpSp>
      <p:grpSp>
        <p:nvGrpSpPr>
          <p:cNvPr id="12" name="Group 117">
            <a:extLst>
              <a:ext uri="{FF2B5EF4-FFF2-40B4-BE49-F238E27FC236}">
                <a16:creationId xmlns:a16="http://schemas.microsoft.com/office/drawing/2014/main" id="{B47E6715-EA35-5A35-179D-00C8065122CE}"/>
              </a:ext>
            </a:extLst>
          </p:cNvPr>
          <p:cNvGrpSpPr>
            <a:grpSpLocks/>
          </p:cNvGrpSpPr>
          <p:nvPr/>
        </p:nvGrpSpPr>
        <p:grpSpPr bwMode="auto">
          <a:xfrm>
            <a:off x="137382" y="2012964"/>
            <a:ext cx="5957888" cy="1379538"/>
            <a:chOff x="2739" y="3339"/>
            <a:chExt cx="3753" cy="869"/>
          </a:xfrm>
        </p:grpSpPr>
        <p:sp>
          <p:nvSpPr>
            <p:cNvPr id="13" name="AutoShape 113">
              <a:extLst>
                <a:ext uri="{FF2B5EF4-FFF2-40B4-BE49-F238E27FC236}">
                  <a16:creationId xmlns:a16="http://schemas.microsoft.com/office/drawing/2014/main" id="{BEA00059-6B6A-1172-55D1-31BFA2C666FD}"/>
                </a:ext>
              </a:extLst>
            </p:cNvPr>
            <p:cNvSpPr>
              <a:spLocks noChangeArrowheads="1"/>
            </p:cNvSpPr>
            <p:nvPr/>
          </p:nvSpPr>
          <p:spPr bwMode="auto">
            <a:xfrm>
              <a:off x="2739" y="3521"/>
              <a:ext cx="3753" cy="687"/>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GB" sz="1600" b="1" noProof="0" dirty="0" err="1">
                  <a:latin typeface="Courier New" panose="02070309020205020404" pitchFamily="49" charset="0"/>
                </a:rPr>
                <a:t>ip</a:t>
              </a:r>
              <a:r>
                <a:rPr lang="en-GB" sz="1600" b="1" noProof="0" dirty="0">
                  <a:latin typeface="Courier New" panose="02070309020205020404" pitchFamily="49" charset="0"/>
                </a:rPr>
                <a:t> address add 200.100.50.1/24 dev eth0</a:t>
              </a:r>
            </a:p>
            <a:p>
              <a:pPr eaLnBrk="1" hangingPunct="1">
                <a:spcBef>
                  <a:spcPct val="0"/>
                </a:spcBef>
                <a:buClrTx/>
                <a:buSzTx/>
                <a:buFontTx/>
                <a:buNone/>
              </a:pPr>
              <a:r>
                <a:rPr lang="en-GB" sz="1600" b="1" noProof="0" dirty="0" err="1">
                  <a:latin typeface="Courier New" panose="02070309020205020404" pitchFamily="49" charset="0"/>
                </a:rPr>
                <a:t>ip</a:t>
              </a:r>
              <a:r>
                <a:rPr lang="en-GB" sz="1600" b="1" noProof="0" dirty="0">
                  <a:latin typeface="Courier New" panose="02070309020205020404" pitchFamily="49" charset="0"/>
                </a:rPr>
                <a:t> address add 10.0.0.2/30 dev eth1</a:t>
              </a:r>
            </a:p>
            <a:p>
              <a:pPr eaLnBrk="1" hangingPunct="1">
                <a:spcBef>
                  <a:spcPct val="0"/>
                </a:spcBef>
                <a:buClrTx/>
                <a:buSzTx/>
                <a:buFontTx/>
                <a:buNone/>
              </a:pPr>
              <a:r>
                <a:rPr lang="en-GB" sz="1600" b="1" noProof="0" dirty="0" err="1">
                  <a:latin typeface="Courier New" panose="02070309020205020404" pitchFamily="49" charset="0"/>
                </a:rPr>
                <a:t>ip</a:t>
              </a:r>
              <a:r>
                <a:rPr lang="en-GB" sz="1600" b="1" noProof="0" dirty="0">
                  <a:latin typeface="Courier New" panose="02070309020205020404" pitchFamily="49" charset="0"/>
                </a:rPr>
                <a:t> route add default via 10.0.0.1</a:t>
              </a:r>
            </a:p>
          </p:txBody>
        </p:sp>
        <p:sp>
          <p:nvSpPr>
            <p:cNvPr id="14" name="AutoShape 114">
              <a:extLst>
                <a:ext uri="{FF2B5EF4-FFF2-40B4-BE49-F238E27FC236}">
                  <a16:creationId xmlns:a16="http://schemas.microsoft.com/office/drawing/2014/main" id="{F41A5695-2E59-4980-FC97-3A457AD5A482}"/>
                </a:ext>
              </a:extLst>
            </p:cNvPr>
            <p:cNvSpPr>
              <a:spLocks noChangeArrowheads="1"/>
            </p:cNvSpPr>
            <p:nvPr/>
          </p:nvSpPr>
          <p:spPr bwMode="auto">
            <a:xfrm>
              <a:off x="2784" y="3339"/>
              <a:ext cx="1292"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dirty="0">
                  <a:latin typeface="Courier New" panose="02070309020205020404" pitchFamily="49" charset="0"/>
                </a:rPr>
                <a:t>router1</a:t>
              </a:r>
              <a:r>
                <a:rPr lang="en-US" sz="1600" b="1" noProof="0" dirty="0">
                  <a:latin typeface="Courier New" panose="02070309020205020404" pitchFamily="49" charset="0"/>
                </a:rPr>
                <a:t>.startup</a:t>
              </a:r>
            </a:p>
          </p:txBody>
        </p:sp>
      </p:grpSp>
      <p:grpSp>
        <p:nvGrpSpPr>
          <p:cNvPr id="16" name="Group 117">
            <a:extLst>
              <a:ext uri="{FF2B5EF4-FFF2-40B4-BE49-F238E27FC236}">
                <a16:creationId xmlns:a16="http://schemas.microsoft.com/office/drawing/2014/main" id="{7A70105E-B478-D14B-1A4B-47F0B8B755FB}"/>
              </a:ext>
            </a:extLst>
          </p:cNvPr>
          <p:cNvGrpSpPr>
            <a:grpSpLocks/>
          </p:cNvGrpSpPr>
          <p:nvPr/>
        </p:nvGrpSpPr>
        <p:grpSpPr bwMode="auto">
          <a:xfrm>
            <a:off x="144585" y="3820258"/>
            <a:ext cx="5957888" cy="1000125"/>
            <a:chOff x="2739" y="3339"/>
            <a:chExt cx="3753" cy="630"/>
          </a:xfrm>
        </p:grpSpPr>
        <p:sp>
          <p:nvSpPr>
            <p:cNvPr id="18" name="AutoShape 113">
              <a:extLst>
                <a:ext uri="{FF2B5EF4-FFF2-40B4-BE49-F238E27FC236}">
                  <a16:creationId xmlns:a16="http://schemas.microsoft.com/office/drawing/2014/main" id="{2B5536B2-A5C1-EB4D-8429-9B4B67503DC0}"/>
                </a:ext>
              </a:extLst>
            </p:cNvPr>
            <p:cNvSpPr>
              <a:spLocks noChangeArrowheads="1"/>
            </p:cNvSpPr>
            <p:nvPr/>
          </p:nvSpPr>
          <p:spPr bwMode="auto">
            <a:xfrm>
              <a:off x="2739" y="3521"/>
              <a:ext cx="3753" cy="448"/>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GB" sz="1600" b="1" noProof="0" dirty="0" err="1">
                  <a:latin typeface="Courier New" panose="02070309020205020404" pitchFamily="49" charset="0"/>
                </a:rPr>
                <a:t>ip</a:t>
              </a:r>
              <a:r>
                <a:rPr lang="en-GB" sz="1600" b="1" noProof="0" dirty="0">
                  <a:latin typeface="Courier New" panose="02070309020205020404" pitchFamily="49" charset="0"/>
                </a:rPr>
                <a:t> address add 10.0.0.1/30 dev eth0</a:t>
              </a:r>
            </a:p>
          </p:txBody>
        </p:sp>
        <p:sp>
          <p:nvSpPr>
            <p:cNvPr id="19" name="AutoShape 114">
              <a:extLst>
                <a:ext uri="{FF2B5EF4-FFF2-40B4-BE49-F238E27FC236}">
                  <a16:creationId xmlns:a16="http://schemas.microsoft.com/office/drawing/2014/main" id="{34EDE9DA-F137-F91B-15C2-8B5B08044016}"/>
                </a:ext>
              </a:extLst>
            </p:cNvPr>
            <p:cNvSpPr>
              <a:spLocks noChangeArrowheads="1"/>
            </p:cNvSpPr>
            <p:nvPr/>
          </p:nvSpPr>
          <p:spPr bwMode="auto">
            <a:xfrm>
              <a:off x="2784" y="3339"/>
              <a:ext cx="1292"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dirty="0">
                  <a:latin typeface="Courier New" panose="02070309020205020404" pitchFamily="49" charset="0"/>
                </a:rPr>
                <a:t>router2</a:t>
              </a:r>
              <a:r>
                <a:rPr lang="en-US" sz="1600" b="1" noProof="0" dirty="0">
                  <a:latin typeface="Courier New" panose="02070309020205020404" pitchFamily="49" charset="0"/>
                </a:rPr>
                <a:t>.startup</a:t>
              </a:r>
            </a:p>
          </p:txBody>
        </p:sp>
      </p:grpSp>
    </p:spTree>
    <p:extLst>
      <p:ext uri="{BB962C8B-B14F-4D97-AF65-F5344CB8AC3E}">
        <p14:creationId xmlns:p14="http://schemas.microsoft.com/office/powerpoint/2010/main" val="3612221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836F2-E515-3E5E-D905-529C8F03D51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0D96114-879A-5D34-D12F-0C111DA58D4B}"/>
              </a:ext>
            </a:extLst>
          </p:cNvPr>
          <p:cNvSpPr>
            <a:spLocks noGrp="1"/>
          </p:cNvSpPr>
          <p:nvPr>
            <p:ph type="title"/>
          </p:nvPr>
        </p:nvSpPr>
        <p:spPr/>
        <p:txBody>
          <a:bodyPr/>
          <a:lstStyle/>
          <a:p>
            <a:r>
              <a:rPr lang="en-US" dirty="0"/>
              <a:t>lab-1-lan: questions</a:t>
            </a:r>
          </a:p>
        </p:txBody>
      </p:sp>
      <p:sp>
        <p:nvSpPr>
          <p:cNvPr id="4" name="Segnaposto data 3">
            <a:extLst>
              <a:ext uri="{FF2B5EF4-FFF2-40B4-BE49-F238E27FC236}">
                <a16:creationId xmlns:a16="http://schemas.microsoft.com/office/drawing/2014/main" id="{C61867D5-0947-099D-3AE2-8A8F3BCDD541}"/>
              </a:ext>
            </a:extLst>
          </p:cNvPr>
          <p:cNvSpPr>
            <a:spLocks noGrp="1"/>
          </p:cNvSpPr>
          <p:nvPr>
            <p:ph type="dt" sz="half" idx="10"/>
          </p:nvPr>
        </p:nvSpPr>
        <p:spPr/>
        <p:txBody>
          <a:bodyPr/>
          <a:lstStyle/>
          <a:p>
            <a:pPr>
              <a:defRPr/>
            </a:pPr>
            <a:r>
              <a:rPr lang="en-US" altLang="it-IT" dirty="0"/>
              <a:t>last update: Nov 2025</a:t>
            </a:r>
            <a:endParaRPr lang="it-IT" altLang="it-IT" dirty="0"/>
          </a:p>
        </p:txBody>
      </p:sp>
      <p:sp>
        <p:nvSpPr>
          <p:cNvPr id="5" name="Segnaposto piè di pagina 4">
            <a:extLst>
              <a:ext uri="{FF2B5EF4-FFF2-40B4-BE49-F238E27FC236}">
                <a16:creationId xmlns:a16="http://schemas.microsoft.com/office/drawing/2014/main" id="{2711B5B3-ADB8-5EFD-B06A-6A82A95D7048}"/>
              </a:ext>
            </a:extLst>
          </p:cNvPr>
          <p:cNvSpPr>
            <a:spLocks noGrp="1"/>
          </p:cNvSpPr>
          <p:nvPr>
            <p:ph type="ftr" sz="quarter" idx="11"/>
          </p:nvPr>
        </p:nvSpPr>
        <p:spPr/>
        <p:txBody>
          <a:bodyPr/>
          <a:lstStyle/>
          <a:p>
            <a:pPr>
              <a:defRPr/>
            </a:pPr>
            <a:r>
              <a:rPr lang="it-IT" altLang="it-IT"/>
              <a:t>kathara – [ lab: basic-ipv4 ]</a:t>
            </a:r>
            <a:endParaRPr lang="it-IT" altLang="it-IT" dirty="0"/>
          </a:p>
        </p:txBody>
      </p:sp>
      <p:grpSp>
        <p:nvGrpSpPr>
          <p:cNvPr id="6" name="Gruppo 5">
            <a:extLst>
              <a:ext uri="{FF2B5EF4-FFF2-40B4-BE49-F238E27FC236}">
                <a16:creationId xmlns:a16="http://schemas.microsoft.com/office/drawing/2014/main" id="{FBA4C4D8-D63F-6F0B-7B16-9537BAFFABE6}"/>
              </a:ext>
            </a:extLst>
          </p:cNvPr>
          <p:cNvGrpSpPr/>
          <p:nvPr/>
        </p:nvGrpSpPr>
        <p:grpSpPr>
          <a:xfrm>
            <a:off x="2217644" y="1830294"/>
            <a:ext cx="7620000" cy="1905000"/>
            <a:chOff x="2160494" y="2744694"/>
            <a:chExt cx="7620000" cy="1905000"/>
          </a:xfrm>
        </p:grpSpPr>
        <p:grpSp>
          <p:nvGrpSpPr>
            <p:cNvPr id="7" name="Gruppo 6">
              <a:extLst>
                <a:ext uri="{FF2B5EF4-FFF2-40B4-BE49-F238E27FC236}">
                  <a16:creationId xmlns:a16="http://schemas.microsoft.com/office/drawing/2014/main" id="{23DD2943-AAA8-A7E4-4753-B6BD7A8C4260}"/>
                </a:ext>
              </a:extLst>
            </p:cNvPr>
            <p:cNvGrpSpPr/>
            <p:nvPr/>
          </p:nvGrpSpPr>
          <p:grpSpPr>
            <a:xfrm>
              <a:off x="2160494" y="2744694"/>
              <a:ext cx="7620000" cy="1905000"/>
              <a:chOff x="2160494" y="1592169"/>
              <a:chExt cx="7620000" cy="1905000"/>
            </a:xfrm>
          </p:grpSpPr>
          <p:grpSp>
            <p:nvGrpSpPr>
              <p:cNvPr id="9" name="Group 126">
                <a:extLst>
                  <a:ext uri="{FF2B5EF4-FFF2-40B4-BE49-F238E27FC236}">
                    <a16:creationId xmlns:a16="http://schemas.microsoft.com/office/drawing/2014/main" id="{1C171665-66E9-4285-637A-C7700FE92F12}"/>
                  </a:ext>
                </a:extLst>
              </p:cNvPr>
              <p:cNvGrpSpPr>
                <a:grpSpLocks/>
              </p:cNvGrpSpPr>
              <p:nvPr/>
            </p:nvGrpSpPr>
            <p:grpSpPr bwMode="auto">
              <a:xfrm>
                <a:off x="2160494" y="1592169"/>
                <a:ext cx="7620000" cy="1905000"/>
                <a:chOff x="336" y="2820"/>
                <a:chExt cx="4800" cy="1200"/>
              </a:xfrm>
            </p:grpSpPr>
            <p:sp>
              <p:nvSpPr>
                <p:cNvPr id="17" name="Line 38">
                  <a:extLst>
                    <a:ext uri="{FF2B5EF4-FFF2-40B4-BE49-F238E27FC236}">
                      <a16:creationId xmlns:a16="http://schemas.microsoft.com/office/drawing/2014/main" id="{904FF48E-6AC9-7305-8073-20D51FEAF8C3}"/>
                    </a:ext>
                  </a:extLst>
                </p:cNvPr>
                <p:cNvSpPr>
                  <a:spLocks noChangeShapeType="1"/>
                </p:cNvSpPr>
                <p:nvPr/>
              </p:nvSpPr>
              <p:spPr bwMode="auto">
                <a:xfrm flipH="1">
                  <a:off x="336" y="3183"/>
                  <a:ext cx="6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39">
                  <a:extLst>
                    <a:ext uri="{FF2B5EF4-FFF2-40B4-BE49-F238E27FC236}">
                      <a16:creationId xmlns:a16="http://schemas.microsoft.com/office/drawing/2014/main" id="{5271DE2F-FF02-C8CC-4C1C-5E1251A9DF92}"/>
                    </a:ext>
                  </a:extLst>
                </p:cNvPr>
                <p:cNvSpPr>
                  <a:spLocks noChangeShapeType="1"/>
                </p:cNvSpPr>
                <p:nvPr/>
              </p:nvSpPr>
              <p:spPr bwMode="auto">
                <a:xfrm flipH="1">
                  <a:off x="1296" y="3166"/>
                  <a:ext cx="177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40">
                  <a:extLst>
                    <a:ext uri="{FF2B5EF4-FFF2-40B4-BE49-F238E27FC236}">
                      <a16:creationId xmlns:a16="http://schemas.microsoft.com/office/drawing/2014/main" id="{DBCD5E55-4A76-7D7E-E2B0-768DF0AC781D}"/>
                    </a:ext>
                  </a:extLst>
                </p:cNvPr>
                <p:cNvSpPr>
                  <a:spLocks noChangeShapeType="1"/>
                </p:cNvSpPr>
                <p:nvPr/>
              </p:nvSpPr>
              <p:spPr bwMode="auto">
                <a:xfrm flipH="1">
                  <a:off x="3840" y="3300"/>
                  <a:ext cx="1"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0" name="Picture 41">
                  <a:extLst>
                    <a:ext uri="{FF2B5EF4-FFF2-40B4-BE49-F238E27FC236}">
                      <a16:creationId xmlns:a16="http://schemas.microsoft.com/office/drawing/2014/main" id="{9D5C5189-79F2-C4A9-182A-1AAA025B68B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1" y="2820"/>
                  <a:ext cx="57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Line 42">
                  <a:extLst>
                    <a:ext uri="{FF2B5EF4-FFF2-40B4-BE49-F238E27FC236}">
                      <a16:creationId xmlns:a16="http://schemas.microsoft.com/office/drawing/2014/main" id="{69D5B105-998F-994A-49B7-E52274196F9C}"/>
                    </a:ext>
                  </a:extLst>
                </p:cNvPr>
                <p:cNvSpPr>
                  <a:spLocks noChangeShapeType="1"/>
                </p:cNvSpPr>
                <p:nvPr/>
              </p:nvSpPr>
              <p:spPr bwMode="auto">
                <a:xfrm flipH="1">
                  <a:off x="4464" y="3300"/>
                  <a:ext cx="2"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2" name="Picture 43">
                  <a:extLst>
                    <a:ext uri="{FF2B5EF4-FFF2-40B4-BE49-F238E27FC236}">
                      <a16:creationId xmlns:a16="http://schemas.microsoft.com/office/drawing/2014/main" id="{2941286E-DE1B-FB2B-9506-CE33BAF1F61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6" y="2820"/>
                  <a:ext cx="57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Line 44">
                  <a:extLst>
                    <a:ext uri="{FF2B5EF4-FFF2-40B4-BE49-F238E27FC236}">
                      <a16:creationId xmlns:a16="http://schemas.microsoft.com/office/drawing/2014/main" id="{6CB7502B-FFB8-8135-38A8-DF23BF24FB19}"/>
                    </a:ext>
                  </a:extLst>
                </p:cNvPr>
                <p:cNvSpPr>
                  <a:spLocks noChangeShapeType="1"/>
                </p:cNvSpPr>
                <p:nvPr/>
              </p:nvSpPr>
              <p:spPr bwMode="auto">
                <a:xfrm flipH="1">
                  <a:off x="3025" y="3348"/>
                  <a:ext cx="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4" name="Group 45">
                  <a:extLst>
                    <a:ext uri="{FF2B5EF4-FFF2-40B4-BE49-F238E27FC236}">
                      <a16:creationId xmlns:a16="http://schemas.microsoft.com/office/drawing/2014/main" id="{191DEFE7-DAC0-DA0E-FAC9-473A4583A93D}"/>
                    </a:ext>
                  </a:extLst>
                </p:cNvPr>
                <p:cNvGrpSpPr>
                  <a:grpSpLocks/>
                </p:cNvGrpSpPr>
                <p:nvPr/>
              </p:nvGrpSpPr>
              <p:grpSpPr bwMode="auto">
                <a:xfrm>
                  <a:off x="2691" y="2974"/>
                  <a:ext cx="624" cy="384"/>
                  <a:chOff x="3792" y="3408"/>
                  <a:chExt cx="960" cy="528"/>
                </a:xfrm>
              </p:grpSpPr>
              <p:sp>
                <p:nvSpPr>
                  <p:cNvPr id="66" name="AutoShape 46">
                    <a:extLst>
                      <a:ext uri="{FF2B5EF4-FFF2-40B4-BE49-F238E27FC236}">
                        <a16:creationId xmlns:a16="http://schemas.microsoft.com/office/drawing/2014/main" id="{17A0933C-6E7D-1A0E-FB91-E372D7CD7664}"/>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a:p>
                </p:txBody>
              </p:sp>
              <p:grpSp>
                <p:nvGrpSpPr>
                  <p:cNvPr id="67" name="Group 47">
                    <a:extLst>
                      <a:ext uri="{FF2B5EF4-FFF2-40B4-BE49-F238E27FC236}">
                        <a16:creationId xmlns:a16="http://schemas.microsoft.com/office/drawing/2014/main" id="{0416FBF2-D17D-F937-292A-05AA1547ABF7}"/>
                      </a:ext>
                    </a:extLst>
                  </p:cNvPr>
                  <p:cNvGrpSpPr>
                    <a:grpSpLocks noChangeAspect="1"/>
                  </p:cNvGrpSpPr>
                  <p:nvPr/>
                </p:nvGrpSpPr>
                <p:grpSpPr bwMode="auto">
                  <a:xfrm>
                    <a:off x="3968" y="3441"/>
                    <a:ext cx="599" cy="207"/>
                    <a:chOff x="422" y="1632"/>
                    <a:chExt cx="829" cy="298"/>
                  </a:xfrm>
                </p:grpSpPr>
                <p:grpSp>
                  <p:nvGrpSpPr>
                    <p:cNvPr id="69" name="Group 48">
                      <a:extLst>
                        <a:ext uri="{FF2B5EF4-FFF2-40B4-BE49-F238E27FC236}">
                          <a16:creationId xmlns:a16="http://schemas.microsoft.com/office/drawing/2014/main" id="{982E9687-E087-CA02-0B15-EA6A5371C580}"/>
                        </a:ext>
                      </a:extLst>
                    </p:cNvPr>
                    <p:cNvGrpSpPr>
                      <a:grpSpLocks noChangeAspect="1"/>
                    </p:cNvGrpSpPr>
                    <p:nvPr/>
                  </p:nvGrpSpPr>
                  <p:grpSpPr bwMode="auto">
                    <a:xfrm>
                      <a:off x="422" y="1632"/>
                      <a:ext cx="822" cy="291"/>
                      <a:chOff x="422" y="1632"/>
                      <a:chExt cx="822" cy="291"/>
                    </a:xfrm>
                  </p:grpSpPr>
                  <p:sp>
                    <p:nvSpPr>
                      <p:cNvPr id="79" name="Freeform 49">
                        <a:extLst>
                          <a:ext uri="{FF2B5EF4-FFF2-40B4-BE49-F238E27FC236}">
                            <a16:creationId xmlns:a16="http://schemas.microsoft.com/office/drawing/2014/main" id="{C5D43A8F-B411-7AF0-32DB-8A2AAE3E981E}"/>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0" name="Freeform 50">
                        <a:extLst>
                          <a:ext uri="{FF2B5EF4-FFF2-40B4-BE49-F238E27FC236}">
                            <a16:creationId xmlns:a16="http://schemas.microsoft.com/office/drawing/2014/main" id="{F370D3BC-0900-D9D6-2083-DA04A50B3FB8}"/>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 name="Freeform 51">
                        <a:extLst>
                          <a:ext uri="{FF2B5EF4-FFF2-40B4-BE49-F238E27FC236}">
                            <a16:creationId xmlns:a16="http://schemas.microsoft.com/office/drawing/2014/main" id="{53FAE2E0-85EB-D4CA-B6E1-C25BE23C33B9}"/>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 name="Freeform 52">
                        <a:extLst>
                          <a:ext uri="{FF2B5EF4-FFF2-40B4-BE49-F238E27FC236}">
                            <a16:creationId xmlns:a16="http://schemas.microsoft.com/office/drawing/2014/main" id="{60D3A86D-5CA1-333F-3AE4-3655EADD3675}"/>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 name="Freeform 53">
                        <a:extLst>
                          <a:ext uri="{FF2B5EF4-FFF2-40B4-BE49-F238E27FC236}">
                            <a16:creationId xmlns:a16="http://schemas.microsoft.com/office/drawing/2014/main" id="{2FD4575A-8139-31DB-2C5F-B5BD4D72DAEC}"/>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4" name="Freeform 54">
                        <a:extLst>
                          <a:ext uri="{FF2B5EF4-FFF2-40B4-BE49-F238E27FC236}">
                            <a16:creationId xmlns:a16="http://schemas.microsoft.com/office/drawing/2014/main" id="{94F28DD3-3AD2-8CAA-5C1C-5E388F8E1189}"/>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5" name="Freeform 55">
                        <a:extLst>
                          <a:ext uri="{FF2B5EF4-FFF2-40B4-BE49-F238E27FC236}">
                            <a16:creationId xmlns:a16="http://schemas.microsoft.com/office/drawing/2014/main" id="{F3E63561-A613-5988-3418-9140E7F6B1CB}"/>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6" name="Freeform 56">
                        <a:extLst>
                          <a:ext uri="{FF2B5EF4-FFF2-40B4-BE49-F238E27FC236}">
                            <a16:creationId xmlns:a16="http://schemas.microsoft.com/office/drawing/2014/main" id="{0AEEAE80-AECE-69E6-E775-39681E490F3B}"/>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70" name="Group 57">
                      <a:extLst>
                        <a:ext uri="{FF2B5EF4-FFF2-40B4-BE49-F238E27FC236}">
                          <a16:creationId xmlns:a16="http://schemas.microsoft.com/office/drawing/2014/main" id="{5C04FB9A-5360-0B84-0401-93C839B37AD1}"/>
                        </a:ext>
                      </a:extLst>
                    </p:cNvPr>
                    <p:cNvGrpSpPr>
                      <a:grpSpLocks noChangeAspect="1"/>
                    </p:cNvGrpSpPr>
                    <p:nvPr/>
                  </p:nvGrpSpPr>
                  <p:grpSpPr bwMode="auto">
                    <a:xfrm>
                      <a:off x="429" y="1639"/>
                      <a:ext cx="822" cy="291"/>
                      <a:chOff x="429" y="1639"/>
                      <a:chExt cx="822" cy="291"/>
                    </a:xfrm>
                  </p:grpSpPr>
                  <p:sp>
                    <p:nvSpPr>
                      <p:cNvPr id="71" name="Freeform 58">
                        <a:extLst>
                          <a:ext uri="{FF2B5EF4-FFF2-40B4-BE49-F238E27FC236}">
                            <a16:creationId xmlns:a16="http://schemas.microsoft.com/office/drawing/2014/main" id="{DC1C3078-F345-86E1-64D8-C30AE7290047}"/>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59">
                        <a:extLst>
                          <a:ext uri="{FF2B5EF4-FFF2-40B4-BE49-F238E27FC236}">
                            <a16:creationId xmlns:a16="http://schemas.microsoft.com/office/drawing/2014/main" id="{29F35E29-56A5-7D60-4837-88AC6724F4DB}"/>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 name="Freeform 60">
                        <a:extLst>
                          <a:ext uri="{FF2B5EF4-FFF2-40B4-BE49-F238E27FC236}">
                            <a16:creationId xmlns:a16="http://schemas.microsoft.com/office/drawing/2014/main" id="{B3976F55-A416-4527-A5F8-133631DF8712}"/>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61">
                        <a:extLst>
                          <a:ext uri="{FF2B5EF4-FFF2-40B4-BE49-F238E27FC236}">
                            <a16:creationId xmlns:a16="http://schemas.microsoft.com/office/drawing/2014/main" id="{FB98CF4C-D503-1C6B-DE12-4E58FAC98D05}"/>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 name="Freeform 62">
                        <a:extLst>
                          <a:ext uri="{FF2B5EF4-FFF2-40B4-BE49-F238E27FC236}">
                            <a16:creationId xmlns:a16="http://schemas.microsoft.com/office/drawing/2014/main" id="{A52D3B3D-1492-92E2-1704-2D36B1A8B996}"/>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6" name="Freeform 63">
                        <a:extLst>
                          <a:ext uri="{FF2B5EF4-FFF2-40B4-BE49-F238E27FC236}">
                            <a16:creationId xmlns:a16="http://schemas.microsoft.com/office/drawing/2014/main" id="{2308776B-BD6C-F5F6-C4DD-8013C0D56BED}"/>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 name="Freeform 64">
                        <a:extLst>
                          <a:ext uri="{FF2B5EF4-FFF2-40B4-BE49-F238E27FC236}">
                            <a16:creationId xmlns:a16="http://schemas.microsoft.com/office/drawing/2014/main" id="{BD5A0AD5-6AE5-01E2-B8EF-D39B7C69B504}"/>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65">
                        <a:extLst>
                          <a:ext uri="{FF2B5EF4-FFF2-40B4-BE49-F238E27FC236}">
                            <a16:creationId xmlns:a16="http://schemas.microsoft.com/office/drawing/2014/main" id="{5CE5BCB0-0D27-E849-2B20-CA1FD33E550E}"/>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68" name="WordArt 66">
                    <a:extLst>
                      <a:ext uri="{FF2B5EF4-FFF2-40B4-BE49-F238E27FC236}">
                        <a16:creationId xmlns:a16="http://schemas.microsoft.com/office/drawing/2014/main" id="{01F8D123-5D94-5D1B-1589-FF9E4F7C9C57}"/>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1</a:t>
                    </a:r>
                  </a:p>
                </p:txBody>
              </p:sp>
            </p:grpSp>
            <p:sp>
              <p:nvSpPr>
                <p:cNvPr id="25" name="Text Box 67">
                  <a:extLst>
                    <a:ext uri="{FF2B5EF4-FFF2-40B4-BE49-F238E27FC236}">
                      <a16:creationId xmlns:a16="http://schemas.microsoft.com/office/drawing/2014/main" id="{C3563043-EE98-7B7A-3321-4B803A593580}"/>
                    </a:ext>
                  </a:extLst>
                </p:cNvPr>
                <p:cNvSpPr txBox="1">
                  <a:spLocks noChangeArrowheads="1"/>
                </p:cNvSpPr>
                <p:nvPr/>
              </p:nvSpPr>
              <p:spPr bwMode="auto">
                <a:xfrm>
                  <a:off x="3313" y="3770"/>
                  <a:ext cx="1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a:t>200.100.50.0/24</a:t>
                  </a:r>
                </a:p>
              </p:txBody>
            </p:sp>
            <p:grpSp>
              <p:nvGrpSpPr>
                <p:cNvPr id="26" name="Group 68">
                  <a:extLst>
                    <a:ext uri="{FF2B5EF4-FFF2-40B4-BE49-F238E27FC236}">
                      <a16:creationId xmlns:a16="http://schemas.microsoft.com/office/drawing/2014/main" id="{BC46C363-9509-BCB0-1F02-1E04D6C085B7}"/>
                    </a:ext>
                  </a:extLst>
                </p:cNvPr>
                <p:cNvGrpSpPr>
                  <a:grpSpLocks/>
                </p:cNvGrpSpPr>
                <p:nvPr/>
              </p:nvGrpSpPr>
              <p:grpSpPr bwMode="auto">
                <a:xfrm>
                  <a:off x="816" y="2974"/>
                  <a:ext cx="624" cy="384"/>
                  <a:chOff x="3792" y="3408"/>
                  <a:chExt cx="960" cy="528"/>
                </a:xfrm>
              </p:grpSpPr>
              <p:sp>
                <p:nvSpPr>
                  <p:cNvPr id="45" name="AutoShape 69">
                    <a:extLst>
                      <a:ext uri="{FF2B5EF4-FFF2-40B4-BE49-F238E27FC236}">
                        <a16:creationId xmlns:a16="http://schemas.microsoft.com/office/drawing/2014/main" id="{91ED1103-9EE9-1440-5D7C-501283E4BBD5}"/>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dirty="0"/>
                  </a:p>
                </p:txBody>
              </p:sp>
              <p:grpSp>
                <p:nvGrpSpPr>
                  <p:cNvPr id="46" name="Group 70">
                    <a:extLst>
                      <a:ext uri="{FF2B5EF4-FFF2-40B4-BE49-F238E27FC236}">
                        <a16:creationId xmlns:a16="http://schemas.microsoft.com/office/drawing/2014/main" id="{001A34D1-BEEE-D722-62E2-D74AE8DA86BF}"/>
                      </a:ext>
                    </a:extLst>
                  </p:cNvPr>
                  <p:cNvGrpSpPr>
                    <a:grpSpLocks noChangeAspect="1"/>
                  </p:cNvGrpSpPr>
                  <p:nvPr/>
                </p:nvGrpSpPr>
                <p:grpSpPr bwMode="auto">
                  <a:xfrm>
                    <a:off x="3968" y="3441"/>
                    <a:ext cx="599" cy="207"/>
                    <a:chOff x="422" y="1632"/>
                    <a:chExt cx="829" cy="298"/>
                  </a:xfrm>
                </p:grpSpPr>
                <p:grpSp>
                  <p:nvGrpSpPr>
                    <p:cNvPr id="48" name="Group 71">
                      <a:extLst>
                        <a:ext uri="{FF2B5EF4-FFF2-40B4-BE49-F238E27FC236}">
                          <a16:creationId xmlns:a16="http://schemas.microsoft.com/office/drawing/2014/main" id="{DACFA2B1-BB8B-CE17-D399-A9FC4A441DFD}"/>
                        </a:ext>
                      </a:extLst>
                    </p:cNvPr>
                    <p:cNvGrpSpPr>
                      <a:grpSpLocks noChangeAspect="1"/>
                    </p:cNvGrpSpPr>
                    <p:nvPr/>
                  </p:nvGrpSpPr>
                  <p:grpSpPr bwMode="auto">
                    <a:xfrm>
                      <a:off x="422" y="1632"/>
                      <a:ext cx="822" cy="291"/>
                      <a:chOff x="422" y="1632"/>
                      <a:chExt cx="822" cy="291"/>
                    </a:xfrm>
                  </p:grpSpPr>
                  <p:sp>
                    <p:nvSpPr>
                      <p:cNvPr id="58" name="Freeform 72">
                        <a:extLst>
                          <a:ext uri="{FF2B5EF4-FFF2-40B4-BE49-F238E27FC236}">
                            <a16:creationId xmlns:a16="http://schemas.microsoft.com/office/drawing/2014/main" id="{44252B4C-C93E-E0D8-3E3F-BA79BB1A6931}"/>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73">
                        <a:extLst>
                          <a:ext uri="{FF2B5EF4-FFF2-40B4-BE49-F238E27FC236}">
                            <a16:creationId xmlns:a16="http://schemas.microsoft.com/office/drawing/2014/main" id="{71F21ED0-1AF8-ECC7-6510-6FC4A71763A0}"/>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 name="Freeform 74">
                        <a:extLst>
                          <a:ext uri="{FF2B5EF4-FFF2-40B4-BE49-F238E27FC236}">
                            <a16:creationId xmlns:a16="http://schemas.microsoft.com/office/drawing/2014/main" id="{C7AD21D4-7E58-278E-CEA0-6D5D72AC6C60}"/>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 name="Freeform 75">
                        <a:extLst>
                          <a:ext uri="{FF2B5EF4-FFF2-40B4-BE49-F238E27FC236}">
                            <a16:creationId xmlns:a16="http://schemas.microsoft.com/office/drawing/2014/main" id="{61F1B30D-A09B-EF86-6837-51E9244BD31A}"/>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 name="Freeform 76">
                        <a:extLst>
                          <a:ext uri="{FF2B5EF4-FFF2-40B4-BE49-F238E27FC236}">
                            <a16:creationId xmlns:a16="http://schemas.microsoft.com/office/drawing/2014/main" id="{DF0DB3D8-9805-DC12-4F24-A534CC31CBC5}"/>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Freeform 77">
                        <a:extLst>
                          <a:ext uri="{FF2B5EF4-FFF2-40B4-BE49-F238E27FC236}">
                            <a16:creationId xmlns:a16="http://schemas.microsoft.com/office/drawing/2014/main" id="{9FD41A47-3CBF-2BF0-5CF7-5BA751EAEAE9}"/>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 name="Freeform 78">
                        <a:extLst>
                          <a:ext uri="{FF2B5EF4-FFF2-40B4-BE49-F238E27FC236}">
                            <a16:creationId xmlns:a16="http://schemas.microsoft.com/office/drawing/2014/main" id="{13ADE670-0FB2-C553-CC72-F48FC9FEE70D}"/>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 name="Freeform 79">
                        <a:extLst>
                          <a:ext uri="{FF2B5EF4-FFF2-40B4-BE49-F238E27FC236}">
                            <a16:creationId xmlns:a16="http://schemas.microsoft.com/office/drawing/2014/main" id="{E62EA40F-2910-26EE-6285-778E1F81BE89}"/>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9" name="Group 80">
                      <a:extLst>
                        <a:ext uri="{FF2B5EF4-FFF2-40B4-BE49-F238E27FC236}">
                          <a16:creationId xmlns:a16="http://schemas.microsoft.com/office/drawing/2014/main" id="{24916F38-E3C2-C39A-8CF4-EA21FCE618E7}"/>
                        </a:ext>
                      </a:extLst>
                    </p:cNvPr>
                    <p:cNvGrpSpPr>
                      <a:grpSpLocks noChangeAspect="1"/>
                    </p:cNvGrpSpPr>
                    <p:nvPr/>
                  </p:nvGrpSpPr>
                  <p:grpSpPr bwMode="auto">
                    <a:xfrm>
                      <a:off x="429" y="1639"/>
                      <a:ext cx="822" cy="291"/>
                      <a:chOff x="429" y="1639"/>
                      <a:chExt cx="822" cy="291"/>
                    </a:xfrm>
                  </p:grpSpPr>
                  <p:sp>
                    <p:nvSpPr>
                      <p:cNvPr id="50" name="Freeform 81">
                        <a:extLst>
                          <a:ext uri="{FF2B5EF4-FFF2-40B4-BE49-F238E27FC236}">
                            <a16:creationId xmlns:a16="http://schemas.microsoft.com/office/drawing/2014/main" id="{AC974806-CD17-A118-8518-0A2A6ED8F889}"/>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82">
                        <a:extLst>
                          <a:ext uri="{FF2B5EF4-FFF2-40B4-BE49-F238E27FC236}">
                            <a16:creationId xmlns:a16="http://schemas.microsoft.com/office/drawing/2014/main" id="{AB2AEF10-FC2F-8CEB-48D4-6A7681CB8788}"/>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Freeform 83">
                        <a:extLst>
                          <a:ext uri="{FF2B5EF4-FFF2-40B4-BE49-F238E27FC236}">
                            <a16:creationId xmlns:a16="http://schemas.microsoft.com/office/drawing/2014/main" id="{AE660B33-940A-91DF-A2B3-B8B5946AC349}"/>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84">
                        <a:extLst>
                          <a:ext uri="{FF2B5EF4-FFF2-40B4-BE49-F238E27FC236}">
                            <a16:creationId xmlns:a16="http://schemas.microsoft.com/office/drawing/2014/main" id="{D08CD2C0-8850-140D-1F90-BAB7FEDBEE84}"/>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85">
                        <a:extLst>
                          <a:ext uri="{FF2B5EF4-FFF2-40B4-BE49-F238E27FC236}">
                            <a16:creationId xmlns:a16="http://schemas.microsoft.com/office/drawing/2014/main" id="{64A4B3C6-F228-A20C-679B-000E8B914F0D}"/>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86">
                        <a:extLst>
                          <a:ext uri="{FF2B5EF4-FFF2-40B4-BE49-F238E27FC236}">
                            <a16:creationId xmlns:a16="http://schemas.microsoft.com/office/drawing/2014/main" id="{D6B86D83-B6F2-8884-F33A-963858BEC40C}"/>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87">
                        <a:extLst>
                          <a:ext uri="{FF2B5EF4-FFF2-40B4-BE49-F238E27FC236}">
                            <a16:creationId xmlns:a16="http://schemas.microsoft.com/office/drawing/2014/main" id="{9FB3B664-4E11-0277-2C1A-0C7884F2678E}"/>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88">
                        <a:extLst>
                          <a:ext uri="{FF2B5EF4-FFF2-40B4-BE49-F238E27FC236}">
                            <a16:creationId xmlns:a16="http://schemas.microsoft.com/office/drawing/2014/main" id="{6DF6E795-F3DD-57E6-1197-8B84C44CF2B8}"/>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7" name="WordArt 89">
                    <a:extLst>
                      <a:ext uri="{FF2B5EF4-FFF2-40B4-BE49-F238E27FC236}">
                        <a16:creationId xmlns:a16="http://schemas.microsoft.com/office/drawing/2014/main" id="{4AE7DFA6-E564-4240-D79C-3F8EF681EB6B}"/>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2</a:t>
                    </a:r>
                  </a:p>
                </p:txBody>
              </p:sp>
            </p:grpSp>
            <p:sp>
              <p:nvSpPr>
                <p:cNvPr id="27" name="Text Box 91">
                  <a:extLst>
                    <a:ext uri="{FF2B5EF4-FFF2-40B4-BE49-F238E27FC236}">
                      <a16:creationId xmlns:a16="http://schemas.microsoft.com/office/drawing/2014/main" id="{225A9837-AD44-0D43-1AB2-3B1DC7E47445}"/>
                    </a:ext>
                  </a:extLst>
                </p:cNvPr>
                <p:cNvSpPr txBox="1">
                  <a:spLocks noChangeArrowheads="1"/>
                </p:cNvSpPr>
                <p:nvPr/>
              </p:nvSpPr>
              <p:spPr bwMode="auto">
                <a:xfrm>
                  <a:off x="1704" y="3204"/>
                  <a:ext cx="8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a:t>10.0.0.0/30</a:t>
                  </a:r>
                </a:p>
              </p:txBody>
            </p:sp>
            <p:grpSp>
              <p:nvGrpSpPr>
                <p:cNvPr id="28" name="Group 92">
                  <a:extLst>
                    <a:ext uri="{FF2B5EF4-FFF2-40B4-BE49-F238E27FC236}">
                      <a16:creationId xmlns:a16="http://schemas.microsoft.com/office/drawing/2014/main" id="{71589017-EEB3-DA8B-FD3B-236433FB9D69}"/>
                    </a:ext>
                  </a:extLst>
                </p:cNvPr>
                <p:cNvGrpSpPr>
                  <a:grpSpLocks/>
                </p:cNvGrpSpPr>
                <p:nvPr/>
              </p:nvGrpSpPr>
              <p:grpSpPr bwMode="auto">
                <a:xfrm>
                  <a:off x="1488" y="2820"/>
                  <a:ext cx="288" cy="240"/>
                  <a:chOff x="144" y="3264"/>
                  <a:chExt cx="288" cy="240"/>
                </a:xfrm>
              </p:grpSpPr>
              <p:sp>
                <p:nvSpPr>
                  <p:cNvPr id="43" name="Rectangle 93">
                    <a:extLst>
                      <a:ext uri="{FF2B5EF4-FFF2-40B4-BE49-F238E27FC236}">
                        <a16:creationId xmlns:a16="http://schemas.microsoft.com/office/drawing/2014/main" id="{9E4235BF-1590-A7AD-44EC-959A1D5E756B}"/>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44" name="Rectangle 94">
                    <a:extLst>
                      <a:ext uri="{FF2B5EF4-FFF2-40B4-BE49-F238E27FC236}">
                        <a16:creationId xmlns:a16="http://schemas.microsoft.com/office/drawing/2014/main" id="{DCC1415E-5D5D-2B25-5683-E1F4F089B03D}"/>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1</a:t>
                    </a:r>
                  </a:p>
                </p:txBody>
              </p:sp>
            </p:grpSp>
            <p:grpSp>
              <p:nvGrpSpPr>
                <p:cNvPr id="29" name="Group 95">
                  <a:extLst>
                    <a:ext uri="{FF2B5EF4-FFF2-40B4-BE49-F238E27FC236}">
                      <a16:creationId xmlns:a16="http://schemas.microsoft.com/office/drawing/2014/main" id="{354187C4-6EEC-4155-7294-56FAF331B443}"/>
                    </a:ext>
                  </a:extLst>
                </p:cNvPr>
                <p:cNvGrpSpPr>
                  <a:grpSpLocks/>
                </p:cNvGrpSpPr>
                <p:nvPr/>
              </p:nvGrpSpPr>
              <p:grpSpPr bwMode="auto">
                <a:xfrm>
                  <a:off x="2352" y="2820"/>
                  <a:ext cx="288" cy="240"/>
                  <a:chOff x="144" y="3264"/>
                  <a:chExt cx="288" cy="240"/>
                </a:xfrm>
              </p:grpSpPr>
              <p:sp>
                <p:nvSpPr>
                  <p:cNvPr id="41" name="Rectangle 96">
                    <a:extLst>
                      <a:ext uri="{FF2B5EF4-FFF2-40B4-BE49-F238E27FC236}">
                        <a16:creationId xmlns:a16="http://schemas.microsoft.com/office/drawing/2014/main" id="{C7E10528-C73F-C72B-92D0-1635563B4358}"/>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eth1</a:t>
                    </a:r>
                  </a:p>
                </p:txBody>
              </p:sp>
              <p:sp>
                <p:nvSpPr>
                  <p:cNvPr id="42" name="Rectangle 97">
                    <a:extLst>
                      <a:ext uri="{FF2B5EF4-FFF2-40B4-BE49-F238E27FC236}">
                        <a16:creationId xmlns:a16="http://schemas.microsoft.com/office/drawing/2014/main" id="{160FCDC1-3F1C-7526-9214-0FB1614BA0BD}"/>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2</a:t>
                    </a:r>
                  </a:p>
                </p:txBody>
              </p:sp>
            </p:grpSp>
            <p:grpSp>
              <p:nvGrpSpPr>
                <p:cNvPr id="30" name="Group 98">
                  <a:extLst>
                    <a:ext uri="{FF2B5EF4-FFF2-40B4-BE49-F238E27FC236}">
                      <a16:creationId xmlns:a16="http://schemas.microsoft.com/office/drawing/2014/main" id="{B4993CD8-6D57-191E-1D54-D08227C01A3F}"/>
                    </a:ext>
                  </a:extLst>
                </p:cNvPr>
                <p:cNvGrpSpPr>
                  <a:grpSpLocks/>
                </p:cNvGrpSpPr>
                <p:nvPr/>
              </p:nvGrpSpPr>
              <p:grpSpPr bwMode="auto">
                <a:xfrm>
                  <a:off x="3072" y="3396"/>
                  <a:ext cx="288" cy="240"/>
                  <a:chOff x="144" y="3264"/>
                  <a:chExt cx="288" cy="240"/>
                </a:xfrm>
              </p:grpSpPr>
              <p:sp>
                <p:nvSpPr>
                  <p:cNvPr id="39" name="Rectangle 99">
                    <a:extLst>
                      <a:ext uri="{FF2B5EF4-FFF2-40B4-BE49-F238E27FC236}">
                        <a16:creationId xmlns:a16="http://schemas.microsoft.com/office/drawing/2014/main" id="{8C028CDE-E621-2AF8-DC48-7AC5D0331A65}"/>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40" name="Rectangle 100">
                    <a:extLst>
                      <a:ext uri="{FF2B5EF4-FFF2-40B4-BE49-F238E27FC236}">
                        <a16:creationId xmlns:a16="http://schemas.microsoft.com/office/drawing/2014/main" id="{B369BCF5-DF6E-8D8E-67BD-001EB3C46F5C}"/>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1</a:t>
                    </a:r>
                  </a:p>
                </p:txBody>
              </p:sp>
            </p:grpSp>
            <p:sp>
              <p:nvSpPr>
                <p:cNvPr id="31" name="Line 101">
                  <a:extLst>
                    <a:ext uri="{FF2B5EF4-FFF2-40B4-BE49-F238E27FC236}">
                      <a16:creationId xmlns:a16="http://schemas.microsoft.com/office/drawing/2014/main" id="{E82A5857-2FFB-6AE2-057C-2908AF772928}"/>
                    </a:ext>
                  </a:extLst>
                </p:cNvPr>
                <p:cNvSpPr>
                  <a:spLocks noChangeShapeType="1"/>
                </p:cNvSpPr>
                <p:nvPr/>
              </p:nvSpPr>
              <p:spPr bwMode="auto">
                <a:xfrm flipH="1">
                  <a:off x="2832" y="3780"/>
                  <a:ext cx="230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2" name="Oval 102">
                  <a:extLst>
                    <a:ext uri="{FF2B5EF4-FFF2-40B4-BE49-F238E27FC236}">
                      <a16:creationId xmlns:a16="http://schemas.microsoft.com/office/drawing/2014/main" id="{C6799F67-FC76-42A3-2206-7194071D947E}"/>
                    </a:ext>
                  </a:extLst>
                </p:cNvPr>
                <p:cNvSpPr>
                  <a:spLocks noChangeArrowheads="1"/>
                </p:cNvSpPr>
                <p:nvPr/>
              </p:nvSpPr>
              <p:spPr bwMode="auto">
                <a:xfrm flipH="1">
                  <a:off x="2688" y="3684"/>
                  <a:ext cx="192" cy="192"/>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a:latin typeface="Tahoma" panose="020B0604030504040204" pitchFamily="34" charset="0"/>
                    </a:rPr>
                    <a:t>A</a:t>
                  </a:r>
                </a:p>
              </p:txBody>
            </p:sp>
            <p:grpSp>
              <p:nvGrpSpPr>
                <p:cNvPr id="33" name="Group 103">
                  <a:extLst>
                    <a:ext uri="{FF2B5EF4-FFF2-40B4-BE49-F238E27FC236}">
                      <a16:creationId xmlns:a16="http://schemas.microsoft.com/office/drawing/2014/main" id="{9B88EFCF-6E6E-9072-6E03-031D926CFDA8}"/>
                    </a:ext>
                  </a:extLst>
                </p:cNvPr>
                <p:cNvGrpSpPr>
                  <a:grpSpLocks/>
                </p:cNvGrpSpPr>
                <p:nvPr/>
              </p:nvGrpSpPr>
              <p:grpSpPr bwMode="auto">
                <a:xfrm>
                  <a:off x="3888" y="3396"/>
                  <a:ext cx="288" cy="240"/>
                  <a:chOff x="144" y="3264"/>
                  <a:chExt cx="288" cy="240"/>
                </a:xfrm>
              </p:grpSpPr>
              <p:sp>
                <p:nvSpPr>
                  <p:cNvPr id="37" name="Rectangle 104">
                    <a:extLst>
                      <a:ext uri="{FF2B5EF4-FFF2-40B4-BE49-F238E27FC236}">
                        <a16:creationId xmlns:a16="http://schemas.microsoft.com/office/drawing/2014/main" id="{DA845237-B655-9AB3-726A-77F9B11AAA82}"/>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8" name="Rectangle 105">
                    <a:extLst>
                      <a:ext uri="{FF2B5EF4-FFF2-40B4-BE49-F238E27FC236}">
                        <a16:creationId xmlns:a16="http://schemas.microsoft.com/office/drawing/2014/main" id="{D3F79259-8BA5-5FB6-6B38-DECC5C1A710D}"/>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2</a:t>
                    </a:r>
                  </a:p>
                </p:txBody>
              </p:sp>
            </p:grpSp>
            <p:grpSp>
              <p:nvGrpSpPr>
                <p:cNvPr id="34" name="Group 106">
                  <a:extLst>
                    <a:ext uri="{FF2B5EF4-FFF2-40B4-BE49-F238E27FC236}">
                      <a16:creationId xmlns:a16="http://schemas.microsoft.com/office/drawing/2014/main" id="{6095E98B-F8D7-35CB-4C85-AA598E418B27}"/>
                    </a:ext>
                  </a:extLst>
                </p:cNvPr>
                <p:cNvGrpSpPr>
                  <a:grpSpLocks/>
                </p:cNvGrpSpPr>
                <p:nvPr/>
              </p:nvGrpSpPr>
              <p:grpSpPr bwMode="auto">
                <a:xfrm>
                  <a:off x="4512" y="3396"/>
                  <a:ext cx="288" cy="240"/>
                  <a:chOff x="144" y="3264"/>
                  <a:chExt cx="288" cy="240"/>
                </a:xfrm>
              </p:grpSpPr>
              <p:sp>
                <p:nvSpPr>
                  <p:cNvPr id="35" name="Rectangle 107">
                    <a:extLst>
                      <a:ext uri="{FF2B5EF4-FFF2-40B4-BE49-F238E27FC236}">
                        <a16:creationId xmlns:a16="http://schemas.microsoft.com/office/drawing/2014/main" id="{EE774961-C2A4-EFD8-C46A-E61D2CF37B98}"/>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6" name="Rectangle 108">
                    <a:extLst>
                      <a:ext uri="{FF2B5EF4-FFF2-40B4-BE49-F238E27FC236}">
                        <a16:creationId xmlns:a16="http://schemas.microsoft.com/office/drawing/2014/main" id="{136BC244-AE56-E4C5-0771-001752A3CC28}"/>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3</a:t>
                    </a:r>
                  </a:p>
                </p:txBody>
              </p:sp>
            </p:grpSp>
          </p:grpSp>
          <p:sp>
            <p:nvSpPr>
              <p:cNvPr id="10" name="CasellaDiTesto 9">
                <a:extLst>
                  <a:ext uri="{FF2B5EF4-FFF2-40B4-BE49-F238E27FC236}">
                    <a16:creationId xmlns:a16="http://schemas.microsoft.com/office/drawing/2014/main" id="{7C8983D2-7925-BABC-5B4E-7323BA89286B}"/>
                  </a:ext>
                </a:extLst>
              </p:cNvPr>
              <p:cNvSpPr txBox="1"/>
              <p:nvPr/>
            </p:nvSpPr>
            <p:spPr>
              <a:xfrm>
                <a:off x="7457843" y="1674345"/>
                <a:ext cx="645459" cy="369332"/>
              </a:xfrm>
              <a:prstGeom prst="rect">
                <a:avLst/>
              </a:prstGeom>
              <a:noFill/>
            </p:spPr>
            <p:txBody>
              <a:bodyPr wrap="square" rtlCol="0">
                <a:spAutoFit/>
              </a:bodyPr>
              <a:lstStyle/>
              <a:p>
                <a:pPr algn="ctr"/>
                <a:r>
                  <a:rPr lang="en-US" dirty="0"/>
                  <a:t>pc1</a:t>
                </a:r>
              </a:p>
            </p:txBody>
          </p:sp>
          <p:sp>
            <p:nvSpPr>
              <p:cNvPr id="11" name="CasellaDiTesto 10">
                <a:extLst>
                  <a:ext uri="{FF2B5EF4-FFF2-40B4-BE49-F238E27FC236}">
                    <a16:creationId xmlns:a16="http://schemas.microsoft.com/office/drawing/2014/main" id="{11DAFA93-0362-1D50-8BA4-73208C2853B0}"/>
                  </a:ext>
                </a:extLst>
              </p:cNvPr>
              <p:cNvSpPr txBox="1"/>
              <p:nvPr/>
            </p:nvSpPr>
            <p:spPr>
              <a:xfrm>
                <a:off x="8429015" y="1701239"/>
                <a:ext cx="645459" cy="369332"/>
              </a:xfrm>
              <a:prstGeom prst="rect">
                <a:avLst/>
              </a:prstGeom>
              <a:noFill/>
            </p:spPr>
            <p:txBody>
              <a:bodyPr wrap="square" rtlCol="0">
                <a:spAutoFit/>
              </a:bodyPr>
              <a:lstStyle/>
              <a:p>
                <a:pPr algn="ctr"/>
                <a:r>
                  <a:rPr lang="en-US" dirty="0"/>
                  <a:t>pc2</a:t>
                </a:r>
              </a:p>
            </p:txBody>
          </p:sp>
        </p:grpSp>
        <p:sp>
          <p:nvSpPr>
            <p:cNvPr id="8" name="Oval 102">
              <a:extLst>
                <a:ext uri="{FF2B5EF4-FFF2-40B4-BE49-F238E27FC236}">
                  <a16:creationId xmlns:a16="http://schemas.microsoft.com/office/drawing/2014/main" id="{AF87B0AA-472C-363C-0591-9F8C762F4017}"/>
                </a:ext>
              </a:extLst>
            </p:cNvPr>
            <p:cNvSpPr>
              <a:spLocks noChangeArrowheads="1"/>
            </p:cNvSpPr>
            <p:nvPr/>
          </p:nvSpPr>
          <p:spPr bwMode="auto">
            <a:xfrm flipH="1">
              <a:off x="4751294" y="3133131"/>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dirty="0">
                  <a:latin typeface="Tahoma" panose="020B0604030504040204" pitchFamily="34" charset="0"/>
                </a:rPr>
                <a:t>B</a:t>
              </a:r>
            </a:p>
          </p:txBody>
        </p:sp>
      </p:grpSp>
      <p:sp>
        <p:nvSpPr>
          <p:cNvPr id="87" name="CasellaDiTesto 86">
            <a:extLst>
              <a:ext uri="{FF2B5EF4-FFF2-40B4-BE49-F238E27FC236}">
                <a16:creationId xmlns:a16="http://schemas.microsoft.com/office/drawing/2014/main" id="{6B75D23C-140A-3EC0-0408-299E77FE67DE}"/>
              </a:ext>
            </a:extLst>
          </p:cNvPr>
          <p:cNvSpPr txBox="1"/>
          <p:nvPr/>
        </p:nvSpPr>
        <p:spPr>
          <a:xfrm>
            <a:off x="1790700" y="3810000"/>
            <a:ext cx="9169400" cy="2677656"/>
          </a:xfrm>
          <a:prstGeom prst="rect">
            <a:avLst/>
          </a:prstGeom>
          <a:noFill/>
        </p:spPr>
        <p:txBody>
          <a:bodyPr wrap="square" rtlCol="0">
            <a:spAutoFit/>
          </a:bodyPr>
          <a:lstStyle/>
          <a:p>
            <a:r>
              <a:rPr lang="en-US" sz="2400" dirty="0"/>
              <a:t>Inspect the routing table of router 1, how many entries are there? </a:t>
            </a:r>
          </a:p>
          <a:p>
            <a:endParaRPr lang="en-US" sz="2400" dirty="0"/>
          </a:p>
          <a:p>
            <a:r>
              <a:rPr lang="en-US" sz="2400" dirty="0"/>
              <a:t>What is the broadcast address for LAN A? </a:t>
            </a:r>
          </a:p>
          <a:p>
            <a:endParaRPr lang="en-US" sz="2400" dirty="0"/>
          </a:p>
          <a:p>
            <a:r>
              <a:rPr lang="en-US" sz="2400" dirty="0"/>
              <a:t>What is the broadcast address for LAN B?</a:t>
            </a:r>
          </a:p>
          <a:p>
            <a:br>
              <a:rPr lang="en-US" sz="2400" dirty="0"/>
            </a:br>
            <a:endParaRPr lang="en-US" sz="2400" dirty="0"/>
          </a:p>
        </p:txBody>
      </p:sp>
    </p:spTree>
    <p:extLst>
      <p:ext uri="{BB962C8B-B14F-4D97-AF65-F5344CB8AC3E}">
        <p14:creationId xmlns:p14="http://schemas.microsoft.com/office/powerpoint/2010/main" val="95422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55B53-97F4-C0AF-FC21-C8FDDFD73F5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13EDE72-869D-6C1F-C5FA-86B40988DF47}"/>
              </a:ext>
            </a:extLst>
          </p:cNvPr>
          <p:cNvSpPr>
            <a:spLocks noGrp="1"/>
          </p:cNvSpPr>
          <p:nvPr>
            <p:ph type="title"/>
          </p:nvPr>
        </p:nvSpPr>
        <p:spPr/>
        <p:txBody>
          <a:bodyPr/>
          <a:lstStyle/>
          <a:p>
            <a:r>
              <a:rPr lang="en-US" sz="4400" dirty="0"/>
              <a:t>lab-1-lan</a:t>
            </a:r>
            <a:r>
              <a:rPr lang="en-US" dirty="0"/>
              <a:t>: inspecting the routing table</a:t>
            </a:r>
          </a:p>
        </p:txBody>
      </p:sp>
      <p:sp>
        <p:nvSpPr>
          <p:cNvPr id="4" name="Segnaposto data 3">
            <a:extLst>
              <a:ext uri="{FF2B5EF4-FFF2-40B4-BE49-F238E27FC236}">
                <a16:creationId xmlns:a16="http://schemas.microsoft.com/office/drawing/2014/main" id="{A920613B-052C-14EA-BB30-7F26684CCB83}"/>
              </a:ext>
            </a:extLst>
          </p:cNvPr>
          <p:cNvSpPr>
            <a:spLocks noGrp="1"/>
          </p:cNvSpPr>
          <p:nvPr>
            <p:ph type="dt" sz="half" idx="10"/>
          </p:nvPr>
        </p:nvSpPr>
        <p:spPr/>
        <p:txBody>
          <a:bodyPr/>
          <a:lstStyle/>
          <a:p>
            <a:pPr>
              <a:defRPr/>
            </a:pPr>
            <a:r>
              <a:rPr lang="en-US" altLang="it-IT" dirty="0"/>
              <a:t>last update: Nov 2025</a:t>
            </a:r>
            <a:endParaRPr lang="it-IT" altLang="it-IT" dirty="0"/>
          </a:p>
        </p:txBody>
      </p:sp>
      <p:sp>
        <p:nvSpPr>
          <p:cNvPr id="5" name="Segnaposto piè di pagina 4">
            <a:extLst>
              <a:ext uri="{FF2B5EF4-FFF2-40B4-BE49-F238E27FC236}">
                <a16:creationId xmlns:a16="http://schemas.microsoft.com/office/drawing/2014/main" id="{86B3E4B6-5926-FB12-4E1A-7D988266EC9D}"/>
              </a:ext>
            </a:extLst>
          </p:cNvPr>
          <p:cNvSpPr>
            <a:spLocks noGrp="1"/>
          </p:cNvSpPr>
          <p:nvPr>
            <p:ph type="ftr" sz="quarter" idx="11"/>
          </p:nvPr>
        </p:nvSpPr>
        <p:spPr/>
        <p:txBody>
          <a:bodyPr/>
          <a:lstStyle/>
          <a:p>
            <a:pPr>
              <a:defRPr/>
            </a:pPr>
            <a:r>
              <a:rPr lang="it-IT" altLang="it-IT"/>
              <a:t>kathara – [ lab: basic-ipv4 ]</a:t>
            </a:r>
            <a:endParaRPr lang="it-IT" altLang="it-IT" dirty="0"/>
          </a:p>
        </p:txBody>
      </p:sp>
      <p:grpSp>
        <p:nvGrpSpPr>
          <p:cNvPr id="6" name="Gruppo 5">
            <a:extLst>
              <a:ext uri="{FF2B5EF4-FFF2-40B4-BE49-F238E27FC236}">
                <a16:creationId xmlns:a16="http://schemas.microsoft.com/office/drawing/2014/main" id="{58BD47FF-7825-2DF5-D1CF-AB00DBE5AAB0}"/>
              </a:ext>
            </a:extLst>
          </p:cNvPr>
          <p:cNvGrpSpPr/>
          <p:nvPr/>
        </p:nvGrpSpPr>
        <p:grpSpPr>
          <a:xfrm>
            <a:off x="2217644" y="1830294"/>
            <a:ext cx="7620000" cy="1905000"/>
            <a:chOff x="2160494" y="2744694"/>
            <a:chExt cx="7620000" cy="1905000"/>
          </a:xfrm>
        </p:grpSpPr>
        <p:grpSp>
          <p:nvGrpSpPr>
            <p:cNvPr id="7" name="Gruppo 6">
              <a:extLst>
                <a:ext uri="{FF2B5EF4-FFF2-40B4-BE49-F238E27FC236}">
                  <a16:creationId xmlns:a16="http://schemas.microsoft.com/office/drawing/2014/main" id="{53ABC72B-CD76-893D-6986-01BBB72C919F}"/>
                </a:ext>
              </a:extLst>
            </p:cNvPr>
            <p:cNvGrpSpPr/>
            <p:nvPr/>
          </p:nvGrpSpPr>
          <p:grpSpPr>
            <a:xfrm>
              <a:off x="2160494" y="2744694"/>
              <a:ext cx="7620000" cy="1905000"/>
              <a:chOff x="2160494" y="1592169"/>
              <a:chExt cx="7620000" cy="1905000"/>
            </a:xfrm>
          </p:grpSpPr>
          <p:grpSp>
            <p:nvGrpSpPr>
              <p:cNvPr id="9" name="Group 126">
                <a:extLst>
                  <a:ext uri="{FF2B5EF4-FFF2-40B4-BE49-F238E27FC236}">
                    <a16:creationId xmlns:a16="http://schemas.microsoft.com/office/drawing/2014/main" id="{1C3F8A7A-861B-46AB-E6E8-94001D595817}"/>
                  </a:ext>
                </a:extLst>
              </p:cNvPr>
              <p:cNvGrpSpPr>
                <a:grpSpLocks/>
              </p:cNvGrpSpPr>
              <p:nvPr/>
            </p:nvGrpSpPr>
            <p:grpSpPr bwMode="auto">
              <a:xfrm>
                <a:off x="2160494" y="1592169"/>
                <a:ext cx="7620000" cy="1905000"/>
                <a:chOff x="336" y="2820"/>
                <a:chExt cx="4800" cy="1200"/>
              </a:xfrm>
            </p:grpSpPr>
            <p:sp>
              <p:nvSpPr>
                <p:cNvPr id="17" name="Line 38">
                  <a:extLst>
                    <a:ext uri="{FF2B5EF4-FFF2-40B4-BE49-F238E27FC236}">
                      <a16:creationId xmlns:a16="http://schemas.microsoft.com/office/drawing/2014/main" id="{1AEF6A70-4752-5702-A8D3-92A2BA54CBEB}"/>
                    </a:ext>
                  </a:extLst>
                </p:cNvPr>
                <p:cNvSpPr>
                  <a:spLocks noChangeShapeType="1"/>
                </p:cNvSpPr>
                <p:nvPr/>
              </p:nvSpPr>
              <p:spPr bwMode="auto">
                <a:xfrm flipH="1">
                  <a:off x="336" y="3183"/>
                  <a:ext cx="6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39">
                  <a:extLst>
                    <a:ext uri="{FF2B5EF4-FFF2-40B4-BE49-F238E27FC236}">
                      <a16:creationId xmlns:a16="http://schemas.microsoft.com/office/drawing/2014/main" id="{6E1E52B8-6658-38EF-F19B-E9FF430F0605}"/>
                    </a:ext>
                  </a:extLst>
                </p:cNvPr>
                <p:cNvSpPr>
                  <a:spLocks noChangeShapeType="1"/>
                </p:cNvSpPr>
                <p:nvPr/>
              </p:nvSpPr>
              <p:spPr bwMode="auto">
                <a:xfrm flipH="1">
                  <a:off x="1296" y="3166"/>
                  <a:ext cx="177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40">
                  <a:extLst>
                    <a:ext uri="{FF2B5EF4-FFF2-40B4-BE49-F238E27FC236}">
                      <a16:creationId xmlns:a16="http://schemas.microsoft.com/office/drawing/2014/main" id="{317587E5-7BBD-A9F5-A205-6569FFC0D4F2}"/>
                    </a:ext>
                  </a:extLst>
                </p:cNvPr>
                <p:cNvSpPr>
                  <a:spLocks noChangeShapeType="1"/>
                </p:cNvSpPr>
                <p:nvPr/>
              </p:nvSpPr>
              <p:spPr bwMode="auto">
                <a:xfrm flipH="1">
                  <a:off x="3840" y="3300"/>
                  <a:ext cx="1"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0" name="Picture 41">
                  <a:extLst>
                    <a:ext uri="{FF2B5EF4-FFF2-40B4-BE49-F238E27FC236}">
                      <a16:creationId xmlns:a16="http://schemas.microsoft.com/office/drawing/2014/main" id="{A717A82E-F346-9F35-1E9B-C5E8764F058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1" y="2820"/>
                  <a:ext cx="57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Line 42">
                  <a:extLst>
                    <a:ext uri="{FF2B5EF4-FFF2-40B4-BE49-F238E27FC236}">
                      <a16:creationId xmlns:a16="http://schemas.microsoft.com/office/drawing/2014/main" id="{E59D283F-5750-C449-87EB-606884788BC6}"/>
                    </a:ext>
                  </a:extLst>
                </p:cNvPr>
                <p:cNvSpPr>
                  <a:spLocks noChangeShapeType="1"/>
                </p:cNvSpPr>
                <p:nvPr/>
              </p:nvSpPr>
              <p:spPr bwMode="auto">
                <a:xfrm flipH="1">
                  <a:off x="4464" y="3300"/>
                  <a:ext cx="2"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2" name="Picture 43">
                  <a:extLst>
                    <a:ext uri="{FF2B5EF4-FFF2-40B4-BE49-F238E27FC236}">
                      <a16:creationId xmlns:a16="http://schemas.microsoft.com/office/drawing/2014/main" id="{80D0E245-63D0-C469-6D08-51F967F4B45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6" y="2820"/>
                  <a:ext cx="57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Line 44">
                  <a:extLst>
                    <a:ext uri="{FF2B5EF4-FFF2-40B4-BE49-F238E27FC236}">
                      <a16:creationId xmlns:a16="http://schemas.microsoft.com/office/drawing/2014/main" id="{648D9111-AD0C-4ECF-A22F-448D3C7C60DF}"/>
                    </a:ext>
                  </a:extLst>
                </p:cNvPr>
                <p:cNvSpPr>
                  <a:spLocks noChangeShapeType="1"/>
                </p:cNvSpPr>
                <p:nvPr/>
              </p:nvSpPr>
              <p:spPr bwMode="auto">
                <a:xfrm flipH="1">
                  <a:off x="3025" y="3348"/>
                  <a:ext cx="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4" name="Group 45">
                  <a:extLst>
                    <a:ext uri="{FF2B5EF4-FFF2-40B4-BE49-F238E27FC236}">
                      <a16:creationId xmlns:a16="http://schemas.microsoft.com/office/drawing/2014/main" id="{ED493DC6-8EF6-C1B4-9B31-907852D3E125}"/>
                    </a:ext>
                  </a:extLst>
                </p:cNvPr>
                <p:cNvGrpSpPr>
                  <a:grpSpLocks/>
                </p:cNvGrpSpPr>
                <p:nvPr/>
              </p:nvGrpSpPr>
              <p:grpSpPr bwMode="auto">
                <a:xfrm>
                  <a:off x="2691" y="2974"/>
                  <a:ext cx="624" cy="384"/>
                  <a:chOff x="3792" y="3408"/>
                  <a:chExt cx="960" cy="528"/>
                </a:xfrm>
              </p:grpSpPr>
              <p:sp>
                <p:nvSpPr>
                  <p:cNvPr id="66" name="AutoShape 46">
                    <a:extLst>
                      <a:ext uri="{FF2B5EF4-FFF2-40B4-BE49-F238E27FC236}">
                        <a16:creationId xmlns:a16="http://schemas.microsoft.com/office/drawing/2014/main" id="{57543441-799B-1DEC-A5CD-A297208D4A76}"/>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a:p>
                </p:txBody>
              </p:sp>
              <p:grpSp>
                <p:nvGrpSpPr>
                  <p:cNvPr id="67" name="Group 47">
                    <a:extLst>
                      <a:ext uri="{FF2B5EF4-FFF2-40B4-BE49-F238E27FC236}">
                        <a16:creationId xmlns:a16="http://schemas.microsoft.com/office/drawing/2014/main" id="{A26B7430-5CE5-C02C-55CC-2BBC2AD62DA8}"/>
                      </a:ext>
                    </a:extLst>
                  </p:cNvPr>
                  <p:cNvGrpSpPr>
                    <a:grpSpLocks noChangeAspect="1"/>
                  </p:cNvGrpSpPr>
                  <p:nvPr/>
                </p:nvGrpSpPr>
                <p:grpSpPr bwMode="auto">
                  <a:xfrm>
                    <a:off x="3968" y="3441"/>
                    <a:ext cx="599" cy="207"/>
                    <a:chOff x="422" y="1632"/>
                    <a:chExt cx="829" cy="298"/>
                  </a:xfrm>
                </p:grpSpPr>
                <p:grpSp>
                  <p:nvGrpSpPr>
                    <p:cNvPr id="69" name="Group 48">
                      <a:extLst>
                        <a:ext uri="{FF2B5EF4-FFF2-40B4-BE49-F238E27FC236}">
                          <a16:creationId xmlns:a16="http://schemas.microsoft.com/office/drawing/2014/main" id="{68B393A2-37B3-6AEB-D5E3-DA56BC483E11}"/>
                        </a:ext>
                      </a:extLst>
                    </p:cNvPr>
                    <p:cNvGrpSpPr>
                      <a:grpSpLocks noChangeAspect="1"/>
                    </p:cNvGrpSpPr>
                    <p:nvPr/>
                  </p:nvGrpSpPr>
                  <p:grpSpPr bwMode="auto">
                    <a:xfrm>
                      <a:off x="422" y="1632"/>
                      <a:ext cx="822" cy="291"/>
                      <a:chOff x="422" y="1632"/>
                      <a:chExt cx="822" cy="291"/>
                    </a:xfrm>
                  </p:grpSpPr>
                  <p:sp>
                    <p:nvSpPr>
                      <p:cNvPr id="79" name="Freeform 49">
                        <a:extLst>
                          <a:ext uri="{FF2B5EF4-FFF2-40B4-BE49-F238E27FC236}">
                            <a16:creationId xmlns:a16="http://schemas.microsoft.com/office/drawing/2014/main" id="{58927ECC-913C-9A38-2D29-C3CE50373DEB}"/>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0" name="Freeform 50">
                        <a:extLst>
                          <a:ext uri="{FF2B5EF4-FFF2-40B4-BE49-F238E27FC236}">
                            <a16:creationId xmlns:a16="http://schemas.microsoft.com/office/drawing/2014/main" id="{700FF1CD-3233-888B-AF6F-4CCE77B284DC}"/>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 name="Freeform 51">
                        <a:extLst>
                          <a:ext uri="{FF2B5EF4-FFF2-40B4-BE49-F238E27FC236}">
                            <a16:creationId xmlns:a16="http://schemas.microsoft.com/office/drawing/2014/main" id="{503E6707-05EB-93DA-F94F-26AA1D4354C1}"/>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 name="Freeform 52">
                        <a:extLst>
                          <a:ext uri="{FF2B5EF4-FFF2-40B4-BE49-F238E27FC236}">
                            <a16:creationId xmlns:a16="http://schemas.microsoft.com/office/drawing/2014/main" id="{1CDD8F47-9DDC-143B-8F1B-3D03455F968D}"/>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 name="Freeform 53">
                        <a:extLst>
                          <a:ext uri="{FF2B5EF4-FFF2-40B4-BE49-F238E27FC236}">
                            <a16:creationId xmlns:a16="http://schemas.microsoft.com/office/drawing/2014/main" id="{ABBAC3B6-2944-1514-70C7-6B8E8DD5EFFD}"/>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4" name="Freeform 54">
                        <a:extLst>
                          <a:ext uri="{FF2B5EF4-FFF2-40B4-BE49-F238E27FC236}">
                            <a16:creationId xmlns:a16="http://schemas.microsoft.com/office/drawing/2014/main" id="{5ED1FC4D-3C88-FA3F-7253-A0970A61203B}"/>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5" name="Freeform 55">
                        <a:extLst>
                          <a:ext uri="{FF2B5EF4-FFF2-40B4-BE49-F238E27FC236}">
                            <a16:creationId xmlns:a16="http://schemas.microsoft.com/office/drawing/2014/main" id="{054AEDAF-797C-ECB4-4BD4-53042C0C05E3}"/>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6" name="Freeform 56">
                        <a:extLst>
                          <a:ext uri="{FF2B5EF4-FFF2-40B4-BE49-F238E27FC236}">
                            <a16:creationId xmlns:a16="http://schemas.microsoft.com/office/drawing/2014/main" id="{5C28C2A6-13E6-950D-72EA-A2D7FFA69136}"/>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70" name="Group 57">
                      <a:extLst>
                        <a:ext uri="{FF2B5EF4-FFF2-40B4-BE49-F238E27FC236}">
                          <a16:creationId xmlns:a16="http://schemas.microsoft.com/office/drawing/2014/main" id="{8618FEE1-889C-CB52-F62C-DCF9067F9222}"/>
                        </a:ext>
                      </a:extLst>
                    </p:cNvPr>
                    <p:cNvGrpSpPr>
                      <a:grpSpLocks noChangeAspect="1"/>
                    </p:cNvGrpSpPr>
                    <p:nvPr/>
                  </p:nvGrpSpPr>
                  <p:grpSpPr bwMode="auto">
                    <a:xfrm>
                      <a:off x="429" y="1639"/>
                      <a:ext cx="822" cy="291"/>
                      <a:chOff x="429" y="1639"/>
                      <a:chExt cx="822" cy="291"/>
                    </a:xfrm>
                  </p:grpSpPr>
                  <p:sp>
                    <p:nvSpPr>
                      <p:cNvPr id="71" name="Freeform 58">
                        <a:extLst>
                          <a:ext uri="{FF2B5EF4-FFF2-40B4-BE49-F238E27FC236}">
                            <a16:creationId xmlns:a16="http://schemas.microsoft.com/office/drawing/2014/main" id="{30616E96-A022-2F90-BD7A-13E74D08EF38}"/>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59">
                        <a:extLst>
                          <a:ext uri="{FF2B5EF4-FFF2-40B4-BE49-F238E27FC236}">
                            <a16:creationId xmlns:a16="http://schemas.microsoft.com/office/drawing/2014/main" id="{4C05CB3C-5743-BD5C-EDB5-0DB3702D3033}"/>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 name="Freeform 60">
                        <a:extLst>
                          <a:ext uri="{FF2B5EF4-FFF2-40B4-BE49-F238E27FC236}">
                            <a16:creationId xmlns:a16="http://schemas.microsoft.com/office/drawing/2014/main" id="{91DBE561-625E-1864-D906-E84AD51AE69B}"/>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61">
                        <a:extLst>
                          <a:ext uri="{FF2B5EF4-FFF2-40B4-BE49-F238E27FC236}">
                            <a16:creationId xmlns:a16="http://schemas.microsoft.com/office/drawing/2014/main" id="{38E232FF-39F5-50E2-55F5-49C8C115572A}"/>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 name="Freeform 62">
                        <a:extLst>
                          <a:ext uri="{FF2B5EF4-FFF2-40B4-BE49-F238E27FC236}">
                            <a16:creationId xmlns:a16="http://schemas.microsoft.com/office/drawing/2014/main" id="{B1DDA5CD-A552-A5A8-AEB3-EA8F298A25BC}"/>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6" name="Freeform 63">
                        <a:extLst>
                          <a:ext uri="{FF2B5EF4-FFF2-40B4-BE49-F238E27FC236}">
                            <a16:creationId xmlns:a16="http://schemas.microsoft.com/office/drawing/2014/main" id="{A2FFA489-1149-FE5F-2EFB-444CE3B41139}"/>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 name="Freeform 64">
                        <a:extLst>
                          <a:ext uri="{FF2B5EF4-FFF2-40B4-BE49-F238E27FC236}">
                            <a16:creationId xmlns:a16="http://schemas.microsoft.com/office/drawing/2014/main" id="{93895CD8-76C2-FEEA-1714-01C28AB1BAA4}"/>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65">
                        <a:extLst>
                          <a:ext uri="{FF2B5EF4-FFF2-40B4-BE49-F238E27FC236}">
                            <a16:creationId xmlns:a16="http://schemas.microsoft.com/office/drawing/2014/main" id="{0AEBF549-7D4E-6BD0-038B-11B128A145FF}"/>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68" name="WordArt 66">
                    <a:extLst>
                      <a:ext uri="{FF2B5EF4-FFF2-40B4-BE49-F238E27FC236}">
                        <a16:creationId xmlns:a16="http://schemas.microsoft.com/office/drawing/2014/main" id="{00D6C007-A617-51F8-D11B-1786FAF85B1B}"/>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1</a:t>
                    </a:r>
                  </a:p>
                </p:txBody>
              </p:sp>
            </p:grpSp>
            <p:sp>
              <p:nvSpPr>
                <p:cNvPr id="25" name="Text Box 67">
                  <a:extLst>
                    <a:ext uri="{FF2B5EF4-FFF2-40B4-BE49-F238E27FC236}">
                      <a16:creationId xmlns:a16="http://schemas.microsoft.com/office/drawing/2014/main" id="{A302C3F3-1595-F8BC-0092-E3001DF51738}"/>
                    </a:ext>
                  </a:extLst>
                </p:cNvPr>
                <p:cNvSpPr txBox="1">
                  <a:spLocks noChangeArrowheads="1"/>
                </p:cNvSpPr>
                <p:nvPr/>
              </p:nvSpPr>
              <p:spPr bwMode="auto">
                <a:xfrm>
                  <a:off x="3313" y="3770"/>
                  <a:ext cx="1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a:t>200.100.50.0/24</a:t>
                  </a:r>
                </a:p>
              </p:txBody>
            </p:sp>
            <p:grpSp>
              <p:nvGrpSpPr>
                <p:cNvPr id="26" name="Group 68">
                  <a:extLst>
                    <a:ext uri="{FF2B5EF4-FFF2-40B4-BE49-F238E27FC236}">
                      <a16:creationId xmlns:a16="http://schemas.microsoft.com/office/drawing/2014/main" id="{9FE3E950-82DE-0541-4072-FECF41625EA7}"/>
                    </a:ext>
                  </a:extLst>
                </p:cNvPr>
                <p:cNvGrpSpPr>
                  <a:grpSpLocks/>
                </p:cNvGrpSpPr>
                <p:nvPr/>
              </p:nvGrpSpPr>
              <p:grpSpPr bwMode="auto">
                <a:xfrm>
                  <a:off x="816" y="2974"/>
                  <a:ext cx="624" cy="384"/>
                  <a:chOff x="3792" y="3408"/>
                  <a:chExt cx="960" cy="528"/>
                </a:xfrm>
              </p:grpSpPr>
              <p:sp>
                <p:nvSpPr>
                  <p:cNvPr id="45" name="AutoShape 69">
                    <a:extLst>
                      <a:ext uri="{FF2B5EF4-FFF2-40B4-BE49-F238E27FC236}">
                        <a16:creationId xmlns:a16="http://schemas.microsoft.com/office/drawing/2014/main" id="{541F74D3-67E7-3F59-F887-B5C46110E556}"/>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dirty="0"/>
                  </a:p>
                </p:txBody>
              </p:sp>
              <p:grpSp>
                <p:nvGrpSpPr>
                  <p:cNvPr id="46" name="Group 70">
                    <a:extLst>
                      <a:ext uri="{FF2B5EF4-FFF2-40B4-BE49-F238E27FC236}">
                        <a16:creationId xmlns:a16="http://schemas.microsoft.com/office/drawing/2014/main" id="{21460E21-21CC-1E71-C14F-7025331540FF}"/>
                      </a:ext>
                    </a:extLst>
                  </p:cNvPr>
                  <p:cNvGrpSpPr>
                    <a:grpSpLocks noChangeAspect="1"/>
                  </p:cNvGrpSpPr>
                  <p:nvPr/>
                </p:nvGrpSpPr>
                <p:grpSpPr bwMode="auto">
                  <a:xfrm>
                    <a:off x="3968" y="3441"/>
                    <a:ext cx="599" cy="207"/>
                    <a:chOff x="422" y="1632"/>
                    <a:chExt cx="829" cy="298"/>
                  </a:xfrm>
                </p:grpSpPr>
                <p:grpSp>
                  <p:nvGrpSpPr>
                    <p:cNvPr id="48" name="Group 71">
                      <a:extLst>
                        <a:ext uri="{FF2B5EF4-FFF2-40B4-BE49-F238E27FC236}">
                          <a16:creationId xmlns:a16="http://schemas.microsoft.com/office/drawing/2014/main" id="{893EBE3E-17ED-EE05-3560-28EBF2004F4F}"/>
                        </a:ext>
                      </a:extLst>
                    </p:cNvPr>
                    <p:cNvGrpSpPr>
                      <a:grpSpLocks noChangeAspect="1"/>
                    </p:cNvGrpSpPr>
                    <p:nvPr/>
                  </p:nvGrpSpPr>
                  <p:grpSpPr bwMode="auto">
                    <a:xfrm>
                      <a:off x="422" y="1632"/>
                      <a:ext cx="822" cy="291"/>
                      <a:chOff x="422" y="1632"/>
                      <a:chExt cx="822" cy="291"/>
                    </a:xfrm>
                  </p:grpSpPr>
                  <p:sp>
                    <p:nvSpPr>
                      <p:cNvPr id="58" name="Freeform 72">
                        <a:extLst>
                          <a:ext uri="{FF2B5EF4-FFF2-40B4-BE49-F238E27FC236}">
                            <a16:creationId xmlns:a16="http://schemas.microsoft.com/office/drawing/2014/main" id="{638B84C9-DC62-7550-9533-D4CF5C311B37}"/>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73">
                        <a:extLst>
                          <a:ext uri="{FF2B5EF4-FFF2-40B4-BE49-F238E27FC236}">
                            <a16:creationId xmlns:a16="http://schemas.microsoft.com/office/drawing/2014/main" id="{9837130D-44EE-3AFD-20C0-195B744559F9}"/>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 name="Freeform 74">
                        <a:extLst>
                          <a:ext uri="{FF2B5EF4-FFF2-40B4-BE49-F238E27FC236}">
                            <a16:creationId xmlns:a16="http://schemas.microsoft.com/office/drawing/2014/main" id="{3E92C860-BCC9-10CF-BBB5-D3F1F727A987}"/>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 name="Freeform 75">
                        <a:extLst>
                          <a:ext uri="{FF2B5EF4-FFF2-40B4-BE49-F238E27FC236}">
                            <a16:creationId xmlns:a16="http://schemas.microsoft.com/office/drawing/2014/main" id="{631F196A-9977-C0BB-EC77-74CB072F5163}"/>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 name="Freeform 76">
                        <a:extLst>
                          <a:ext uri="{FF2B5EF4-FFF2-40B4-BE49-F238E27FC236}">
                            <a16:creationId xmlns:a16="http://schemas.microsoft.com/office/drawing/2014/main" id="{27DFB2DA-5301-03FF-E1B9-94D8058CA53E}"/>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Freeform 77">
                        <a:extLst>
                          <a:ext uri="{FF2B5EF4-FFF2-40B4-BE49-F238E27FC236}">
                            <a16:creationId xmlns:a16="http://schemas.microsoft.com/office/drawing/2014/main" id="{63ECCE8D-7824-0B7F-D534-1E2A317207DC}"/>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 name="Freeform 78">
                        <a:extLst>
                          <a:ext uri="{FF2B5EF4-FFF2-40B4-BE49-F238E27FC236}">
                            <a16:creationId xmlns:a16="http://schemas.microsoft.com/office/drawing/2014/main" id="{1E9AA380-A655-1390-0921-78045DD9BDE7}"/>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 name="Freeform 79">
                        <a:extLst>
                          <a:ext uri="{FF2B5EF4-FFF2-40B4-BE49-F238E27FC236}">
                            <a16:creationId xmlns:a16="http://schemas.microsoft.com/office/drawing/2014/main" id="{126744CE-0912-739B-384C-4410DCD1C29F}"/>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9" name="Group 80">
                      <a:extLst>
                        <a:ext uri="{FF2B5EF4-FFF2-40B4-BE49-F238E27FC236}">
                          <a16:creationId xmlns:a16="http://schemas.microsoft.com/office/drawing/2014/main" id="{703EECA0-D15A-6CA0-986F-5DA814EF4F26}"/>
                        </a:ext>
                      </a:extLst>
                    </p:cNvPr>
                    <p:cNvGrpSpPr>
                      <a:grpSpLocks noChangeAspect="1"/>
                    </p:cNvGrpSpPr>
                    <p:nvPr/>
                  </p:nvGrpSpPr>
                  <p:grpSpPr bwMode="auto">
                    <a:xfrm>
                      <a:off x="429" y="1639"/>
                      <a:ext cx="822" cy="291"/>
                      <a:chOff x="429" y="1639"/>
                      <a:chExt cx="822" cy="291"/>
                    </a:xfrm>
                  </p:grpSpPr>
                  <p:sp>
                    <p:nvSpPr>
                      <p:cNvPr id="50" name="Freeform 81">
                        <a:extLst>
                          <a:ext uri="{FF2B5EF4-FFF2-40B4-BE49-F238E27FC236}">
                            <a16:creationId xmlns:a16="http://schemas.microsoft.com/office/drawing/2014/main" id="{B49534DA-CA7E-8D5F-212C-58AB1FC048BB}"/>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82">
                        <a:extLst>
                          <a:ext uri="{FF2B5EF4-FFF2-40B4-BE49-F238E27FC236}">
                            <a16:creationId xmlns:a16="http://schemas.microsoft.com/office/drawing/2014/main" id="{763612E4-AA04-B73F-DFB4-B99628906144}"/>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Freeform 83">
                        <a:extLst>
                          <a:ext uri="{FF2B5EF4-FFF2-40B4-BE49-F238E27FC236}">
                            <a16:creationId xmlns:a16="http://schemas.microsoft.com/office/drawing/2014/main" id="{B46A7B60-12B6-006D-B0BD-C65E40BEE959}"/>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84">
                        <a:extLst>
                          <a:ext uri="{FF2B5EF4-FFF2-40B4-BE49-F238E27FC236}">
                            <a16:creationId xmlns:a16="http://schemas.microsoft.com/office/drawing/2014/main" id="{728C1E45-CF7B-F9DC-BE47-AE846D325540}"/>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85">
                        <a:extLst>
                          <a:ext uri="{FF2B5EF4-FFF2-40B4-BE49-F238E27FC236}">
                            <a16:creationId xmlns:a16="http://schemas.microsoft.com/office/drawing/2014/main" id="{ACCF2317-4644-475E-DBC9-0554D538F6A5}"/>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86">
                        <a:extLst>
                          <a:ext uri="{FF2B5EF4-FFF2-40B4-BE49-F238E27FC236}">
                            <a16:creationId xmlns:a16="http://schemas.microsoft.com/office/drawing/2014/main" id="{7C5954C9-532D-99C3-0346-B19BC707B96B}"/>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87">
                        <a:extLst>
                          <a:ext uri="{FF2B5EF4-FFF2-40B4-BE49-F238E27FC236}">
                            <a16:creationId xmlns:a16="http://schemas.microsoft.com/office/drawing/2014/main" id="{CF8173B6-9222-2827-FD7E-990E84315EA4}"/>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88">
                        <a:extLst>
                          <a:ext uri="{FF2B5EF4-FFF2-40B4-BE49-F238E27FC236}">
                            <a16:creationId xmlns:a16="http://schemas.microsoft.com/office/drawing/2014/main" id="{020CC26E-F937-DB93-E4F0-6E56CF0F88D0}"/>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7" name="WordArt 89">
                    <a:extLst>
                      <a:ext uri="{FF2B5EF4-FFF2-40B4-BE49-F238E27FC236}">
                        <a16:creationId xmlns:a16="http://schemas.microsoft.com/office/drawing/2014/main" id="{9966EB40-B2FE-B40A-A273-730C547ACB20}"/>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2</a:t>
                    </a:r>
                  </a:p>
                </p:txBody>
              </p:sp>
            </p:grpSp>
            <p:sp>
              <p:nvSpPr>
                <p:cNvPr id="27" name="Text Box 91">
                  <a:extLst>
                    <a:ext uri="{FF2B5EF4-FFF2-40B4-BE49-F238E27FC236}">
                      <a16:creationId xmlns:a16="http://schemas.microsoft.com/office/drawing/2014/main" id="{BAC008EF-994C-71E6-2D0A-5903129A76AB}"/>
                    </a:ext>
                  </a:extLst>
                </p:cNvPr>
                <p:cNvSpPr txBox="1">
                  <a:spLocks noChangeArrowheads="1"/>
                </p:cNvSpPr>
                <p:nvPr/>
              </p:nvSpPr>
              <p:spPr bwMode="auto">
                <a:xfrm>
                  <a:off x="1704" y="3204"/>
                  <a:ext cx="8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a:t>10.0.0.0/30</a:t>
                  </a:r>
                </a:p>
              </p:txBody>
            </p:sp>
            <p:grpSp>
              <p:nvGrpSpPr>
                <p:cNvPr id="28" name="Group 92">
                  <a:extLst>
                    <a:ext uri="{FF2B5EF4-FFF2-40B4-BE49-F238E27FC236}">
                      <a16:creationId xmlns:a16="http://schemas.microsoft.com/office/drawing/2014/main" id="{E77CADA6-A524-592A-C135-17F3D890E27F}"/>
                    </a:ext>
                  </a:extLst>
                </p:cNvPr>
                <p:cNvGrpSpPr>
                  <a:grpSpLocks/>
                </p:cNvGrpSpPr>
                <p:nvPr/>
              </p:nvGrpSpPr>
              <p:grpSpPr bwMode="auto">
                <a:xfrm>
                  <a:off x="1488" y="2820"/>
                  <a:ext cx="288" cy="240"/>
                  <a:chOff x="144" y="3264"/>
                  <a:chExt cx="288" cy="240"/>
                </a:xfrm>
              </p:grpSpPr>
              <p:sp>
                <p:nvSpPr>
                  <p:cNvPr id="43" name="Rectangle 93">
                    <a:extLst>
                      <a:ext uri="{FF2B5EF4-FFF2-40B4-BE49-F238E27FC236}">
                        <a16:creationId xmlns:a16="http://schemas.microsoft.com/office/drawing/2014/main" id="{1D66BFA3-E9F3-097F-4685-91301F01D40E}"/>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44" name="Rectangle 94">
                    <a:extLst>
                      <a:ext uri="{FF2B5EF4-FFF2-40B4-BE49-F238E27FC236}">
                        <a16:creationId xmlns:a16="http://schemas.microsoft.com/office/drawing/2014/main" id="{CA37058E-5F85-E0B2-4994-44CC63309865}"/>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1</a:t>
                    </a:r>
                  </a:p>
                </p:txBody>
              </p:sp>
            </p:grpSp>
            <p:grpSp>
              <p:nvGrpSpPr>
                <p:cNvPr id="29" name="Group 95">
                  <a:extLst>
                    <a:ext uri="{FF2B5EF4-FFF2-40B4-BE49-F238E27FC236}">
                      <a16:creationId xmlns:a16="http://schemas.microsoft.com/office/drawing/2014/main" id="{189D4BE3-C846-C209-F6FD-476BBD67AC07}"/>
                    </a:ext>
                  </a:extLst>
                </p:cNvPr>
                <p:cNvGrpSpPr>
                  <a:grpSpLocks/>
                </p:cNvGrpSpPr>
                <p:nvPr/>
              </p:nvGrpSpPr>
              <p:grpSpPr bwMode="auto">
                <a:xfrm>
                  <a:off x="2352" y="2820"/>
                  <a:ext cx="288" cy="240"/>
                  <a:chOff x="144" y="3264"/>
                  <a:chExt cx="288" cy="240"/>
                </a:xfrm>
              </p:grpSpPr>
              <p:sp>
                <p:nvSpPr>
                  <p:cNvPr id="41" name="Rectangle 96">
                    <a:extLst>
                      <a:ext uri="{FF2B5EF4-FFF2-40B4-BE49-F238E27FC236}">
                        <a16:creationId xmlns:a16="http://schemas.microsoft.com/office/drawing/2014/main" id="{F91E57D5-F1B7-79D3-5422-E9092D0C09C9}"/>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eth1</a:t>
                    </a:r>
                  </a:p>
                </p:txBody>
              </p:sp>
              <p:sp>
                <p:nvSpPr>
                  <p:cNvPr id="42" name="Rectangle 97">
                    <a:extLst>
                      <a:ext uri="{FF2B5EF4-FFF2-40B4-BE49-F238E27FC236}">
                        <a16:creationId xmlns:a16="http://schemas.microsoft.com/office/drawing/2014/main" id="{21F7C0FE-2748-B492-115F-C8B04C273568}"/>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2</a:t>
                    </a:r>
                  </a:p>
                </p:txBody>
              </p:sp>
            </p:grpSp>
            <p:grpSp>
              <p:nvGrpSpPr>
                <p:cNvPr id="30" name="Group 98">
                  <a:extLst>
                    <a:ext uri="{FF2B5EF4-FFF2-40B4-BE49-F238E27FC236}">
                      <a16:creationId xmlns:a16="http://schemas.microsoft.com/office/drawing/2014/main" id="{DE13625B-1B65-6BD8-88D8-2B83A1CD84DD}"/>
                    </a:ext>
                  </a:extLst>
                </p:cNvPr>
                <p:cNvGrpSpPr>
                  <a:grpSpLocks/>
                </p:cNvGrpSpPr>
                <p:nvPr/>
              </p:nvGrpSpPr>
              <p:grpSpPr bwMode="auto">
                <a:xfrm>
                  <a:off x="3072" y="3396"/>
                  <a:ext cx="288" cy="240"/>
                  <a:chOff x="144" y="3264"/>
                  <a:chExt cx="288" cy="240"/>
                </a:xfrm>
              </p:grpSpPr>
              <p:sp>
                <p:nvSpPr>
                  <p:cNvPr id="39" name="Rectangle 99">
                    <a:extLst>
                      <a:ext uri="{FF2B5EF4-FFF2-40B4-BE49-F238E27FC236}">
                        <a16:creationId xmlns:a16="http://schemas.microsoft.com/office/drawing/2014/main" id="{3D8AE5E4-9D60-BB88-B8B4-600C668C19E2}"/>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40" name="Rectangle 100">
                    <a:extLst>
                      <a:ext uri="{FF2B5EF4-FFF2-40B4-BE49-F238E27FC236}">
                        <a16:creationId xmlns:a16="http://schemas.microsoft.com/office/drawing/2014/main" id="{8FA5AC19-F75F-702D-B764-27E02F4B7226}"/>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1</a:t>
                    </a:r>
                  </a:p>
                </p:txBody>
              </p:sp>
            </p:grpSp>
            <p:sp>
              <p:nvSpPr>
                <p:cNvPr id="31" name="Line 101">
                  <a:extLst>
                    <a:ext uri="{FF2B5EF4-FFF2-40B4-BE49-F238E27FC236}">
                      <a16:creationId xmlns:a16="http://schemas.microsoft.com/office/drawing/2014/main" id="{40563637-1CAB-8E36-DE3A-65DA0D4B8F65}"/>
                    </a:ext>
                  </a:extLst>
                </p:cNvPr>
                <p:cNvSpPr>
                  <a:spLocks noChangeShapeType="1"/>
                </p:cNvSpPr>
                <p:nvPr/>
              </p:nvSpPr>
              <p:spPr bwMode="auto">
                <a:xfrm flipH="1">
                  <a:off x="2832" y="3780"/>
                  <a:ext cx="230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2" name="Oval 102">
                  <a:extLst>
                    <a:ext uri="{FF2B5EF4-FFF2-40B4-BE49-F238E27FC236}">
                      <a16:creationId xmlns:a16="http://schemas.microsoft.com/office/drawing/2014/main" id="{76B3E9FA-3145-449C-FBF4-A668FD2825AB}"/>
                    </a:ext>
                  </a:extLst>
                </p:cNvPr>
                <p:cNvSpPr>
                  <a:spLocks noChangeArrowheads="1"/>
                </p:cNvSpPr>
                <p:nvPr/>
              </p:nvSpPr>
              <p:spPr bwMode="auto">
                <a:xfrm flipH="1">
                  <a:off x="2688" y="3684"/>
                  <a:ext cx="192" cy="192"/>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a:latin typeface="Tahoma" panose="020B0604030504040204" pitchFamily="34" charset="0"/>
                    </a:rPr>
                    <a:t>A</a:t>
                  </a:r>
                </a:p>
              </p:txBody>
            </p:sp>
            <p:grpSp>
              <p:nvGrpSpPr>
                <p:cNvPr id="33" name="Group 103">
                  <a:extLst>
                    <a:ext uri="{FF2B5EF4-FFF2-40B4-BE49-F238E27FC236}">
                      <a16:creationId xmlns:a16="http://schemas.microsoft.com/office/drawing/2014/main" id="{27F26D82-EE46-1387-E997-7B0F89049EEB}"/>
                    </a:ext>
                  </a:extLst>
                </p:cNvPr>
                <p:cNvGrpSpPr>
                  <a:grpSpLocks/>
                </p:cNvGrpSpPr>
                <p:nvPr/>
              </p:nvGrpSpPr>
              <p:grpSpPr bwMode="auto">
                <a:xfrm>
                  <a:off x="3888" y="3396"/>
                  <a:ext cx="288" cy="240"/>
                  <a:chOff x="144" y="3264"/>
                  <a:chExt cx="288" cy="240"/>
                </a:xfrm>
              </p:grpSpPr>
              <p:sp>
                <p:nvSpPr>
                  <p:cNvPr id="37" name="Rectangle 104">
                    <a:extLst>
                      <a:ext uri="{FF2B5EF4-FFF2-40B4-BE49-F238E27FC236}">
                        <a16:creationId xmlns:a16="http://schemas.microsoft.com/office/drawing/2014/main" id="{08B6ADB1-73FE-7075-B3FF-A77E5CB4F03B}"/>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8" name="Rectangle 105">
                    <a:extLst>
                      <a:ext uri="{FF2B5EF4-FFF2-40B4-BE49-F238E27FC236}">
                        <a16:creationId xmlns:a16="http://schemas.microsoft.com/office/drawing/2014/main" id="{A469BB22-EC41-7DDD-3777-7704D0B38CD7}"/>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2</a:t>
                    </a:r>
                  </a:p>
                </p:txBody>
              </p:sp>
            </p:grpSp>
            <p:grpSp>
              <p:nvGrpSpPr>
                <p:cNvPr id="34" name="Group 106">
                  <a:extLst>
                    <a:ext uri="{FF2B5EF4-FFF2-40B4-BE49-F238E27FC236}">
                      <a16:creationId xmlns:a16="http://schemas.microsoft.com/office/drawing/2014/main" id="{C15C234C-2F9F-79DA-DD11-4624B0302EAC}"/>
                    </a:ext>
                  </a:extLst>
                </p:cNvPr>
                <p:cNvGrpSpPr>
                  <a:grpSpLocks/>
                </p:cNvGrpSpPr>
                <p:nvPr/>
              </p:nvGrpSpPr>
              <p:grpSpPr bwMode="auto">
                <a:xfrm>
                  <a:off x="4512" y="3396"/>
                  <a:ext cx="288" cy="240"/>
                  <a:chOff x="144" y="3264"/>
                  <a:chExt cx="288" cy="240"/>
                </a:xfrm>
              </p:grpSpPr>
              <p:sp>
                <p:nvSpPr>
                  <p:cNvPr id="35" name="Rectangle 107">
                    <a:extLst>
                      <a:ext uri="{FF2B5EF4-FFF2-40B4-BE49-F238E27FC236}">
                        <a16:creationId xmlns:a16="http://schemas.microsoft.com/office/drawing/2014/main" id="{E86E95A8-5C59-09EF-2226-7FF17E1015A9}"/>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6" name="Rectangle 108">
                    <a:extLst>
                      <a:ext uri="{FF2B5EF4-FFF2-40B4-BE49-F238E27FC236}">
                        <a16:creationId xmlns:a16="http://schemas.microsoft.com/office/drawing/2014/main" id="{83193758-2C0A-CA2A-AB79-696D8DC0482B}"/>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3</a:t>
                    </a:r>
                  </a:p>
                </p:txBody>
              </p:sp>
            </p:grpSp>
          </p:grpSp>
          <p:sp>
            <p:nvSpPr>
              <p:cNvPr id="10" name="CasellaDiTesto 9">
                <a:extLst>
                  <a:ext uri="{FF2B5EF4-FFF2-40B4-BE49-F238E27FC236}">
                    <a16:creationId xmlns:a16="http://schemas.microsoft.com/office/drawing/2014/main" id="{D2159164-B7A8-F6BE-0784-1F89F588E31B}"/>
                  </a:ext>
                </a:extLst>
              </p:cNvPr>
              <p:cNvSpPr txBox="1"/>
              <p:nvPr/>
            </p:nvSpPr>
            <p:spPr>
              <a:xfrm>
                <a:off x="7457843" y="1674345"/>
                <a:ext cx="645459" cy="369332"/>
              </a:xfrm>
              <a:prstGeom prst="rect">
                <a:avLst/>
              </a:prstGeom>
              <a:noFill/>
            </p:spPr>
            <p:txBody>
              <a:bodyPr wrap="square" rtlCol="0">
                <a:spAutoFit/>
              </a:bodyPr>
              <a:lstStyle/>
              <a:p>
                <a:pPr algn="ctr"/>
                <a:r>
                  <a:rPr lang="en-US" dirty="0"/>
                  <a:t>pc1</a:t>
                </a:r>
              </a:p>
            </p:txBody>
          </p:sp>
          <p:sp>
            <p:nvSpPr>
              <p:cNvPr id="11" name="CasellaDiTesto 10">
                <a:extLst>
                  <a:ext uri="{FF2B5EF4-FFF2-40B4-BE49-F238E27FC236}">
                    <a16:creationId xmlns:a16="http://schemas.microsoft.com/office/drawing/2014/main" id="{2D5A3C8F-C57D-AA02-AA4B-70C0BD511F8D}"/>
                  </a:ext>
                </a:extLst>
              </p:cNvPr>
              <p:cNvSpPr txBox="1"/>
              <p:nvPr/>
            </p:nvSpPr>
            <p:spPr>
              <a:xfrm>
                <a:off x="8429015" y="1701239"/>
                <a:ext cx="645459" cy="369332"/>
              </a:xfrm>
              <a:prstGeom prst="rect">
                <a:avLst/>
              </a:prstGeom>
              <a:noFill/>
            </p:spPr>
            <p:txBody>
              <a:bodyPr wrap="square" rtlCol="0">
                <a:spAutoFit/>
              </a:bodyPr>
              <a:lstStyle/>
              <a:p>
                <a:pPr algn="ctr"/>
                <a:r>
                  <a:rPr lang="en-US" dirty="0"/>
                  <a:t>pc2</a:t>
                </a:r>
              </a:p>
            </p:txBody>
          </p:sp>
        </p:grpSp>
        <p:sp>
          <p:nvSpPr>
            <p:cNvPr id="8" name="Oval 102">
              <a:extLst>
                <a:ext uri="{FF2B5EF4-FFF2-40B4-BE49-F238E27FC236}">
                  <a16:creationId xmlns:a16="http://schemas.microsoft.com/office/drawing/2014/main" id="{2B8B83C7-EA30-7492-1426-983963506D5D}"/>
                </a:ext>
              </a:extLst>
            </p:cNvPr>
            <p:cNvSpPr>
              <a:spLocks noChangeArrowheads="1"/>
            </p:cNvSpPr>
            <p:nvPr/>
          </p:nvSpPr>
          <p:spPr bwMode="auto">
            <a:xfrm flipH="1">
              <a:off x="4751294" y="3133131"/>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dirty="0">
                  <a:latin typeface="Tahoma" panose="020B0604030504040204" pitchFamily="34" charset="0"/>
                </a:rPr>
                <a:t>B</a:t>
              </a:r>
            </a:p>
          </p:txBody>
        </p:sp>
      </p:grpSp>
      <p:grpSp>
        <p:nvGrpSpPr>
          <p:cNvPr id="89" name="Group 1">
            <a:extLst>
              <a:ext uri="{FF2B5EF4-FFF2-40B4-BE49-F238E27FC236}">
                <a16:creationId xmlns:a16="http://schemas.microsoft.com/office/drawing/2014/main" id="{2D55AE8C-B91C-7981-FD73-59FAED1A7802}"/>
              </a:ext>
            </a:extLst>
          </p:cNvPr>
          <p:cNvGrpSpPr/>
          <p:nvPr/>
        </p:nvGrpSpPr>
        <p:grpSpPr>
          <a:xfrm>
            <a:off x="2256529" y="3977529"/>
            <a:ext cx="7581115" cy="2304002"/>
            <a:chOff x="4008796" y="2378845"/>
            <a:chExt cx="7581115" cy="2304002"/>
          </a:xfrm>
        </p:grpSpPr>
        <p:sp>
          <p:nvSpPr>
            <p:cNvPr id="90" name="Rectangle 4">
              <a:extLst>
                <a:ext uri="{FF2B5EF4-FFF2-40B4-BE49-F238E27FC236}">
                  <a16:creationId xmlns:a16="http://schemas.microsoft.com/office/drawing/2014/main" id="{3329D026-EBFA-61CC-2C1D-188EAEBF2B7A}"/>
                </a:ext>
              </a:extLst>
            </p:cNvPr>
            <p:cNvSpPr/>
            <p:nvPr/>
          </p:nvSpPr>
          <p:spPr>
            <a:xfrm>
              <a:off x="4014776" y="2632081"/>
              <a:ext cx="7575135" cy="2050766"/>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sz="1400" dirty="0">
                  <a:solidFill>
                    <a:schemeClr val="bg1"/>
                  </a:solidFill>
                  <a:latin typeface="Lucida Console" panose="020B0609040504020204" pitchFamily="49" charset="0"/>
                </a:rPr>
                <a:t>root@router1:/# </a:t>
              </a:r>
              <a:r>
                <a:rPr lang="en-US" sz="1400" dirty="0" err="1">
                  <a:solidFill>
                    <a:schemeClr val="bg1"/>
                  </a:solidFill>
                  <a:latin typeface="Lucida Console" panose="020B0609040504020204" pitchFamily="49" charset="0"/>
                </a:rPr>
                <a:t>ip</a:t>
              </a:r>
              <a:r>
                <a:rPr lang="en-US" sz="1400" dirty="0">
                  <a:solidFill>
                    <a:schemeClr val="bg1"/>
                  </a:solidFill>
                  <a:latin typeface="Lucida Console" panose="020B0609040504020204" pitchFamily="49" charset="0"/>
                </a:rPr>
                <a:t> route</a:t>
              </a:r>
            </a:p>
            <a:p>
              <a:pPr eaLnBrk="1" hangingPunct="1"/>
              <a:r>
                <a:rPr lang="en-US" sz="1400" dirty="0">
                  <a:solidFill>
                    <a:schemeClr val="bg1"/>
                  </a:solidFill>
                  <a:latin typeface="Lucida Console" panose="020B0609040504020204" pitchFamily="49" charset="0"/>
                </a:rPr>
                <a:t>default via 10.0.0.1 dev eth1 </a:t>
              </a:r>
            </a:p>
            <a:p>
              <a:pPr eaLnBrk="1" hangingPunct="1"/>
              <a:r>
                <a:rPr lang="en-US" sz="1400" dirty="0">
                  <a:solidFill>
                    <a:schemeClr val="bg1"/>
                  </a:solidFill>
                  <a:latin typeface="Lucida Console" panose="020B0609040504020204" pitchFamily="49" charset="0"/>
                </a:rPr>
                <a:t>10.0.0.0/30 dev eth1 proto kernel scope link </a:t>
              </a:r>
              <a:r>
                <a:rPr lang="en-US" sz="1400" dirty="0" err="1">
                  <a:solidFill>
                    <a:schemeClr val="bg1"/>
                  </a:solidFill>
                  <a:latin typeface="Lucida Console" panose="020B0609040504020204" pitchFamily="49" charset="0"/>
                </a:rPr>
                <a:t>src</a:t>
              </a:r>
              <a:r>
                <a:rPr lang="en-US" sz="1400" dirty="0">
                  <a:solidFill>
                    <a:schemeClr val="bg1"/>
                  </a:solidFill>
                  <a:latin typeface="Lucida Console" panose="020B0609040504020204" pitchFamily="49" charset="0"/>
                </a:rPr>
                <a:t> 10.0.0.2 </a:t>
              </a:r>
            </a:p>
            <a:p>
              <a:pPr eaLnBrk="1" hangingPunct="1"/>
              <a:r>
                <a:rPr lang="en-US" sz="1400" dirty="0">
                  <a:solidFill>
                    <a:schemeClr val="bg1"/>
                  </a:solidFill>
                  <a:latin typeface="Lucida Console" panose="020B0609040504020204" pitchFamily="49" charset="0"/>
                </a:rPr>
                <a:t>200.100.50.0/24 dev eth0 proto kernel scope link </a:t>
              </a:r>
              <a:r>
                <a:rPr lang="en-US" sz="1400" dirty="0" err="1">
                  <a:solidFill>
                    <a:schemeClr val="bg1"/>
                  </a:solidFill>
                  <a:latin typeface="Lucida Console" panose="020B0609040504020204" pitchFamily="49" charset="0"/>
                </a:rPr>
                <a:t>src</a:t>
              </a:r>
              <a:r>
                <a:rPr lang="en-US" sz="1400" dirty="0">
                  <a:solidFill>
                    <a:schemeClr val="bg1"/>
                  </a:solidFill>
                  <a:latin typeface="Lucida Console" panose="020B0609040504020204" pitchFamily="49" charset="0"/>
                </a:rPr>
                <a:t> 200.100.50.1</a:t>
              </a:r>
              <a:endParaRPr lang="en-US" sz="1400" noProof="0" dirty="0">
                <a:solidFill>
                  <a:schemeClr val="bg1"/>
                </a:solidFill>
                <a:latin typeface="Lucida Console" panose="020B0609040504020204" pitchFamily="49" charset="0"/>
              </a:endParaRPr>
            </a:p>
          </p:txBody>
        </p:sp>
        <p:sp>
          <p:nvSpPr>
            <p:cNvPr id="91" name="Rectangle 5">
              <a:extLst>
                <a:ext uri="{FF2B5EF4-FFF2-40B4-BE49-F238E27FC236}">
                  <a16:creationId xmlns:a16="http://schemas.microsoft.com/office/drawing/2014/main" id="{09FC59EC-79DF-6E36-E99C-7FC110A7AFEE}"/>
                </a:ext>
              </a:extLst>
            </p:cNvPr>
            <p:cNvSpPr/>
            <p:nvPr/>
          </p:nvSpPr>
          <p:spPr>
            <a:xfrm>
              <a:off x="4008796" y="2378845"/>
              <a:ext cx="7575135" cy="301050"/>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en-US" kern="0" noProof="0" dirty="0">
                  <a:solidFill>
                    <a:prstClr val="white"/>
                  </a:solidFill>
                  <a:latin typeface="Calibri" panose="020F0502020204030204"/>
                </a:rPr>
                <a:t>router1</a:t>
              </a:r>
            </a:p>
          </p:txBody>
        </p:sp>
        <p:grpSp>
          <p:nvGrpSpPr>
            <p:cNvPr id="92" name="Group 14">
              <a:extLst>
                <a:ext uri="{FF2B5EF4-FFF2-40B4-BE49-F238E27FC236}">
                  <a16:creationId xmlns:a16="http://schemas.microsoft.com/office/drawing/2014/main" id="{6DA40DEC-76CB-369B-D46A-25B7CF40C690}"/>
                </a:ext>
              </a:extLst>
            </p:cNvPr>
            <p:cNvGrpSpPr/>
            <p:nvPr/>
          </p:nvGrpSpPr>
          <p:grpSpPr>
            <a:xfrm>
              <a:off x="10889510" y="2462830"/>
              <a:ext cx="581348" cy="126235"/>
              <a:chOff x="8061831" y="2111809"/>
              <a:chExt cx="581348" cy="126235"/>
            </a:xfrm>
          </p:grpSpPr>
          <p:sp>
            <p:nvSpPr>
              <p:cNvPr id="93" name="Rectangle 15">
                <a:extLst>
                  <a:ext uri="{FF2B5EF4-FFF2-40B4-BE49-F238E27FC236}">
                    <a16:creationId xmlns:a16="http://schemas.microsoft.com/office/drawing/2014/main" id="{7DB1A5CC-C9C8-D03C-E87A-C4225F519AFC}"/>
                  </a:ext>
                </a:extLst>
              </p:cNvPr>
              <p:cNvSpPr>
                <a:spLocks noChangeAspect="1"/>
              </p:cNvSpPr>
              <p:nvPr/>
            </p:nvSpPr>
            <p:spPr>
              <a:xfrm>
                <a:off x="8517179" y="2112044"/>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94" name="Rectangle 16">
                <a:extLst>
                  <a:ext uri="{FF2B5EF4-FFF2-40B4-BE49-F238E27FC236}">
                    <a16:creationId xmlns:a16="http://schemas.microsoft.com/office/drawing/2014/main" id="{F019989C-C6B5-45BF-2ADB-4334DC3D1F06}"/>
                  </a:ext>
                </a:extLst>
              </p:cNvPr>
              <p:cNvSpPr>
                <a:spLocks noChangeAspect="1"/>
              </p:cNvSpPr>
              <p:nvPr/>
            </p:nvSpPr>
            <p:spPr>
              <a:xfrm>
                <a:off x="8061831" y="2111809"/>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95" name="Rectangle 17">
                <a:extLst>
                  <a:ext uri="{FF2B5EF4-FFF2-40B4-BE49-F238E27FC236}">
                    <a16:creationId xmlns:a16="http://schemas.microsoft.com/office/drawing/2014/main" id="{C9C43239-44A1-D948-C6D0-407A4AECEBDF}"/>
                  </a:ext>
                </a:extLst>
              </p:cNvPr>
              <p:cNvSpPr>
                <a:spLocks noChangeAspect="1"/>
              </p:cNvSpPr>
              <p:nvPr/>
            </p:nvSpPr>
            <p:spPr>
              <a:xfrm>
                <a:off x="8289505" y="2111809"/>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
        <p:nvSpPr>
          <p:cNvPr id="96" name="AutoShape 62">
            <a:extLst>
              <a:ext uri="{FF2B5EF4-FFF2-40B4-BE49-F238E27FC236}">
                <a16:creationId xmlns:a16="http://schemas.microsoft.com/office/drawing/2014/main" id="{83BD4945-F48F-88CC-6DDA-AC9B876FB91C}"/>
              </a:ext>
            </a:extLst>
          </p:cNvPr>
          <p:cNvSpPr>
            <a:spLocks noChangeArrowheads="1"/>
          </p:cNvSpPr>
          <p:nvPr/>
        </p:nvSpPr>
        <p:spPr bwMode="auto">
          <a:xfrm>
            <a:off x="1852705" y="3016157"/>
            <a:ext cx="3371387" cy="472871"/>
          </a:xfrm>
          <a:prstGeom prst="wedgeRoundRectCallout">
            <a:avLst>
              <a:gd name="adj1" fmla="val 4705"/>
              <a:gd name="adj2" fmla="val 267334"/>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dirty="0"/>
              <a:t>Default route towards router2</a:t>
            </a:r>
            <a:endParaRPr lang="en-US" sz="1600" noProof="0" dirty="0"/>
          </a:p>
        </p:txBody>
      </p:sp>
    </p:spTree>
    <p:extLst>
      <p:ext uri="{BB962C8B-B14F-4D97-AF65-F5344CB8AC3E}">
        <p14:creationId xmlns:p14="http://schemas.microsoft.com/office/powerpoint/2010/main" val="2578909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E5398-20AF-2006-0B78-3ABAAA4C46D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31F398E-B3DD-3529-C98B-7E43CC64959E}"/>
              </a:ext>
            </a:extLst>
          </p:cNvPr>
          <p:cNvSpPr>
            <a:spLocks noGrp="1"/>
          </p:cNvSpPr>
          <p:nvPr>
            <p:ph type="title"/>
          </p:nvPr>
        </p:nvSpPr>
        <p:spPr/>
        <p:txBody>
          <a:bodyPr/>
          <a:lstStyle/>
          <a:p>
            <a:r>
              <a:rPr lang="en-US" sz="4400" dirty="0"/>
              <a:t>lab-1-lan</a:t>
            </a:r>
            <a:r>
              <a:rPr lang="en-US" dirty="0"/>
              <a:t>: inspecting the routing table</a:t>
            </a:r>
          </a:p>
        </p:txBody>
      </p:sp>
      <p:sp>
        <p:nvSpPr>
          <p:cNvPr id="4" name="Segnaposto data 3">
            <a:extLst>
              <a:ext uri="{FF2B5EF4-FFF2-40B4-BE49-F238E27FC236}">
                <a16:creationId xmlns:a16="http://schemas.microsoft.com/office/drawing/2014/main" id="{030BAF80-A945-6EBD-30AB-EC169901BCF4}"/>
              </a:ext>
            </a:extLst>
          </p:cNvPr>
          <p:cNvSpPr>
            <a:spLocks noGrp="1"/>
          </p:cNvSpPr>
          <p:nvPr>
            <p:ph type="dt" sz="half" idx="10"/>
          </p:nvPr>
        </p:nvSpPr>
        <p:spPr/>
        <p:txBody>
          <a:bodyPr/>
          <a:lstStyle/>
          <a:p>
            <a:pPr>
              <a:defRPr/>
            </a:pPr>
            <a:r>
              <a:rPr lang="en-US" altLang="it-IT" dirty="0"/>
              <a:t>last update: Nov 2025</a:t>
            </a:r>
            <a:endParaRPr lang="it-IT" altLang="it-IT" dirty="0"/>
          </a:p>
        </p:txBody>
      </p:sp>
      <p:sp>
        <p:nvSpPr>
          <p:cNvPr id="5" name="Segnaposto piè di pagina 4">
            <a:extLst>
              <a:ext uri="{FF2B5EF4-FFF2-40B4-BE49-F238E27FC236}">
                <a16:creationId xmlns:a16="http://schemas.microsoft.com/office/drawing/2014/main" id="{731FC749-32B3-3CC3-79A3-A3A595655A82}"/>
              </a:ext>
            </a:extLst>
          </p:cNvPr>
          <p:cNvSpPr>
            <a:spLocks noGrp="1"/>
          </p:cNvSpPr>
          <p:nvPr>
            <p:ph type="ftr" sz="quarter" idx="11"/>
          </p:nvPr>
        </p:nvSpPr>
        <p:spPr/>
        <p:txBody>
          <a:bodyPr/>
          <a:lstStyle/>
          <a:p>
            <a:pPr>
              <a:defRPr/>
            </a:pPr>
            <a:r>
              <a:rPr lang="it-IT" altLang="it-IT"/>
              <a:t>kathara – [ lab: basic-ipv4 ]</a:t>
            </a:r>
            <a:endParaRPr lang="it-IT" altLang="it-IT" dirty="0"/>
          </a:p>
        </p:txBody>
      </p:sp>
      <p:grpSp>
        <p:nvGrpSpPr>
          <p:cNvPr id="6" name="Gruppo 5">
            <a:extLst>
              <a:ext uri="{FF2B5EF4-FFF2-40B4-BE49-F238E27FC236}">
                <a16:creationId xmlns:a16="http://schemas.microsoft.com/office/drawing/2014/main" id="{B41CD4A1-92AD-9EDB-F14D-9318D2A82F2D}"/>
              </a:ext>
            </a:extLst>
          </p:cNvPr>
          <p:cNvGrpSpPr/>
          <p:nvPr/>
        </p:nvGrpSpPr>
        <p:grpSpPr>
          <a:xfrm>
            <a:off x="2217644" y="1830294"/>
            <a:ext cx="7620000" cy="1905000"/>
            <a:chOff x="2160494" y="2744694"/>
            <a:chExt cx="7620000" cy="1905000"/>
          </a:xfrm>
        </p:grpSpPr>
        <p:grpSp>
          <p:nvGrpSpPr>
            <p:cNvPr id="7" name="Gruppo 6">
              <a:extLst>
                <a:ext uri="{FF2B5EF4-FFF2-40B4-BE49-F238E27FC236}">
                  <a16:creationId xmlns:a16="http://schemas.microsoft.com/office/drawing/2014/main" id="{D2759506-F7AF-A0D8-5C0A-66491A181D2F}"/>
                </a:ext>
              </a:extLst>
            </p:cNvPr>
            <p:cNvGrpSpPr/>
            <p:nvPr/>
          </p:nvGrpSpPr>
          <p:grpSpPr>
            <a:xfrm>
              <a:off x="2160494" y="2744694"/>
              <a:ext cx="7620000" cy="1905000"/>
              <a:chOff x="2160494" y="1592169"/>
              <a:chExt cx="7620000" cy="1905000"/>
            </a:xfrm>
          </p:grpSpPr>
          <p:grpSp>
            <p:nvGrpSpPr>
              <p:cNvPr id="9" name="Group 126">
                <a:extLst>
                  <a:ext uri="{FF2B5EF4-FFF2-40B4-BE49-F238E27FC236}">
                    <a16:creationId xmlns:a16="http://schemas.microsoft.com/office/drawing/2014/main" id="{F7E344D2-C67F-B3EF-0018-E32FA8265CC4}"/>
                  </a:ext>
                </a:extLst>
              </p:cNvPr>
              <p:cNvGrpSpPr>
                <a:grpSpLocks/>
              </p:cNvGrpSpPr>
              <p:nvPr/>
            </p:nvGrpSpPr>
            <p:grpSpPr bwMode="auto">
              <a:xfrm>
                <a:off x="2160494" y="1592169"/>
                <a:ext cx="7620000" cy="1905000"/>
                <a:chOff x="336" y="2820"/>
                <a:chExt cx="4800" cy="1200"/>
              </a:xfrm>
            </p:grpSpPr>
            <p:sp>
              <p:nvSpPr>
                <p:cNvPr id="17" name="Line 38">
                  <a:extLst>
                    <a:ext uri="{FF2B5EF4-FFF2-40B4-BE49-F238E27FC236}">
                      <a16:creationId xmlns:a16="http://schemas.microsoft.com/office/drawing/2014/main" id="{4A6FE2C2-2572-6A85-2A5E-CAC9AF5F7751}"/>
                    </a:ext>
                  </a:extLst>
                </p:cNvPr>
                <p:cNvSpPr>
                  <a:spLocks noChangeShapeType="1"/>
                </p:cNvSpPr>
                <p:nvPr/>
              </p:nvSpPr>
              <p:spPr bwMode="auto">
                <a:xfrm flipH="1">
                  <a:off x="336" y="3183"/>
                  <a:ext cx="6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39">
                  <a:extLst>
                    <a:ext uri="{FF2B5EF4-FFF2-40B4-BE49-F238E27FC236}">
                      <a16:creationId xmlns:a16="http://schemas.microsoft.com/office/drawing/2014/main" id="{CDF56EB2-F091-453E-FC0E-FF411D6CB3D6}"/>
                    </a:ext>
                  </a:extLst>
                </p:cNvPr>
                <p:cNvSpPr>
                  <a:spLocks noChangeShapeType="1"/>
                </p:cNvSpPr>
                <p:nvPr/>
              </p:nvSpPr>
              <p:spPr bwMode="auto">
                <a:xfrm flipH="1">
                  <a:off x="1296" y="3166"/>
                  <a:ext cx="177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40">
                  <a:extLst>
                    <a:ext uri="{FF2B5EF4-FFF2-40B4-BE49-F238E27FC236}">
                      <a16:creationId xmlns:a16="http://schemas.microsoft.com/office/drawing/2014/main" id="{DFE5B4A9-A243-65AA-8905-B05385EC1CE3}"/>
                    </a:ext>
                  </a:extLst>
                </p:cNvPr>
                <p:cNvSpPr>
                  <a:spLocks noChangeShapeType="1"/>
                </p:cNvSpPr>
                <p:nvPr/>
              </p:nvSpPr>
              <p:spPr bwMode="auto">
                <a:xfrm flipH="1">
                  <a:off x="3840" y="3300"/>
                  <a:ext cx="1"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0" name="Picture 41">
                  <a:extLst>
                    <a:ext uri="{FF2B5EF4-FFF2-40B4-BE49-F238E27FC236}">
                      <a16:creationId xmlns:a16="http://schemas.microsoft.com/office/drawing/2014/main" id="{99653296-2986-408F-7BDC-9F07E8B7961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1" y="2820"/>
                  <a:ext cx="57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Line 42">
                  <a:extLst>
                    <a:ext uri="{FF2B5EF4-FFF2-40B4-BE49-F238E27FC236}">
                      <a16:creationId xmlns:a16="http://schemas.microsoft.com/office/drawing/2014/main" id="{9D1AE7E2-0468-47E3-7884-653E63B85039}"/>
                    </a:ext>
                  </a:extLst>
                </p:cNvPr>
                <p:cNvSpPr>
                  <a:spLocks noChangeShapeType="1"/>
                </p:cNvSpPr>
                <p:nvPr/>
              </p:nvSpPr>
              <p:spPr bwMode="auto">
                <a:xfrm flipH="1">
                  <a:off x="4464" y="3300"/>
                  <a:ext cx="2"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2" name="Picture 43">
                  <a:extLst>
                    <a:ext uri="{FF2B5EF4-FFF2-40B4-BE49-F238E27FC236}">
                      <a16:creationId xmlns:a16="http://schemas.microsoft.com/office/drawing/2014/main" id="{CB8359C8-8A63-416F-0683-B0E54F53E71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6" y="2820"/>
                  <a:ext cx="57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Line 44">
                  <a:extLst>
                    <a:ext uri="{FF2B5EF4-FFF2-40B4-BE49-F238E27FC236}">
                      <a16:creationId xmlns:a16="http://schemas.microsoft.com/office/drawing/2014/main" id="{850A82F9-0C90-2ED4-4B0D-A6E6A030B3B3}"/>
                    </a:ext>
                  </a:extLst>
                </p:cNvPr>
                <p:cNvSpPr>
                  <a:spLocks noChangeShapeType="1"/>
                </p:cNvSpPr>
                <p:nvPr/>
              </p:nvSpPr>
              <p:spPr bwMode="auto">
                <a:xfrm flipH="1">
                  <a:off x="3025" y="3348"/>
                  <a:ext cx="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4" name="Group 45">
                  <a:extLst>
                    <a:ext uri="{FF2B5EF4-FFF2-40B4-BE49-F238E27FC236}">
                      <a16:creationId xmlns:a16="http://schemas.microsoft.com/office/drawing/2014/main" id="{F608A74A-4928-A22B-5C39-83FDD7AFFFC2}"/>
                    </a:ext>
                  </a:extLst>
                </p:cNvPr>
                <p:cNvGrpSpPr>
                  <a:grpSpLocks/>
                </p:cNvGrpSpPr>
                <p:nvPr/>
              </p:nvGrpSpPr>
              <p:grpSpPr bwMode="auto">
                <a:xfrm>
                  <a:off x="2691" y="2974"/>
                  <a:ext cx="624" cy="384"/>
                  <a:chOff x="3792" y="3408"/>
                  <a:chExt cx="960" cy="528"/>
                </a:xfrm>
              </p:grpSpPr>
              <p:sp>
                <p:nvSpPr>
                  <p:cNvPr id="66" name="AutoShape 46">
                    <a:extLst>
                      <a:ext uri="{FF2B5EF4-FFF2-40B4-BE49-F238E27FC236}">
                        <a16:creationId xmlns:a16="http://schemas.microsoft.com/office/drawing/2014/main" id="{72737EAB-2115-0CC2-7C16-9A8FBC22399B}"/>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a:p>
                </p:txBody>
              </p:sp>
              <p:grpSp>
                <p:nvGrpSpPr>
                  <p:cNvPr id="67" name="Group 47">
                    <a:extLst>
                      <a:ext uri="{FF2B5EF4-FFF2-40B4-BE49-F238E27FC236}">
                        <a16:creationId xmlns:a16="http://schemas.microsoft.com/office/drawing/2014/main" id="{DEB53633-FD8B-23C2-D2FD-B3679556EF3D}"/>
                      </a:ext>
                    </a:extLst>
                  </p:cNvPr>
                  <p:cNvGrpSpPr>
                    <a:grpSpLocks noChangeAspect="1"/>
                  </p:cNvGrpSpPr>
                  <p:nvPr/>
                </p:nvGrpSpPr>
                <p:grpSpPr bwMode="auto">
                  <a:xfrm>
                    <a:off x="3968" y="3441"/>
                    <a:ext cx="599" cy="207"/>
                    <a:chOff x="422" y="1632"/>
                    <a:chExt cx="829" cy="298"/>
                  </a:xfrm>
                </p:grpSpPr>
                <p:grpSp>
                  <p:nvGrpSpPr>
                    <p:cNvPr id="69" name="Group 48">
                      <a:extLst>
                        <a:ext uri="{FF2B5EF4-FFF2-40B4-BE49-F238E27FC236}">
                          <a16:creationId xmlns:a16="http://schemas.microsoft.com/office/drawing/2014/main" id="{740E35DA-A434-96E3-B98E-CE032DA4AC81}"/>
                        </a:ext>
                      </a:extLst>
                    </p:cNvPr>
                    <p:cNvGrpSpPr>
                      <a:grpSpLocks noChangeAspect="1"/>
                    </p:cNvGrpSpPr>
                    <p:nvPr/>
                  </p:nvGrpSpPr>
                  <p:grpSpPr bwMode="auto">
                    <a:xfrm>
                      <a:off x="422" y="1632"/>
                      <a:ext cx="822" cy="291"/>
                      <a:chOff x="422" y="1632"/>
                      <a:chExt cx="822" cy="291"/>
                    </a:xfrm>
                  </p:grpSpPr>
                  <p:sp>
                    <p:nvSpPr>
                      <p:cNvPr id="79" name="Freeform 49">
                        <a:extLst>
                          <a:ext uri="{FF2B5EF4-FFF2-40B4-BE49-F238E27FC236}">
                            <a16:creationId xmlns:a16="http://schemas.microsoft.com/office/drawing/2014/main" id="{652621E5-60D5-0504-FD09-1BA7EF9A8B9E}"/>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0" name="Freeform 50">
                        <a:extLst>
                          <a:ext uri="{FF2B5EF4-FFF2-40B4-BE49-F238E27FC236}">
                            <a16:creationId xmlns:a16="http://schemas.microsoft.com/office/drawing/2014/main" id="{D6653EA4-6983-27C0-C328-F936FD9F99C3}"/>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 name="Freeform 51">
                        <a:extLst>
                          <a:ext uri="{FF2B5EF4-FFF2-40B4-BE49-F238E27FC236}">
                            <a16:creationId xmlns:a16="http://schemas.microsoft.com/office/drawing/2014/main" id="{7EFAEA94-A83D-6C18-AC78-FDF8647CEA72}"/>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 name="Freeform 52">
                        <a:extLst>
                          <a:ext uri="{FF2B5EF4-FFF2-40B4-BE49-F238E27FC236}">
                            <a16:creationId xmlns:a16="http://schemas.microsoft.com/office/drawing/2014/main" id="{121063C8-54CB-85DF-02BB-4873120CCB8B}"/>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 name="Freeform 53">
                        <a:extLst>
                          <a:ext uri="{FF2B5EF4-FFF2-40B4-BE49-F238E27FC236}">
                            <a16:creationId xmlns:a16="http://schemas.microsoft.com/office/drawing/2014/main" id="{A5217515-2540-3AB7-2405-6F57D7390E8C}"/>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4" name="Freeform 54">
                        <a:extLst>
                          <a:ext uri="{FF2B5EF4-FFF2-40B4-BE49-F238E27FC236}">
                            <a16:creationId xmlns:a16="http://schemas.microsoft.com/office/drawing/2014/main" id="{6A812649-F631-F901-797F-15DA1DDB4D39}"/>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5" name="Freeform 55">
                        <a:extLst>
                          <a:ext uri="{FF2B5EF4-FFF2-40B4-BE49-F238E27FC236}">
                            <a16:creationId xmlns:a16="http://schemas.microsoft.com/office/drawing/2014/main" id="{EC6F32C9-266E-90B9-7329-324D74A87AB9}"/>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6" name="Freeform 56">
                        <a:extLst>
                          <a:ext uri="{FF2B5EF4-FFF2-40B4-BE49-F238E27FC236}">
                            <a16:creationId xmlns:a16="http://schemas.microsoft.com/office/drawing/2014/main" id="{41DBADC3-844D-0D6E-BAFD-CBA1196B36C8}"/>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70" name="Group 57">
                      <a:extLst>
                        <a:ext uri="{FF2B5EF4-FFF2-40B4-BE49-F238E27FC236}">
                          <a16:creationId xmlns:a16="http://schemas.microsoft.com/office/drawing/2014/main" id="{9ABA9508-B143-7B5D-8F8A-4F8761FD2E47}"/>
                        </a:ext>
                      </a:extLst>
                    </p:cNvPr>
                    <p:cNvGrpSpPr>
                      <a:grpSpLocks noChangeAspect="1"/>
                    </p:cNvGrpSpPr>
                    <p:nvPr/>
                  </p:nvGrpSpPr>
                  <p:grpSpPr bwMode="auto">
                    <a:xfrm>
                      <a:off x="429" y="1639"/>
                      <a:ext cx="822" cy="291"/>
                      <a:chOff x="429" y="1639"/>
                      <a:chExt cx="822" cy="291"/>
                    </a:xfrm>
                  </p:grpSpPr>
                  <p:sp>
                    <p:nvSpPr>
                      <p:cNvPr id="71" name="Freeform 58">
                        <a:extLst>
                          <a:ext uri="{FF2B5EF4-FFF2-40B4-BE49-F238E27FC236}">
                            <a16:creationId xmlns:a16="http://schemas.microsoft.com/office/drawing/2014/main" id="{5564C3D4-3638-58F6-6DF2-CD52ACDF09AA}"/>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59">
                        <a:extLst>
                          <a:ext uri="{FF2B5EF4-FFF2-40B4-BE49-F238E27FC236}">
                            <a16:creationId xmlns:a16="http://schemas.microsoft.com/office/drawing/2014/main" id="{01B78E72-ABCE-B718-9E8F-EEB0F517A60F}"/>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 name="Freeform 60">
                        <a:extLst>
                          <a:ext uri="{FF2B5EF4-FFF2-40B4-BE49-F238E27FC236}">
                            <a16:creationId xmlns:a16="http://schemas.microsoft.com/office/drawing/2014/main" id="{3A4A8FA3-A4EB-C534-317F-F5604835C989}"/>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61">
                        <a:extLst>
                          <a:ext uri="{FF2B5EF4-FFF2-40B4-BE49-F238E27FC236}">
                            <a16:creationId xmlns:a16="http://schemas.microsoft.com/office/drawing/2014/main" id="{E1E68AB3-E97A-DB20-C63B-D2A79819C2DC}"/>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 name="Freeform 62">
                        <a:extLst>
                          <a:ext uri="{FF2B5EF4-FFF2-40B4-BE49-F238E27FC236}">
                            <a16:creationId xmlns:a16="http://schemas.microsoft.com/office/drawing/2014/main" id="{3CD9CA11-9D24-9CFE-40E3-AAD75564FB61}"/>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6" name="Freeform 63">
                        <a:extLst>
                          <a:ext uri="{FF2B5EF4-FFF2-40B4-BE49-F238E27FC236}">
                            <a16:creationId xmlns:a16="http://schemas.microsoft.com/office/drawing/2014/main" id="{6E79E8F9-1DE2-1A4D-BEB7-C9A9305DB0F4}"/>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 name="Freeform 64">
                        <a:extLst>
                          <a:ext uri="{FF2B5EF4-FFF2-40B4-BE49-F238E27FC236}">
                            <a16:creationId xmlns:a16="http://schemas.microsoft.com/office/drawing/2014/main" id="{628D7F0D-A750-EE66-B43E-1805D9EBCDD2}"/>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65">
                        <a:extLst>
                          <a:ext uri="{FF2B5EF4-FFF2-40B4-BE49-F238E27FC236}">
                            <a16:creationId xmlns:a16="http://schemas.microsoft.com/office/drawing/2014/main" id="{0974EB04-B617-83A2-2EB2-5D2C53917CD6}"/>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68" name="WordArt 66">
                    <a:extLst>
                      <a:ext uri="{FF2B5EF4-FFF2-40B4-BE49-F238E27FC236}">
                        <a16:creationId xmlns:a16="http://schemas.microsoft.com/office/drawing/2014/main" id="{4B7A9E61-6963-60A0-9056-35FC461A7CAD}"/>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1</a:t>
                    </a:r>
                  </a:p>
                </p:txBody>
              </p:sp>
            </p:grpSp>
            <p:sp>
              <p:nvSpPr>
                <p:cNvPr id="25" name="Text Box 67">
                  <a:extLst>
                    <a:ext uri="{FF2B5EF4-FFF2-40B4-BE49-F238E27FC236}">
                      <a16:creationId xmlns:a16="http://schemas.microsoft.com/office/drawing/2014/main" id="{31E29FC9-6559-6D6C-991E-C936B0E382EF}"/>
                    </a:ext>
                  </a:extLst>
                </p:cNvPr>
                <p:cNvSpPr txBox="1">
                  <a:spLocks noChangeArrowheads="1"/>
                </p:cNvSpPr>
                <p:nvPr/>
              </p:nvSpPr>
              <p:spPr bwMode="auto">
                <a:xfrm>
                  <a:off x="3313" y="3770"/>
                  <a:ext cx="1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a:t>200.100.50.0/24</a:t>
                  </a:r>
                </a:p>
              </p:txBody>
            </p:sp>
            <p:grpSp>
              <p:nvGrpSpPr>
                <p:cNvPr id="26" name="Group 68">
                  <a:extLst>
                    <a:ext uri="{FF2B5EF4-FFF2-40B4-BE49-F238E27FC236}">
                      <a16:creationId xmlns:a16="http://schemas.microsoft.com/office/drawing/2014/main" id="{574F676F-D030-9D05-8C32-133D32C172BF}"/>
                    </a:ext>
                  </a:extLst>
                </p:cNvPr>
                <p:cNvGrpSpPr>
                  <a:grpSpLocks/>
                </p:cNvGrpSpPr>
                <p:nvPr/>
              </p:nvGrpSpPr>
              <p:grpSpPr bwMode="auto">
                <a:xfrm>
                  <a:off x="816" y="2974"/>
                  <a:ext cx="624" cy="384"/>
                  <a:chOff x="3792" y="3408"/>
                  <a:chExt cx="960" cy="528"/>
                </a:xfrm>
              </p:grpSpPr>
              <p:sp>
                <p:nvSpPr>
                  <p:cNvPr id="45" name="AutoShape 69">
                    <a:extLst>
                      <a:ext uri="{FF2B5EF4-FFF2-40B4-BE49-F238E27FC236}">
                        <a16:creationId xmlns:a16="http://schemas.microsoft.com/office/drawing/2014/main" id="{B4F4FD8A-D47F-B7AF-BFAE-2BB6A5D7FF4A}"/>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dirty="0"/>
                  </a:p>
                </p:txBody>
              </p:sp>
              <p:grpSp>
                <p:nvGrpSpPr>
                  <p:cNvPr id="46" name="Group 70">
                    <a:extLst>
                      <a:ext uri="{FF2B5EF4-FFF2-40B4-BE49-F238E27FC236}">
                        <a16:creationId xmlns:a16="http://schemas.microsoft.com/office/drawing/2014/main" id="{BBBF4ADA-3C28-884A-6CB4-852734E01FF1}"/>
                      </a:ext>
                    </a:extLst>
                  </p:cNvPr>
                  <p:cNvGrpSpPr>
                    <a:grpSpLocks noChangeAspect="1"/>
                  </p:cNvGrpSpPr>
                  <p:nvPr/>
                </p:nvGrpSpPr>
                <p:grpSpPr bwMode="auto">
                  <a:xfrm>
                    <a:off x="3968" y="3441"/>
                    <a:ext cx="599" cy="207"/>
                    <a:chOff x="422" y="1632"/>
                    <a:chExt cx="829" cy="298"/>
                  </a:xfrm>
                </p:grpSpPr>
                <p:grpSp>
                  <p:nvGrpSpPr>
                    <p:cNvPr id="48" name="Group 71">
                      <a:extLst>
                        <a:ext uri="{FF2B5EF4-FFF2-40B4-BE49-F238E27FC236}">
                          <a16:creationId xmlns:a16="http://schemas.microsoft.com/office/drawing/2014/main" id="{94C98418-CE0E-AF3F-1C48-69810114C363}"/>
                        </a:ext>
                      </a:extLst>
                    </p:cNvPr>
                    <p:cNvGrpSpPr>
                      <a:grpSpLocks noChangeAspect="1"/>
                    </p:cNvGrpSpPr>
                    <p:nvPr/>
                  </p:nvGrpSpPr>
                  <p:grpSpPr bwMode="auto">
                    <a:xfrm>
                      <a:off x="422" y="1632"/>
                      <a:ext cx="822" cy="291"/>
                      <a:chOff x="422" y="1632"/>
                      <a:chExt cx="822" cy="291"/>
                    </a:xfrm>
                  </p:grpSpPr>
                  <p:sp>
                    <p:nvSpPr>
                      <p:cNvPr id="58" name="Freeform 72">
                        <a:extLst>
                          <a:ext uri="{FF2B5EF4-FFF2-40B4-BE49-F238E27FC236}">
                            <a16:creationId xmlns:a16="http://schemas.microsoft.com/office/drawing/2014/main" id="{C220B821-14EF-2C64-061F-0BB413CC49EA}"/>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73">
                        <a:extLst>
                          <a:ext uri="{FF2B5EF4-FFF2-40B4-BE49-F238E27FC236}">
                            <a16:creationId xmlns:a16="http://schemas.microsoft.com/office/drawing/2014/main" id="{55002204-F3A8-FC62-3901-C4EEDC10FBB7}"/>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 name="Freeform 74">
                        <a:extLst>
                          <a:ext uri="{FF2B5EF4-FFF2-40B4-BE49-F238E27FC236}">
                            <a16:creationId xmlns:a16="http://schemas.microsoft.com/office/drawing/2014/main" id="{F49C766A-8D01-7EF5-D35B-0E21D0C31C74}"/>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 name="Freeform 75">
                        <a:extLst>
                          <a:ext uri="{FF2B5EF4-FFF2-40B4-BE49-F238E27FC236}">
                            <a16:creationId xmlns:a16="http://schemas.microsoft.com/office/drawing/2014/main" id="{7BA74BE4-AA2D-7E73-1EDF-968131D149E7}"/>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 name="Freeform 76">
                        <a:extLst>
                          <a:ext uri="{FF2B5EF4-FFF2-40B4-BE49-F238E27FC236}">
                            <a16:creationId xmlns:a16="http://schemas.microsoft.com/office/drawing/2014/main" id="{DA97EC5E-C9CA-5DED-E651-56588E9E4337}"/>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Freeform 77">
                        <a:extLst>
                          <a:ext uri="{FF2B5EF4-FFF2-40B4-BE49-F238E27FC236}">
                            <a16:creationId xmlns:a16="http://schemas.microsoft.com/office/drawing/2014/main" id="{C4C0C521-D950-B7E0-984A-4CD304BF0215}"/>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 name="Freeform 78">
                        <a:extLst>
                          <a:ext uri="{FF2B5EF4-FFF2-40B4-BE49-F238E27FC236}">
                            <a16:creationId xmlns:a16="http://schemas.microsoft.com/office/drawing/2014/main" id="{B96F5426-2E17-A421-ADB6-FB0B9D97C342}"/>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 name="Freeform 79">
                        <a:extLst>
                          <a:ext uri="{FF2B5EF4-FFF2-40B4-BE49-F238E27FC236}">
                            <a16:creationId xmlns:a16="http://schemas.microsoft.com/office/drawing/2014/main" id="{F3341CB2-90BC-DFE9-BF9B-C4393D257E6C}"/>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9" name="Group 80">
                      <a:extLst>
                        <a:ext uri="{FF2B5EF4-FFF2-40B4-BE49-F238E27FC236}">
                          <a16:creationId xmlns:a16="http://schemas.microsoft.com/office/drawing/2014/main" id="{D82BC994-143E-9F9F-FE21-01D3329C0C3B}"/>
                        </a:ext>
                      </a:extLst>
                    </p:cNvPr>
                    <p:cNvGrpSpPr>
                      <a:grpSpLocks noChangeAspect="1"/>
                    </p:cNvGrpSpPr>
                    <p:nvPr/>
                  </p:nvGrpSpPr>
                  <p:grpSpPr bwMode="auto">
                    <a:xfrm>
                      <a:off x="429" y="1639"/>
                      <a:ext cx="822" cy="291"/>
                      <a:chOff x="429" y="1639"/>
                      <a:chExt cx="822" cy="291"/>
                    </a:xfrm>
                  </p:grpSpPr>
                  <p:sp>
                    <p:nvSpPr>
                      <p:cNvPr id="50" name="Freeform 81">
                        <a:extLst>
                          <a:ext uri="{FF2B5EF4-FFF2-40B4-BE49-F238E27FC236}">
                            <a16:creationId xmlns:a16="http://schemas.microsoft.com/office/drawing/2014/main" id="{4E257872-FF6A-727E-3D23-CD5C7E80D855}"/>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82">
                        <a:extLst>
                          <a:ext uri="{FF2B5EF4-FFF2-40B4-BE49-F238E27FC236}">
                            <a16:creationId xmlns:a16="http://schemas.microsoft.com/office/drawing/2014/main" id="{E483373D-D991-A659-9985-070C23DA50B3}"/>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Freeform 83">
                        <a:extLst>
                          <a:ext uri="{FF2B5EF4-FFF2-40B4-BE49-F238E27FC236}">
                            <a16:creationId xmlns:a16="http://schemas.microsoft.com/office/drawing/2014/main" id="{DCD139D5-5F0B-0FB9-00FF-46CD79896699}"/>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84">
                        <a:extLst>
                          <a:ext uri="{FF2B5EF4-FFF2-40B4-BE49-F238E27FC236}">
                            <a16:creationId xmlns:a16="http://schemas.microsoft.com/office/drawing/2014/main" id="{BBCDA8EA-752E-A19F-110A-1C4C2EE37B8C}"/>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85">
                        <a:extLst>
                          <a:ext uri="{FF2B5EF4-FFF2-40B4-BE49-F238E27FC236}">
                            <a16:creationId xmlns:a16="http://schemas.microsoft.com/office/drawing/2014/main" id="{1EC4A06A-FB41-F02E-5CF2-851CA0CAA3F5}"/>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86">
                        <a:extLst>
                          <a:ext uri="{FF2B5EF4-FFF2-40B4-BE49-F238E27FC236}">
                            <a16:creationId xmlns:a16="http://schemas.microsoft.com/office/drawing/2014/main" id="{3FF08BD4-43DC-82E7-5445-53CB46BE4F3E}"/>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87">
                        <a:extLst>
                          <a:ext uri="{FF2B5EF4-FFF2-40B4-BE49-F238E27FC236}">
                            <a16:creationId xmlns:a16="http://schemas.microsoft.com/office/drawing/2014/main" id="{15BC4453-8FEF-2126-30C5-D5E23017A48C}"/>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88">
                        <a:extLst>
                          <a:ext uri="{FF2B5EF4-FFF2-40B4-BE49-F238E27FC236}">
                            <a16:creationId xmlns:a16="http://schemas.microsoft.com/office/drawing/2014/main" id="{71BEE752-19D3-B46D-4EBB-6890D17AAB81}"/>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7" name="WordArt 89">
                    <a:extLst>
                      <a:ext uri="{FF2B5EF4-FFF2-40B4-BE49-F238E27FC236}">
                        <a16:creationId xmlns:a16="http://schemas.microsoft.com/office/drawing/2014/main" id="{393C0377-754A-757B-B5BA-E2DF56E00674}"/>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2</a:t>
                    </a:r>
                  </a:p>
                </p:txBody>
              </p:sp>
            </p:grpSp>
            <p:sp>
              <p:nvSpPr>
                <p:cNvPr id="27" name="Text Box 91">
                  <a:extLst>
                    <a:ext uri="{FF2B5EF4-FFF2-40B4-BE49-F238E27FC236}">
                      <a16:creationId xmlns:a16="http://schemas.microsoft.com/office/drawing/2014/main" id="{68C6B9C6-04DD-F838-C4CC-C642EA2D2FFD}"/>
                    </a:ext>
                  </a:extLst>
                </p:cNvPr>
                <p:cNvSpPr txBox="1">
                  <a:spLocks noChangeArrowheads="1"/>
                </p:cNvSpPr>
                <p:nvPr/>
              </p:nvSpPr>
              <p:spPr bwMode="auto">
                <a:xfrm>
                  <a:off x="1704" y="3204"/>
                  <a:ext cx="8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a:t>10.0.0.0/30</a:t>
                  </a:r>
                </a:p>
              </p:txBody>
            </p:sp>
            <p:grpSp>
              <p:nvGrpSpPr>
                <p:cNvPr id="28" name="Group 92">
                  <a:extLst>
                    <a:ext uri="{FF2B5EF4-FFF2-40B4-BE49-F238E27FC236}">
                      <a16:creationId xmlns:a16="http://schemas.microsoft.com/office/drawing/2014/main" id="{EF29E217-4B2C-215F-50D7-31F8682EDE8E}"/>
                    </a:ext>
                  </a:extLst>
                </p:cNvPr>
                <p:cNvGrpSpPr>
                  <a:grpSpLocks/>
                </p:cNvGrpSpPr>
                <p:nvPr/>
              </p:nvGrpSpPr>
              <p:grpSpPr bwMode="auto">
                <a:xfrm>
                  <a:off x="1488" y="2820"/>
                  <a:ext cx="288" cy="240"/>
                  <a:chOff x="144" y="3264"/>
                  <a:chExt cx="288" cy="240"/>
                </a:xfrm>
              </p:grpSpPr>
              <p:sp>
                <p:nvSpPr>
                  <p:cNvPr id="43" name="Rectangle 93">
                    <a:extLst>
                      <a:ext uri="{FF2B5EF4-FFF2-40B4-BE49-F238E27FC236}">
                        <a16:creationId xmlns:a16="http://schemas.microsoft.com/office/drawing/2014/main" id="{06F9E23A-A03A-FEE3-1A3C-68B534E514E5}"/>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44" name="Rectangle 94">
                    <a:extLst>
                      <a:ext uri="{FF2B5EF4-FFF2-40B4-BE49-F238E27FC236}">
                        <a16:creationId xmlns:a16="http://schemas.microsoft.com/office/drawing/2014/main" id="{6DA8ED2C-E07F-D6A7-579F-CD1174E3F6ED}"/>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1</a:t>
                    </a:r>
                  </a:p>
                </p:txBody>
              </p:sp>
            </p:grpSp>
            <p:grpSp>
              <p:nvGrpSpPr>
                <p:cNvPr id="29" name="Group 95">
                  <a:extLst>
                    <a:ext uri="{FF2B5EF4-FFF2-40B4-BE49-F238E27FC236}">
                      <a16:creationId xmlns:a16="http://schemas.microsoft.com/office/drawing/2014/main" id="{96D0BF27-60C1-4BAE-DA4C-BB5B037B3EA2}"/>
                    </a:ext>
                  </a:extLst>
                </p:cNvPr>
                <p:cNvGrpSpPr>
                  <a:grpSpLocks/>
                </p:cNvGrpSpPr>
                <p:nvPr/>
              </p:nvGrpSpPr>
              <p:grpSpPr bwMode="auto">
                <a:xfrm>
                  <a:off x="2352" y="2820"/>
                  <a:ext cx="288" cy="240"/>
                  <a:chOff x="144" y="3264"/>
                  <a:chExt cx="288" cy="240"/>
                </a:xfrm>
              </p:grpSpPr>
              <p:sp>
                <p:nvSpPr>
                  <p:cNvPr id="41" name="Rectangle 96">
                    <a:extLst>
                      <a:ext uri="{FF2B5EF4-FFF2-40B4-BE49-F238E27FC236}">
                        <a16:creationId xmlns:a16="http://schemas.microsoft.com/office/drawing/2014/main" id="{11B0AF5A-B424-FB05-E0F4-386F8B7F99A5}"/>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eth1</a:t>
                    </a:r>
                  </a:p>
                </p:txBody>
              </p:sp>
              <p:sp>
                <p:nvSpPr>
                  <p:cNvPr id="42" name="Rectangle 97">
                    <a:extLst>
                      <a:ext uri="{FF2B5EF4-FFF2-40B4-BE49-F238E27FC236}">
                        <a16:creationId xmlns:a16="http://schemas.microsoft.com/office/drawing/2014/main" id="{52C289C9-C93B-9067-395F-CDA2F9C66491}"/>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2</a:t>
                    </a:r>
                  </a:p>
                </p:txBody>
              </p:sp>
            </p:grpSp>
            <p:grpSp>
              <p:nvGrpSpPr>
                <p:cNvPr id="30" name="Group 98">
                  <a:extLst>
                    <a:ext uri="{FF2B5EF4-FFF2-40B4-BE49-F238E27FC236}">
                      <a16:creationId xmlns:a16="http://schemas.microsoft.com/office/drawing/2014/main" id="{8BA0E991-AAD3-BF4F-0437-95CA5DCB1DCB}"/>
                    </a:ext>
                  </a:extLst>
                </p:cNvPr>
                <p:cNvGrpSpPr>
                  <a:grpSpLocks/>
                </p:cNvGrpSpPr>
                <p:nvPr/>
              </p:nvGrpSpPr>
              <p:grpSpPr bwMode="auto">
                <a:xfrm>
                  <a:off x="3072" y="3396"/>
                  <a:ext cx="288" cy="240"/>
                  <a:chOff x="144" y="3264"/>
                  <a:chExt cx="288" cy="240"/>
                </a:xfrm>
              </p:grpSpPr>
              <p:sp>
                <p:nvSpPr>
                  <p:cNvPr id="39" name="Rectangle 99">
                    <a:extLst>
                      <a:ext uri="{FF2B5EF4-FFF2-40B4-BE49-F238E27FC236}">
                        <a16:creationId xmlns:a16="http://schemas.microsoft.com/office/drawing/2014/main" id="{0E2838D7-4207-E4C6-1887-F479DC67AA36}"/>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40" name="Rectangle 100">
                    <a:extLst>
                      <a:ext uri="{FF2B5EF4-FFF2-40B4-BE49-F238E27FC236}">
                        <a16:creationId xmlns:a16="http://schemas.microsoft.com/office/drawing/2014/main" id="{DDF90B4A-4DF0-353B-DE1E-F3172C8A0EE5}"/>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1</a:t>
                    </a:r>
                  </a:p>
                </p:txBody>
              </p:sp>
            </p:grpSp>
            <p:sp>
              <p:nvSpPr>
                <p:cNvPr id="31" name="Line 101">
                  <a:extLst>
                    <a:ext uri="{FF2B5EF4-FFF2-40B4-BE49-F238E27FC236}">
                      <a16:creationId xmlns:a16="http://schemas.microsoft.com/office/drawing/2014/main" id="{0C6E7333-2A66-04AD-3A2B-0E542512A004}"/>
                    </a:ext>
                  </a:extLst>
                </p:cNvPr>
                <p:cNvSpPr>
                  <a:spLocks noChangeShapeType="1"/>
                </p:cNvSpPr>
                <p:nvPr/>
              </p:nvSpPr>
              <p:spPr bwMode="auto">
                <a:xfrm flipH="1">
                  <a:off x="2832" y="3780"/>
                  <a:ext cx="230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2" name="Oval 102">
                  <a:extLst>
                    <a:ext uri="{FF2B5EF4-FFF2-40B4-BE49-F238E27FC236}">
                      <a16:creationId xmlns:a16="http://schemas.microsoft.com/office/drawing/2014/main" id="{C03AF859-9525-A084-4194-991C4287C5DA}"/>
                    </a:ext>
                  </a:extLst>
                </p:cNvPr>
                <p:cNvSpPr>
                  <a:spLocks noChangeArrowheads="1"/>
                </p:cNvSpPr>
                <p:nvPr/>
              </p:nvSpPr>
              <p:spPr bwMode="auto">
                <a:xfrm flipH="1">
                  <a:off x="2688" y="3684"/>
                  <a:ext cx="192" cy="192"/>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a:latin typeface="Tahoma" panose="020B0604030504040204" pitchFamily="34" charset="0"/>
                    </a:rPr>
                    <a:t>A</a:t>
                  </a:r>
                </a:p>
              </p:txBody>
            </p:sp>
            <p:grpSp>
              <p:nvGrpSpPr>
                <p:cNvPr id="33" name="Group 103">
                  <a:extLst>
                    <a:ext uri="{FF2B5EF4-FFF2-40B4-BE49-F238E27FC236}">
                      <a16:creationId xmlns:a16="http://schemas.microsoft.com/office/drawing/2014/main" id="{76BE42E5-5DDA-3567-E40B-C7F59FC492BF}"/>
                    </a:ext>
                  </a:extLst>
                </p:cNvPr>
                <p:cNvGrpSpPr>
                  <a:grpSpLocks/>
                </p:cNvGrpSpPr>
                <p:nvPr/>
              </p:nvGrpSpPr>
              <p:grpSpPr bwMode="auto">
                <a:xfrm>
                  <a:off x="3888" y="3396"/>
                  <a:ext cx="288" cy="240"/>
                  <a:chOff x="144" y="3264"/>
                  <a:chExt cx="288" cy="240"/>
                </a:xfrm>
              </p:grpSpPr>
              <p:sp>
                <p:nvSpPr>
                  <p:cNvPr id="37" name="Rectangle 104">
                    <a:extLst>
                      <a:ext uri="{FF2B5EF4-FFF2-40B4-BE49-F238E27FC236}">
                        <a16:creationId xmlns:a16="http://schemas.microsoft.com/office/drawing/2014/main" id="{FBE4089C-5D14-D09C-F44D-A38F0426B066}"/>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8" name="Rectangle 105">
                    <a:extLst>
                      <a:ext uri="{FF2B5EF4-FFF2-40B4-BE49-F238E27FC236}">
                        <a16:creationId xmlns:a16="http://schemas.microsoft.com/office/drawing/2014/main" id="{6E91C01F-ABB3-A069-CCC7-A8393D2658C2}"/>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2</a:t>
                    </a:r>
                  </a:p>
                </p:txBody>
              </p:sp>
            </p:grpSp>
            <p:grpSp>
              <p:nvGrpSpPr>
                <p:cNvPr id="34" name="Group 106">
                  <a:extLst>
                    <a:ext uri="{FF2B5EF4-FFF2-40B4-BE49-F238E27FC236}">
                      <a16:creationId xmlns:a16="http://schemas.microsoft.com/office/drawing/2014/main" id="{802AC6D7-60A7-A0D6-2C47-FCD4E3D4B658}"/>
                    </a:ext>
                  </a:extLst>
                </p:cNvPr>
                <p:cNvGrpSpPr>
                  <a:grpSpLocks/>
                </p:cNvGrpSpPr>
                <p:nvPr/>
              </p:nvGrpSpPr>
              <p:grpSpPr bwMode="auto">
                <a:xfrm>
                  <a:off x="4512" y="3396"/>
                  <a:ext cx="288" cy="240"/>
                  <a:chOff x="144" y="3264"/>
                  <a:chExt cx="288" cy="240"/>
                </a:xfrm>
              </p:grpSpPr>
              <p:sp>
                <p:nvSpPr>
                  <p:cNvPr id="35" name="Rectangle 107">
                    <a:extLst>
                      <a:ext uri="{FF2B5EF4-FFF2-40B4-BE49-F238E27FC236}">
                        <a16:creationId xmlns:a16="http://schemas.microsoft.com/office/drawing/2014/main" id="{06FE5220-3D6E-0629-6510-F281ED3BF4E6}"/>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6" name="Rectangle 108">
                    <a:extLst>
                      <a:ext uri="{FF2B5EF4-FFF2-40B4-BE49-F238E27FC236}">
                        <a16:creationId xmlns:a16="http://schemas.microsoft.com/office/drawing/2014/main" id="{1B8BA1F4-66FD-10E9-F517-65C1FE8FA52B}"/>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3</a:t>
                    </a:r>
                  </a:p>
                </p:txBody>
              </p:sp>
            </p:grpSp>
          </p:grpSp>
          <p:sp>
            <p:nvSpPr>
              <p:cNvPr id="10" name="CasellaDiTesto 9">
                <a:extLst>
                  <a:ext uri="{FF2B5EF4-FFF2-40B4-BE49-F238E27FC236}">
                    <a16:creationId xmlns:a16="http://schemas.microsoft.com/office/drawing/2014/main" id="{EE243273-9ADD-880F-92C8-0180429C4081}"/>
                  </a:ext>
                </a:extLst>
              </p:cNvPr>
              <p:cNvSpPr txBox="1"/>
              <p:nvPr/>
            </p:nvSpPr>
            <p:spPr>
              <a:xfrm>
                <a:off x="7457843" y="1674345"/>
                <a:ext cx="645459" cy="369332"/>
              </a:xfrm>
              <a:prstGeom prst="rect">
                <a:avLst/>
              </a:prstGeom>
              <a:noFill/>
            </p:spPr>
            <p:txBody>
              <a:bodyPr wrap="square" rtlCol="0">
                <a:spAutoFit/>
              </a:bodyPr>
              <a:lstStyle/>
              <a:p>
                <a:pPr algn="ctr"/>
                <a:r>
                  <a:rPr lang="en-US" dirty="0"/>
                  <a:t>pc1</a:t>
                </a:r>
              </a:p>
            </p:txBody>
          </p:sp>
          <p:sp>
            <p:nvSpPr>
              <p:cNvPr id="11" name="CasellaDiTesto 10">
                <a:extLst>
                  <a:ext uri="{FF2B5EF4-FFF2-40B4-BE49-F238E27FC236}">
                    <a16:creationId xmlns:a16="http://schemas.microsoft.com/office/drawing/2014/main" id="{8AE43A8E-9AAF-616C-9559-0478782F8DB4}"/>
                  </a:ext>
                </a:extLst>
              </p:cNvPr>
              <p:cNvSpPr txBox="1"/>
              <p:nvPr/>
            </p:nvSpPr>
            <p:spPr>
              <a:xfrm>
                <a:off x="8429015" y="1701239"/>
                <a:ext cx="645459" cy="369332"/>
              </a:xfrm>
              <a:prstGeom prst="rect">
                <a:avLst/>
              </a:prstGeom>
              <a:noFill/>
            </p:spPr>
            <p:txBody>
              <a:bodyPr wrap="square" rtlCol="0">
                <a:spAutoFit/>
              </a:bodyPr>
              <a:lstStyle/>
              <a:p>
                <a:pPr algn="ctr"/>
                <a:r>
                  <a:rPr lang="en-US" dirty="0"/>
                  <a:t>pc2</a:t>
                </a:r>
              </a:p>
            </p:txBody>
          </p:sp>
        </p:grpSp>
        <p:sp>
          <p:nvSpPr>
            <p:cNvPr id="8" name="Oval 102">
              <a:extLst>
                <a:ext uri="{FF2B5EF4-FFF2-40B4-BE49-F238E27FC236}">
                  <a16:creationId xmlns:a16="http://schemas.microsoft.com/office/drawing/2014/main" id="{FE4660AE-A960-0CAB-E014-E108E61144A5}"/>
                </a:ext>
              </a:extLst>
            </p:cNvPr>
            <p:cNvSpPr>
              <a:spLocks noChangeArrowheads="1"/>
            </p:cNvSpPr>
            <p:nvPr/>
          </p:nvSpPr>
          <p:spPr bwMode="auto">
            <a:xfrm flipH="1">
              <a:off x="4751294" y="3133131"/>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dirty="0">
                  <a:latin typeface="Tahoma" panose="020B0604030504040204" pitchFamily="34" charset="0"/>
                </a:rPr>
                <a:t>B</a:t>
              </a:r>
            </a:p>
          </p:txBody>
        </p:sp>
      </p:grpSp>
      <p:grpSp>
        <p:nvGrpSpPr>
          <p:cNvPr id="89" name="Group 1">
            <a:extLst>
              <a:ext uri="{FF2B5EF4-FFF2-40B4-BE49-F238E27FC236}">
                <a16:creationId xmlns:a16="http://schemas.microsoft.com/office/drawing/2014/main" id="{737E6724-AB13-1E94-C40B-884E0F4D9C0C}"/>
              </a:ext>
            </a:extLst>
          </p:cNvPr>
          <p:cNvGrpSpPr/>
          <p:nvPr/>
        </p:nvGrpSpPr>
        <p:grpSpPr>
          <a:xfrm>
            <a:off x="2256529" y="3977529"/>
            <a:ext cx="7581115" cy="2304002"/>
            <a:chOff x="4008796" y="2378845"/>
            <a:chExt cx="7581115" cy="2304002"/>
          </a:xfrm>
        </p:grpSpPr>
        <p:sp>
          <p:nvSpPr>
            <p:cNvPr id="90" name="Rectangle 4">
              <a:extLst>
                <a:ext uri="{FF2B5EF4-FFF2-40B4-BE49-F238E27FC236}">
                  <a16:creationId xmlns:a16="http://schemas.microsoft.com/office/drawing/2014/main" id="{0FD0D94F-083A-0B71-762A-637665593296}"/>
                </a:ext>
              </a:extLst>
            </p:cNvPr>
            <p:cNvSpPr/>
            <p:nvPr/>
          </p:nvSpPr>
          <p:spPr>
            <a:xfrm>
              <a:off x="4014776" y="2632081"/>
              <a:ext cx="7575135" cy="2050766"/>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sz="1400" dirty="0">
                  <a:solidFill>
                    <a:schemeClr val="bg1"/>
                  </a:solidFill>
                  <a:latin typeface="Lucida Console" panose="020B0609040504020204" pitchFamily="49" charset="0"/>
                </a:rPr>
                <a:t>root@router1:/# </a:t>
              </a:r>
              <a:r>
                <a:rPr lang="en-US" sz="1400" dirty="0" err="1">
                  <a:solidFill>
                    <a:schemeClr val="bg1"/>
                  </a:solidFill>
                  <a:latin typeface="Lucida Console" panose="020B0609040504020204" pitchFamily="49" charset="0"/>
                </a:rPr>
                <a:t>ip</a:t>
              </a:r>
              <a:r>
                <a:rPr lang="en-US" sz="1400" dirty="0">
                  <a:solidFill>
                    <a:schemeClr val="bg1"/>
                  </a:solidFill>
                  <a:latin typeface="Lucida Console" panose="020B0609040504020204" pitchFamily="49" charset="0"/>
                </a:rPr>
                <a:t> route</a:t>
              </a:r>
            </a:p>
            <a:p>
              <a:pPr eaLnBrk="1" hangingPunct="1"/>
              <a:r>
                <a:rPr lang="en-US" sz="1400" dirty="0">
                  <a:solidFill>
                    <a:schemeClr val="bg1"/>
                  </a:solidFill>
                  <a:latin typeface="Lucida Console" panose="020B0609040504020204" pitchFamily="49" charset="0"/>
                </a:rPr>
                <a:t>default via 10.0.0.1 dev eth1 </a:t>
              </a:r>
            </a:p>
            <a:p>
              <a:pPr eaLnBrk="1" hangingPunct="1"/>
              <a:r>
                <a:rPr lang="en-US" sz="1400" dirty="0">
                  <a:solidFill>
                    <a:schemeClr val="bg1"/>
                  </a:solidFill>
                  <a:latin typeface="Lucida Console" panose="020B0609040504020204" pitchFamily="49" charset="0"/>
                </a:rPr>
                <a:t>10.0.0.0/30 dev eth1 proto kernel scope link </a:t>
              </a:r>
              <a:r>
                <a:rPr lang="en-US" sz="1400" dirty="0" err="1">
                  <a:solidFill>
                    <a:schemeClr val="bg1"/>
                  </a:solidFill>
                  <a:latin typeface="Lucida Console" panose="020B0609040504020204" pitchFamily="49" charset="0"/>
                </a:rPr>
                <a:t>src</a:t>
              </a:r>
              <a:r>
                <a:rPr lang="en-US" sz="1400" dirty="0">
                  <a:solidFill>
                    <a:schemeClr val="bg1"/>
                  </a:solidFill>
                  <a:latin typeface="Lucida Console" panose="020B0609040504020204" pitchFamily="49" charset="0"/>
                </a:rPr>
                <a:t> 10.0.0.2 </a:t>
              </a:r>
            </a:p>
            <a:p>
              <a:pPr eaLnBrk="1" hangingPunct="1"/>
              <a:r>
                <a:rPr lang="en-US" sz="1400" dirty="0">
                  <a:solidFill>
                    <a:schemeClr val="bg1"/>
                  </a:solidFill>
                  <a:latin typeface="Lucida Console" panose="020B0609040504020204" pitchFamily="49" charset="0"/>
                </a:rPr>
                <a:t>200.100.50.0/24 dev eth0 proto kernel scope link </a:t>
              </a:r>
              <a:r>
                <a:rPr lang="en-US" sz="1400" dirty="0" err="1">
                  <a:solidFill>
                    <a:schemeClr val="bg1"/>
                  </a:solidFill>
                  <a:latin typeface="Lucida Console" panose="020B0609040504020204" pitchFamily="49" charset="0"/>
                </a:rPr>
                <a:t>src</a:t>
              </a:r>
              <a:r>
                <a:rPr lang="en-US" sz="1400" dirty="0">
                  <a:solidFill>
                    <a:schemeClr val="bg1"/>
                  </a:solidFill>
                  <a:latin typeface="Lucida Console" panose="020B0609040504020204" pitchFamily="49" charset="0"/>
                </a:rPr>
                <a:t> 200.100.50.1</a:t>
              </a:r>
              <a:endParaRPr lang="en-US" sz="1400" noProof="0" dirty="0">
                <a:solidFill>
                  <a:schemeClr val="bg1"/>
                </a:solidFill>
                <a:latin typeface="Lucida Console" panose="020B0609040504020204" pitchFamily="49" charset="0"/>
              </a:endParaRPr>
            </a:p>
          </p:txBody>
        </p:sp>
        <p:sp>
          <p:nvSpPr>
            <p:cNvPr id="91" name="Rectangle 5">
              <a:extLst>
                <a:ext uri="{FF2B5EF4-FFF2-40B4-BE49-F238E27FC236}">
                  <a16:creationId xmlns:a16="http://schemas.microsoft.com/office/drawing/2014/main" id="{BB087302-940E-2EE4-8771-0BE55DCE4C1F}"/>
                </a:ext>
              </a:extLst>
            </p:cNvPr>
            <p:cNvSpPr/>
            <p:nvPr/>
          </p:nvSpPr>
          <p:spPr>
            <a:xfrm>
              <a:off x="4008796" y="2378845"/>
              <a:ext cx="7575135" cy="301050"/>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en-US" kern="0" noProof="0" dirty="0">
                  <a:solidFill>
                    <a:prstClr val="white"/>
                  </a:solidFill>
                  <a:latin typeface="Calibri" panose="020F0502020204030204"/>
                </a:rPr>
                <a:t>router1</a:t>
              </a:r>
            </a:p>
          </p:txBody>
        </p:sp>
        <p:grpSp>
          <p:nvGrpSpPr>
            <p:cNvPr id="92" name="Group 14">
              <a:extLst>
                <a:ext uri="{FF2B5EF4-FFF2-40B4-BE49-F238E27FC236}">
                  <a16:creationId xmlns:a16="http://schemas.microsoft.com/office/drawing/2014/main" id="{67CEEB97-DCC2-F2E9-1260-CCE1CF83E701}"/>
                </a:ext>
              </a:extLst>
            </p:cNvPr>
            <p:cNvGrpSpPr/>
            <p:nvPr/>
          </p:nvGrpSpPr>
          <p:grpSpPr>
            <a:xfrm>
              <a:off x="10889510" y="2462830"/>
              <a:ext cx="581348" cy="126235"/>
              <a:chOff x="8061831" y="2111809"/>
              <a:chExt cx="581348" cy="126235"/>
            </a:xfrm>
          </p:grpSpPr>
          <p:sp>
            <p:nvSpPr>
              <p:cNvPr id="93" name="Rectangle 15">
                <a:extLst>
                  <a:ext uri="{FF2B5EF4-FFF2-40B4-BE49-F238E27FC236}">
                    <a16:creationId xmlns:a16="http://schemas.microsoft.com/office/drawing/2014/main" id="{45A68B7F-136C-5DBA-E334-1B5F6FAF662F}"/>
                  </a:ext>
                </a:extLst>
              </p:cNvPr>
              <p:cNvSpPr>
                <a:spLocks noChangeAspect="1"/>
              </p:cNvSpPr>
              <p:nvPr/>
            </p:nvSpPr>
            <p:spPr>
              <a:xfrm>
                <a:off x="8517179" y="2112044"/>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94" name="Rectangle 16">
                <a:extLst>
                  <a:ext uri="{FF2B5EF4-FFF2-40B4-BE49-F238E27FC236}">
                    <a16:creationId xmlns:a16="http://schemas.microsoft.com/office/drawing/2014/main" id="{73FF5666-AD16-0E74-0206-85E9E5F0B1CA}"/>
                  </a:ext>
                </a:extLst>
              </p:cNvPr>
              <p:cNvSpPr>
                <a:spLocks noChangeAspect="1"/>
              </p:cNvSpPr>
              <p:nvPr/>
            </p:nvSpPr>
            <p:spPr>
              <a:xfrm>
                <a:off x="8061831" y="2111809"/>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95" name="Rectangle 17">
                <a:extLst>
                  <a:ext uri="{FF2B5EF4-FFF2-40B4-BE49-F238E27FC236}">
                    <a16:creationId xmlns:a16="http://schemas.microsoft.com/office/drawing/2014/main" id="{C5C3BFA7-A28B-7823-2FDD-6EC46B4CCECF}"/>
                  </a:ext>
                </a:extLst>
              </p:cNvPr>
              <p:cNvSpPr>
                <a:spLocks noChangeAspect="1"/>
              </p:cNvSpPr>
              <p:nvPr/>
            </p:nvSpPr>
            <p:spPr>
              <a:xfrm>
                <a:off x="8289505" y="2111809"/>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
        <p:nvSpPr>
          <p:cNvPr id="3" name="AutoShape 62">
            <a:extLst>
              <a:ext uri="{FF2B5EF4-FFF2-40B4-BE49-F238E27FC236}">
                <a16:creationId xmlns:a16="http://schemas.microsoft.com/office/drawing/2014/main" id="{DA0D5651-A7BA-18D5-71B4-42873CC4B619}"/>
              </a:ext>
            </a:extLst>
          </p:cNvPr>
          <p:cNvSpPr>
            <a:spLocks noChangeArrowheads="1"/>
          </p:cNvSpPr>
          <p:nvPr/>
        </p:nvSpPr>
        <p:spPr bwMode="auto">
          <a:xfrm>
            <a:off x="2693563" y="3278858"/>
            <a:ext cx="3371387" cy="472871"/>
          </a:xfrm>
          <a:prstGeom prst="wedgeRoundRectCallout">
            <a:avLst>
              <a:gd name="adj1" fmla="val 45477"/>
              <a:gd name="adj2" fmla="val 273653"/>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dirty="0"/>
              <a:t>Directly connected routes</a:t>
            </a:r>
            <a:endParaRPr lang="en-US" sz="1600" noProof="0" dirty="0"/>
          </a:p>
        </p:txBody>
      </p:sp>
    </p:spTree>
    <p:extLst>
      <p:ext uri="{BB962C8B-B14F-4D97-AF65-F5344CB8AC3E}">
        <p14:creationId xmlns:p14="http://schemas.microsoft.com/office/powerpoint/2010/main" val="3682605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AD631-0C62-5C42-9A88-C5D57F33ECD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526D92A-C567-B36C-1257-43F7924BB5E8}"/>
              </a:ext>
            </a:extLst>
          </p:cNvPr>
          <p:cNvSpPr>
            <a:spLocks noGrp="1"/>
          </p:cNvSpPr>
          <p:nvPr>
            <p:ph type="title"/>
          </p:nvPr>
        </p:nvSpPr>
        <p:spPr>
          <a:xfrm>
            <a:off x="609600" y="116632"/>
            <a:ext cx="11988800" cy="1143000"/>
          </a:xfrm>
        </p:spPr>
        <p:txBody>
          <a:bodyPr/>
          <a:lstStyle/>
          <a:p>
            <a:r>
              <a:rPr lang="en-US" sz="4400" dirty="0"/>
              <a:t>lab-1-lan</a:t>
            </a:r>
            <a:r>
              <a:rPr lang="en-US" dirty="0"/>
              <a:t>: checking the broadcast address</a:t>
            </a:r>
          </a:p>
        </p:txBody>
      </p:sp>
      <p:sp>
        <p:nvSpPr>
          <p:cNvPr id="4" name="Segnaposto data 3">
            <a:extLst>
              <a:ext uri="{FF2B5EF4-FFF2-40B4-BE49-F238E27FC236}">
                <a16:creationId xmlns:a16="http://schemas.microsoft.com/office/drawing/2014/main" id="{83267DA2-C86F-2CC7-5F77-8318C6BDD146}"/>
              </a:ext>
            </a:extLst>
          </p:cNvPr>
          <p:cNvSpPr>
            <a:spLocks noGrp="1"/>
          </p:cNvSpPr>
          <p:nvPr>
            <p:ph type="dt" sz="half" idx="10"/>
          </p:nvPr>
        </p:nvSpPr>
        <p:spPr/>
        <p:txBody>
          <a:bodyPr/>
          <a:lstStyle/>
          <a:p>
            <a:pPr>
              <a:defRPr/>
            </a:pPr>
            <a:r>
              <a:rPr lang="en-US" altLang="it-IT" dirty="0"/>
              <a:t>last update: Nov 2025</a:t>
            </a:r>
            <a:endParaRPr lang="it-IT" altLang="it-IT" dirty="0"/>
          </a:p>
        </p:txBody>
      </p:sp>
      <p:sp>
        <p:nvSpPr>
          <p:cNvPr id="5" name="Segnaposto piè di pagina 4">
            <a:extLst>
              <a:ext uri="{FF2B5EF4-FFF2-40B4-BE49-F238E27FC236}">
                <a16:creationId xmlns:a16="http://schemas.microsoft.com/office/drawing/2014/main" id="{CC74BBAF-1D9D-EDB0-B4C6-0C8229443658}"/>
              </a:ext>
            </a:extLst>
          </p:cNvPr>
          <p:cNvSpPr>
            <a:spLocks noGrp="1"/>
          </p:cNvSpPr>
          <p:nvPr>
            <p:ph type="ftr" sz="quarter" idx="11"/>
          </p:nvPr>
        </p:nvSpPr>
        <p:spPr/>
        <p:txBody>
          <a:bodyPr/>
          <a:lstStyle/>
          <a:p>
            <a:pPr>
              <a:defRPr/>
            </a:pPr>
            <a:r>
              <a:rPr lang="it-IT" altLang="it-IT"/>
              <a:t>kathara – [ lab: basic-ipv4 ]</a:t>
            </a:r>
            <a:endParaRPr lang="it-IT" altLang="it-IT" dirty="0"/>
          </a:p>
        </p:txBody>
      </p:sp>
      <p:grpSp>
        <p:nvGrpSpPr>
          <p:cNvPr id="6" name="Gruppo 5">
            <a:extLst>
              <a:ext uri="{FF2B5EF4-FFF2-40B4-BE49-F238E27FC236}">
                <a16:creationId xmlns:a16="http://schemas.microsoft.com/office/drawing/2014/main" id="{C606CE6C-DC7C-86A4-03DC-DA7BC5C753DC}"/>
              </a:ext>
            </a:extLst>
          </p:cNvPr>
          <p:cNvGrpSpPr/>
          <p:nvPr/>
        </p:nvGrpSpPr>
        <p:grpSpPr>
          <a:xfrm>
            <a:off x="2217644" y="1154954"/>
            <a:ext cx="7620000" cy="1905000"/>
            <a:chOff x="2160494" y="2744694"/>
            <a:chExt cx="7620000" cy="1905000"/>
          </a:xfrm>
        </p:grpSpPr>
        <p:grpSp>
          <p:nvGrpSpPr>
            <p:cNvPr id="7" name="Gruppo 6">
              <a:extLst>
                <a:ext uri="{FF2B5EF4-FFF2-40B4-BE49-F238E27FC236}">
                  <a16:creationId xmlns:a16="http://schemas.microsoft.com/office/drawing/2014/main" id="{60714179-35F0-032C-84ED-7CE75A655574}"/>
                </a:ext>
              </a:extLst>
            </p:cNvPr>
            <p:cNvGrpSpPr/>
            <p:nvPr/>
          </p:nvGrpSpPr>
          <p:grpSpPr>
            <a:xfrm>
              <a:off x="2160494" y="2744694"/>
              <a:ext cx="7620000" cy="1905000"/>
              <a:chOff x="2160494" y="1592169"/>
              <a:chExt cx="7620000" cy="1905000"/>
            </a:xfrm>
          </p:grpSpPr>
          <p:grpSp>
            <p:nvGrpSpPr>
              <p:cNvPr id="9" name="Group 126">
                <a:extLst>
                  <a:ext uri="{FF2B5EF4-FFF2-40B4-BE49-F238E27FC236}">
                    <a16:creationId xmlns:a16="http://schemas.microsoft.com/office/drawing/2014/main" id="{B98F4275-F7AE-0D36-02EA-0B2ED3002C2C}"/>
                  </a:ext>
                </a:extLst>
              </p:cNvPr>
              <p:cNvGrpSpPr>
                <a:grpSpLocks/>
              </p:cNvGrpSpPr>
              <p:nvPr/>
            </p:nvGrpSpPr>
            <p:grpSpPr bwMode="auto">
              <a:xfrm>
                <a:off x="2160494" y="1592169"/>
                <a:ext cx="7620000" cy="1905000"/>
                <a:chOff x="336" y="2820"/>
                <a:chExt cx="4800" cy="1200"/>
              </a:xfrm>
            </p:grpSpPr>
            <p:sp>
              <p:nvSpPr>
                <p:cNvPr id="17" name="Line 38">
                  <a:extLst>
                    <a:ext uri="{FF2B5EF4-FFF2-40B4-BE49-F238E27FC236}">
                      <a16:creationId xmlns:a16="http://schemas.microsoft.com/office/drawing/2014/main" id="{1C329EEA-CC34-D759-916B-75B1F38F9A0D}"/>
                    </a:ext>
                  </a:extLst>
                </p:cNvPr>
                <p:cNvSpPr>
                  <a:spLocks noChangeShapeType="1"/>
                </p:cNvSpPr>
                <p:nvPr/>
              </p:nvSpPr>
              <p:spPr bwMode="auto">
                <a:xfrm flipH="1">
                  <a:off x="336" y="3183"/>
                  <a:ext cx="6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39">
                  <a:extLst>
                    <a:ext uri="{FF2B5EF4-FFF2-40B4-BE49-F238E27FC236}">
                      <a16:creationId xmlns:a16="http://schemas.microsoft.com/office/drawing/2014/main" id="{22A7B736-8BF2-D2B0-46C1-20CACFA97DC9}"/>
                    </a:ext>
                  </a:extLst>
                </p:cNvPr>
                <p:cNvSpPr>
                  <a:spLocks noChangeShapeType="1"/>
                </p:cNvSpPr>
                <p:nvPr/>
              </p:nvSpPr>
              <p:spPr bwMode="auto">
                <a:xfrm flipH="1">
                  <a:off x="1296" y="3166"/>
                  <a:ext cx="177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40">
                  <a:extLst>
                    <a:ext uri="{FF2B5EF4-FFF2-40B4-BE49-F238E27FC236}">
                      <a16:creationId xmlns:a16="http://schemas.microsoft.com/office/drawing/2014/main" id="{664A1843-F634-A1A2-1C93-03F6ADCAD700}"/>
                    </a:ext>
                  </a:extLst>
                </p:cNvPr>
                <p:cNvSpPr>
                  <a:spLocks noChangeShapeType="1"/>
                </p:cNvSpPr>
                <p:nvPr/>
              </p:nvSpPr>
              <p:spPr bwMode="auto">
                <a:xfrm flipH="1">
                  <a:off x="3840" y="3300"/>
                  <a:ext cx="1"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0" name="Picture 41">
                  <a:extLst>
                    <a:ext uri="{FF2B5EF4-FFF2-40B4-BE49-F238E27FC236}">
                      <a16:creationId xmlns:a16="http://schemas.microsoft.com/office/drawing/2014/main" id="{994EA7F2-1821-20F3-4D77-263190C53DA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1" y="2820"/>
                  <a:ext cx="57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Line 42">
                  <a:extLst>
                    <a:ext uri="{FF2B5EF4-FFF2-40B4-BE49-F238E27FC236}">
                      <a16:creationId xmlns:a16="http://schemas.microsoft.com/office/drawing/2014/main" id="{9E50E2E9-7E86-996E-3369-EC4B30587D81}"/>
                    </a:ext>
                  </a:extLst>
                </p:cNvPr>
                <p:cNvSpPr>
                  <a:spLocks noChangeShapeType="1"/>
                </p:cNvSpPr>
                <p:nvPr/>
              </p:nvSpPr>
              <p:spPr bwMode="auto">
                <a:xfrm flipH="1">
                  <a:off x="4464" y="3300"/>
                  <a:ext cx="2"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2" name="Picture 43">
                  <a:extLst>
                    <a:ext uri="{FF2B5EF4-FFF2-40B4-BE49-F238E27FC236}">
                      <a16:creationId xmlns:a16="http://schemas.microsoft.com/office/drawing/2014/main" id="{EBCE2E85-248B-5C3F-05A3-01837F22758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6" y="2820"/>
                  <a:ext cx="57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Line 44">
                  <a:extLst>
                    <a:ext uri="{FF2B5EF4-FFF2-40B4-BE49-F238E27FC236}">
                      <a16:creationId xmlns:a16="http://schemas.microsoft.com/office/drawing/2014/main" id="{320FF92B-1CF5-301F-8042-F3A0A5316C9C}"/>
                    </a:ext>
                  </a:extLst>
                </p:cNvPr>
                <p:cNvSpPr>
                  <a:spLocks noChangeShapeType="1"/>
                </p:cNvSpPr>
                <p:nvPr/>
              </p:nvSpPr>
              <p:spPr bwMode="auto">
                <a:xfrm flipH="1">
                  <a:off x="3025" y="3348"/>
                  <a:ext cx="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4" name="Group 45">
                  <a:extLst>
                    <a:ext uri="{FF2B5EF4-FFF2-40B4-BE49-F238E27FC236}">
                      <a16:creationId xmlns:a16="http://schemas.microsoft.com/office/drawing/2014/main" id="{ECB3E359-0E1D-E8CB-CB01-9C9C739D5B15}"/>
                    </a:ext>
                  </a:extLst>
                </p:cNvPr>
                <p:cNvGrpSpPr>
                  <a:grpSpLocks/>
                </p:cNvGrpSpPr>
                <p:nvPr/>
              </p:nvGrpSpPr>
              <p:grpSpPr bwMode="auto">
                <a:xfrm>
                  <a:off x="2691" y="2974"/>
                  <a:ext cx="624" cy="384"/>
                  <a:chOff x="3792" y="3408"/>
                  <a:chExt cx="960" cy="528"/>
                </a:xfrm>
              </p:grpSpPr>
              <p:sp>
                <p:nvSpPr>
                  <p:cNvPr id="66" name="AutoShape 46">
                    <a:extLst>
                      <a:ext uri="{FF2B5EF4-FFF2-40B4-BE49-F238E27FC236}">
                        <a16:creationId xmlns:a16="http://schemas.microsoft.com/office/drawing/2014/main" id="{7BCCDF45-4807-C6C7-9896-FC319AC7AA60}"/>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a:p>
                </p:txBody>
              </p:sp>
              <p:grpSp>
                <p:nvGrpSpPr>
                  <p:cNvPr id="67" name="Group 47">
                    <a:extLst>
                      <a:ext uri="{FF2B5EF4-FFF2-40B4-BE49-F238E27FC236}">
                        <a16:creationId xmlns:a16="http://schemas.microsoft.com/office/drawing/2014/main" id="{68149526-8E43-DF2B-E648-E80C78D83F40}"/>
                      </a:ext>
                    </a:extLst>
                  </p:cNvPr>
                  <p:cNvGrpSpPr>
                    <a:grpSpLocks noChangeAspect="1"/>
                  </p:cNvGrpSpPr>
                  <p:nvPr/>
                </p:nvGrpSpPr>
                <p:grpSpPr bwMode="auto">
                  <a:xfrm>
                    <a:off x="3968" y="3441"/>
                    <a:ext cx="599" cy="207"/>
                    <a:chOff x="422" y="1632"/>
                    <a:chExt cx="829" cy="298"/>
                  </a:xfrm>
                </p:grpSpPr>
                <p:grpSp>
                  <p:nvGrpSpPr>
                    <p:cNvPr id="69" name="Group 48">
                      <a:extLst>
                        <a:ext uri="{FF2B5EF4-FFF2-40B4-BE49-F238E27FC236}">
                          <a16:creationId xmlns:a16="http://schemas.microsoft.com/office/drawing/2014/main" id="{1F4EDDBB-71D3-9D24-C0E3-998C37581328}"/>
                        </a:ext>
                      </a:extLst>
                    </p:cNvPr>
                    <p:cNvGrpSpPr>
                      <a:grpSpLocks noChangeAspect="1"/>
                    </p:cNvGrpSpPr>
                    <p:nvPr/>
                  </p:nvGrpSpPr>
                  <p:grpSpPr bwMode="auto">
                    <a:xfrm>
                      <a:off x="422" y="1632"/>
                      <a:ext cx="822" cy="291"/>
                      <a:chOff x="422" y="1632"/>
                      <a:chExt cx="822" cy="291"/>
                    </a:xfrm>
                  </p:grpSpPr>
                  <p:sp>
                    <p:nvSpPr>
                      <p:cNvPr id="79" name="Freeform 49">
                        <a:extLst>
                          <a:ext uri="{FF2B5EF4-FFF2-40B4-BE49-F238E27FC236}">
                            <a16:creationId xmlns:a16="http://schemas.microsoft.com/office/drawing/2014/main" id="{69B83166-78D3-0862-FBFB-31372E676932}"/>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0" name="Freeform 50">
                        <a:extLst>
                          <a:ext uri="{FF2B5EF4-FFF2-40B4-BE49-F238E27FC236}">
                            <a16:creationId xmlns:a16="http://schemas.microsoft.com/office/drawing/2014/main" id="{1320E165-20DC-E495-5C43-8980E8921C99}"/>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 name="Freeform 51">
                        <a:extLst>
                          <a:ext uri="{FF2B5EF4-FFF2-40B4-BE49-F238E27FC236}">
                            <a16:creationId xmlns:a16="http://schemas.microsoft.com/office/drawing/2014/main" id="{ECE09F22-360D-DC4D-80A6-35D64E37421F}"/>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 name="Freeform 52">
                        <a:extLst>
                          <a:ext uri="{FF2B5EF4-FFF2-40B4-BE49-F238E27FC236}">
                            <a16:creationId xmlns:a16="http://schemas.microsoft.com/office/drawing/2014/main" id="{DE24382F-2033-CB5E-CE88-D145E78BB309}"/>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 name="Freeform 53">
                        <a:extLst>
                          <a:ext uri="{FF2B5EF4-FFF2-40B4-BE49-F238E27FC236}">
                            <a16:creationId xmlns:a16="http://schemas.microsoft.com/office/drawing/2014/main" id="{EEBC8DED-DD83-192D-B379-946F7CF8941D}"/>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4" name="Freeform 54">
                        <a:extLst>
                          <a:ext uri="{FF2B5EF4-FFF2-40B4-BE49-F238E27FC236}">
                            <a16:creationId xmlns:a16="http://schemas.microsoft.com/office/drawing/2014/main" id="{0A2DD8D9-DE8D-0156-AF2D-412497FEA6A2}"/>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5" name="Freeform 55">
                        <a:extLst>
                          <a:ext uri="{FF2B5EF4-FFF2-40B4-BE49-F238E27FC236}">
                            <a16:creationId xmlns:a16="http://schemas.microsoft.com/office/drawing/2014/main" id="{ADAB99E3-95E4-FBA8-B509-19C42CD9EA78}"/>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6" name="Freeform 56">
                        <a:extLst>
                          <a:ext uri="{FF2B5EF4-FFF2-40B4-BE49-F238E27FC236}">
                            <a16:creationId xmlns:a16="http://schemas.microsoft.com/office/drawing/2014/main" id="{D7328126-1E5A-3353-D6F0-33E2D20C025F}"/>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70" name="Group 57">
                      <a:extLst>
                        <a:ext uri="{FF2B5EF4-FFF2-40B4-BE49-F238E27FC236}">
                          <a16:creationId xmlns:a16="http://schemas.microsoft.com/office/drawing/2014/main" id="{5D7A6E1D-1E85-C501-5B1F-9ADCE938C20A}"/>
                        </a:ext>
                      </a:extLst>
                    </p:cNvPr>
                    <p:cNvGrpSpPr>
                      <a:grpSpLocks noChangeAspect="1"/>
                    </p:cNvGrpSpPr>
                    <p:nvPr/>
                  </p:nvGrpSpPr>
                  <p:grpSpPr bwMode="auto">
                    <a:xfrm>
                      <a:off x="429" y="1639"/>
                      <a:ext cx="822" cy="291"/>
                      <a:chOff x="429" y="1639"/>
                      <a:chExt cx="822" cy="291"/>
                    </a:xfrm>
                  </p:grpSpPr>
                  <p:sp>
                    <p:nvSpPr>
                      <p:cNvPr id="71" name="Freeform 58">
                        <a:extLst>
                          <a:ext uri="{FF2B5EF4-FFF2-40B4-BE49-F238E27FC236}">
                            <a16:creationId xmlns:a16="http://schemas.microsoft.com/office/drawing/2014/main" id="{B193DA5F-BE91-9B23-F548-D4AB4035BC85}"/>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59">
                        <a:extLst>
                          <a:ext uri="{FF2B5EF4-FFF2-40B4-BE49-F238E27FC236}">
                            <a16:creationId xmlns:a16="http://schemas.microsoft.com/office/drawing/2014/main" id="{809D21A1-80BF-E869-B708-975A0C284FAC}"/>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 name="Freeform 60">
                        <a:extLst>
                          <a:ext uri="{FF2B5EF4-FFF2-40B4-BE49-F238E27FC236}">
                            <a16:creationId xmlns:a16="http://schemas.microsoft.com/office/drawing/2014/main" id="{0A8EAF70-610A-5D5F-B53E-76F9D4946F04}"/>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61">
                        <a:extLst>
                          <a:ext uri="{FF2B5EF4-FFF2-40B4-BE49-F238E27FC236}">
                            <a16:creationId xmlns:a16="http://schemas.microsoft.com/office/drawing/2014/main" id="{9E6E9A80-CC34-4B2F-39E8-B31B4EA798F7}"/>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 name="Freeform 62">
                        <a:extLst>
                          <a:ext uri="{FF2B5EF4-FFF2-40B4-BE49-F238E27FC236}">
                            <a16:creationId xmlns:a16="http://schemas.microsoft.com/office/drawing/2014/main" id="{E7C315CB-9339-3E54-1CAD-390F07AC17CB}"/>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6" name="Freeform 63">
                        <a:extLst>
                          <a:ext uri="{FF2B5EF4-FFF2-40B4-BE49-F238E27FC236}">
                            <a16:creationId xmlns:a16="http://schemas.microsoft.com/office/drawing/2014/main" id="{C890062F-3629-C74E-8096-89C174DAC2DA}"/>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 name="Freeform 64">
                        <a:extLst>
                          <a:ext uri="{FF2B5EF4-FFF2-40B4-BE49-F238E27FC236}">
                            <a16:creationId xmlns:a16="http://schemas.microsoft.com/office/drawing/2014/main" id="{419A3C78-0EA7-E615-5D86-DBCB825980EB}"/>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65">
                        <a:extLst>
                          <a:ext uri="{FF2B5EF4-FFF2-40B4-BE49-F238E27FC236}">
                            <a16:creationId xmlns:a16="http://schemas.microsoft.com/office/drawing/2014/main" id="{C1E14EF5-DB4C-E81A-2681-9E301FFBCC43}"/>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68" name="WordArt 66">
                    <a:extLst>
                      <a:ext uri="{FF2B5EF4-FFF2-40B4-BE49-F238E27FC236}">
                        <a16:creationId xmlns:a16="http://schemas.microsoft.com/office/drawing/2014/main" id="{F4F8C5AD-B263-864D-F187-0650CD59E17D}"/>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1</a:t>
                    </a:r>
                  </a:p>
                </p:txBody>
              </p:sp>
            </p:grpSp>
            <p:sp>
              <p:nvSpPr>
                <p:cNvPr id="25" name="Text Box 67">
                  <a:extLst>
                    <a:ext uri="{FF2B5EF4-FFF2-40B4-BE49-F238E27FC236}">
                      <a16:creationId xmlns:a16="http://schemas.microsoft.com/office/drawing/2014/main" id="{85F74B9E-0A32-048A-8810-7F8A585FE458}"/>
                    </a:ext>
                  </a:extLst>
                </p:cNvPr>
                <p:cNvSpPr txBox="1">
                  <a:spLocks noChangeArrowheads="1"/>
                </p:cNvSpPr>
                <p:nvPr/>
              </p:nvSpPr>
              <p:spPr bwMode="auto">
                <a:xfrm>
                  <a:off x="3313" y="3770"/>
                  <a:ext cx="1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a:t>200.100.50.0/24</a:t>
                  </a:r>
                </a:p>
              </p:txBody>
            </p:sp>
            <p:grpSp>
              <p:nvGrpSpPr>
                <p:cNvPr id="26" name="Group 68">
                  <a:extLst>
                    <a:ext uri="{FF2B5EF4-FFF2-40B4-BE49-F238E27FC236}">
                      <a16:creationId xmlns:a16="http://schemas.microsoft.com/office/drawing/2014/main" id="{D973B567-FA56-FA22-12D1-AB9E6A11A728}"/>
                    </a:ext>
                  </a:extLst>
                </p:cNvPr>
                <p:cNvGrpSpPr>
                  <a:grpSpLocks/>
                </p:cNvGrpSpPr>
                <p:nvPr/>
              </p:nvGrpSpPr>
              <p:grpSpPr bwMode="auto">
                <a:xfrm>
                  <a:off x="816" y="2974"/>
                  <a:ext cx="624" cy="384"/>
                  <a:chOff x="3792" y="3408"/>
                  <a:chExt cx="960" cy="528"/>
                </a:xfrm>
              </p:grpSpPr>
              <p:sp>
                <p:nvSpPr>
                  <p:cNvPr id="45" name="AutoShape 69">
                    <a:extLst>
                      <a:ext uri="{FF2B5EF4-FFF2-40B4-BE49-F238E27FC236}">
                        <a16:creationId xmlns:a16="http://schemas.microsoft.com/office/drawing/2014/main" id="{655EC5DA-35CD-0D79-EBB4-26A025FDCF59}"/>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dirty="0"/>
                  </a:p>
                </p:txBody>
              </p:sp>
              <p:grpSp>
                <p:nvGrpSpPr>
                  <p:cNvPr id="46" name="Group 70">
                    <a:extLst>
                      <a:ext uri="{FF2B5EF4-FFF2-40B4-BE49-F238E27FC236}">
                        <a16:creationId xmlns:a16="http://schemas.microsoft.com/office/drawing/2014/main" id="{FE0D2965-B787-9D03-88F0-A9D9B63F0D8C}"/>
                      </a:ext>
                    </a:extLst>
                  </p:cNvPr>
                  <p:cNvGrpSpPr>
                    <a:grpSpLocks noChangeAspect="1"/>
                  </p:cNvGrpSpPr>
                  <p:nvPr/>
                </p:nvGrpSpPr>
                <p:grpSpPr bwMode="auto">
                  <a:xfrm>
                    <a:off x="3968" y="3441"/>
                    <a:ext cx="599" cy="207"/>
                    <a:chOff x="422" y="1632"/>
                    <a:chExt cx="829" cy="298"/>
                  </a:xfrm>
                </p:grpSpPr>
                <p:grpSp>
                  <p:nvGrpSpPr>
                    <p:cNvPr id="48" name="Group 71">
                      <a:extLst>
                        <a:ext uri="{FF2B5EF4-FFF2-40B4-BE49-F238E27FC236}">
                          <a16:creationId xmlns:a16="http://schemas.microsoft.com/office/drawing/2014/main" id="{69B0750C-4071-B487-9931-19BA33AAB85C}"/>
                        </a:ext>
                      </a:extLst>
                    </p:cNvPr>
                    <p:cNvGrpSpPr>
                      <a:grpSpLocks noChangeAspect="1"/>
                    </p:cNvGrpSpPr>
                    <p:nvPr/>
                  </p:nvGrpSpPr>
                  <p:grpSpPr bwMode="auto">
                    <a:xfrm>
                      <a:off x="422" y="1632"/>
                      <a:ext cx="822" cy="291"/>
                      <a:chOff x="422" y="1632"/>
                      <a:chExt cx="822" cy="291"/>
                    </a:xfrm>
                  </p:grpSpPr>
                  <p:sp>
                    <p:nvSpPr>
                      <p:cNvPr id="58" name="Freeform 72">
                        <a:extLst>
                          <a:ext uri="{FF2B5EF4-FFF2-40B4-BE49-F238E27FC236}">
                            <a16:creationId xmlns:a16="http://schemas.microsoft.com/office/drawing/2014/main" id="{6A78E179-3A68-CAF8-A81F-F538819BC773}"/>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73">
                        <a:extLst>
                          <a:ext uri="{FF2B5EF4-FFF2-40B4-BE49-F238E27FC236}">
                            <a16:creationId xmlns:a16="http://schemas.microsoft.com/office/drawing/2014/main" id="{CCE44EF9-0561-3AC4-B4A8-5436B2BCC48F}"/>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 name="Freeform 74">
                        <a:extLst>
                          <a:ext uri="{FF2B5EF4-FFF2-40B4-BE49-F238E27FC236}">
                            <a16:creationId xmlns:a16="http://schemas.microsoft.com/office/drawing/2014/main" id="{970295CB-7107-3BD5-85AA-9DFAB56D05EB}"/>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 name="Freeform 75">
                        <a:extLst>
                          <a:ext uri="{FF2B5EF4-FFF2-40B4-BE49-F238E27FC236}">
                            <a16:creationId xmlns:a16="http://schemas.microsoft.com/office/drawing/2014/main" id="{BE53C1F0-EDD8-683F-F587-B96BE4AA5BAA}"/>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 name="Freeform 76">
                        <a:extLst>
                          <a:ext uri="{FF2B5EF4-FFF2-40B4-BE49-F238E27FC236}">
                            <a16:creationId xmlns:a16="http://schemas.microsoft.com/office/drawing/2014/main" id="{827623B0-313E-C6E7-6DDA-9C59110B799B}"/>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Freeform 77">
                        <a:extLst>
                          <a:ext uri="{FF2B5EF4-FFF2-40B4-BE49-F238E27FC236}">
                            <a16:creationId xmlns:a16="http://schemas.microsoft.com/office/drawing/2014/main" id="{56A28A1C-1CBA-2DB7-C946-5F265177791E}"/>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 name="Freeform 78">
                        <a:extLst>
                          <a:ext uri="{FF2B5EF4-FFF2-40B4-BE49-F238E27FC236}">
                            <a16:creationId xmlns:a16="http://schemas.microsoft.com/office/drawing/2014/main" id="{0249C237-D094-07B7-5DE0-B29B05072433}"/>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 name="Freeform 79">
                        <a:extLst>
                          <a:ext uri="{FF2B5EF4-FFF2-40B4-BE49-F238E27FC236}">
                            <a16:creationId xmlns:a16="http://schemas.microsoft.com/office/drawing/2014/main" id="{EF5344CA-3A83-8B5E-4DF4-B06975EC186B}"/>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9" name="Group 80">
                      <a:extLst>
                        <a:ext uri="{FF2B5EF4-FFF2-40B4-BE49-F238E27FC236}">
                          <a16:creationId xmlns:a16="http://schemas.microsoft.com/office/drawing/2014/main" id="{BE0CFAB3-ACAF-FCE9-16BB-E7508A5C1A8E}"/>
                        </a:ext>
                      </a:extLst>
                    </p:cNvPr>
                    <p:cNvGrpSpPr>
                      <a:grpSpLocks noChangeAspect="1"/>
                    </p:cNvGrpSpPr>
                    <p:nvPr/>
                  </p:nvGrpSpPr>
                  <p:grpSpPr bwMode="auto">
                    <a:xfrm>
                      <a:off x="429" y="1639"/>
                      <a:ext cx="822" cy="291"/>
                      <a:chOff x="429" y="1639"/>
                      <a:chExt cx="822" cy="291"/>
                    </a:xfrm>
                  </p:grpSpPr>
                  <p:sp>
                    <p:nvSpPr>
                      <p:cNvPr id="50" name="Freeform 81">
                        <a:extLst>
                          <a:ext uri="{FF2B5EF4-FFF2-40B4-BE49-F238E27FC236}">
                            <a16:creationId xmlns:a16="http://schemas.microsoft.com/office/drawing/2014/main" id="{119382A0-4458-0995-A3F8-5D97AFD0C79B}"/>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82">
                        <a:extLst>
                          <a:ext uri="{FF2B5EF4-FFF2-40B4-BE49-F238E27FC236}">
                            <a16:creationId xmlns:a16="http://schemas.microsoft.com/office/drawing/2014/main" id="{56AFF628-B647-C7C5-07ED-90DC385D0236}"/>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Freeform 83">
                        <a:extLst>
                          <a:ext uri="{FF2B5EF4-FFF2-40B4-BE49-F238E27FC236}">
                            <a16:creationId xmlns:a16="http://schemas.microsoft.com/office/drawing/2014/main" id="{1FF6E1AE-E887-85AF-E200-92A5453307AD}"/>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84">
                        <a:extLst>
                          <a:ext uri="{FF2B5EF4-FFF2-40B4-BE49-F238E27FC236}">
                            <a16:creationId xmlns:a16="http://schemas.microsoft.com/office/drawing/2014/main" id="{140E53C1-59CA-89D9-BCD2-C8339A6DB52E}"/>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85">
                        <a:extLst>
                          <a:ext uri="{FF2B5EF4-FFF2-40B4-BE49-F238E27FC236}">
                            <a16:creationId xmlns:a16="http://schemas.microsoft.com/office/drawing/2014/main" id="{71A82D76-8D76-253B-D3B2-75C0C019ECA6}"/>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86">
                        <a:extLst>
                          <a:ext uri="{FF2B5EF4-FFF2-40B4-BE49-F238E27FC236}">
                            <a16:creationId xmlns:a16="http://schemas.microsoft.com/office/drawing/2014/main" id="{0378CC1D-A394-279B-A7DA-B559DA9510AE}"/>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87">
                        <a:extLst>
                          <a:ext uri="{FF2B5EF4-FFF2-40B4-BE49-F238E27FC236}">
                            <a16:creationId xmlns:a16="http://schemas.microsoft.com/office/drawing/2014/main" id="{BF592567-251E-9AF8-E73D-959A70BDF9AE}"/>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88">
                        <a:extLst>
                          <a:ext uri="{FF2B5EF4-FFF2-40B4-BE49-F238E27FC236}">
                            <a16:creationId xmlns:a16="http://schemas.microsoft.com/office/drawing/2014/main" id="{C8EB2539-CAE0-7C9E-5E67-F78D3EDB6A6B}"/>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7" name="WordArt 89">
                    <a:extLst>
                      <a:ext uri="{FF2B5EF4-FFF2-40B4-BE49-F238E27FC236}">
                        <a16:creationId xmlns:a16="http://schemas.microsoft.com/office/drawing/2014/main" id="{4273F47E-0D03-F371-38E3-FEBCA16F865B}"/>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2</a:t>
                    </a:r>
                  </a:p>
                </p:txBody>
              </p:sp>
            </p:grpSp>
            <p:sp>
              <p:nvSpPr>
                <p:cNvPr id="27" name="Text Box 91">
                  <a:extLst>
                    <a:ext uri="{FF2B5EF4-FFF2-40B4-BE49-F238E27FC236}">
                      <a16:creationId xmlns:a16="http://schemas.microsoft.com/office/drawing/2014/main" id="{310E5654-9981-AD50-B421-E00434855196}"/>
                    </a:ext>
                  </a:extLst>
                </p:cNvPr>
                <p:cNvSpPr txBox="1">
                  <a:spLocks noChangeArrowheads="1"/>
                </p:cNvSpPr>
                <p:nvPr/>
              </p:nvSpPr>
              <p:spPr bwMode="auto">
                <a:xfrm>
                  <a:off x="1704" y="3204"/>
                  <a:ext cx="8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10.0.0.0/30</a:t>
                  </a:r>
                </a:p>
              </p:txBody>
            </p:sp>
            <p:grpSp>
              <p:nvGrpSpPr>
                <p:cNvPr id="28" name="Group 92">
                  <a:extLst>
                    <a:ext uri="{FF2B5EF4-FFF2-40B4-BE49-F238E27FC236}">
                      <a16:creationId xmlns:a16="http://schemas.microsoft.com/office/drawing/2014/main" id="{67C25349-2582-E29E-A2DE-6D04FB2764B3}"/>
                    </a:ext>
                  </a:extLst>
                </p:cNvPr>
                <p:cNvGrpSpPr>
                  <a:grpSpLocks/>
                </p:cNvGrpSpPr>
                <p:nvPr/>
              </p:nvGrpSpPr>
              <p:grpSpPr bwMode="auto">
                <a:xfrm>
                  <a:off x="1488" y="2820"/>
                  <a:ext cx="288" cy="240"/>
                  <a:chOff x="144" y="3264"/>
                  <a:chExt cx="288" cy="240"/>
                </a:xfrm>
              </p:grpSpPr>
              <p:sp>
                <p:nvSpPr>
                  <p:cNvPr id="43" name="Rectangle 93">
                    <a:extLst>
                      <a:ext uri="{FF2B5EF4-FFF2-40B4-BE49-F238E27FC236}">
                        <a16:creationId xmlns:a16="http://schemas.microsoft.com/office/drawing/2014/main" id="{98AD4119-1B52-16E6-6383-4BB16B56E3D9}"/>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44" name="Rectangle 94">
                    <a:extLst>
                      <a:ext uri="{FF2B5EF4-FFF2-40B4-BE49-F238E27FC236}">
                        <a16:creationId xmlns:a16="http://schemas.microsoft.com/office/drawing/2014/main" id="{250ABABF-F474-5115-5997-1191AE21B3B2}"/>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1</a:t>
                    </a:r>
                  </a:p>
                </p:txBody>
              </p:sp>
            </p:grpSp>
            <p:grpSp>
              <p:nvGrpSpPr>
                <p:cNvPr id="29" name="Group 95">
                  <a:extLst>
                    <a:ext uri="{FF2B5EF4-FFF2-40B4-BE49-F238E27FC236}">
                      <a16:creationId xmlns:a16="http://schemas.microsoft.com/office/drawing/2014/main" id="{E0DAFBDF-865D-C883-4F7A-20212FD199E7}"/>
                    </a:ext>
                  </a:extLst>
                </p:cNvPr>
                <p:cNvGrpSpPr>
                  <a:grpSpLocks/>
                </p:cNvGrpSpPr>
                <p:nvPr/>
              </p:nvGrpSpPr>
              <p:grpSpPr bwMode="auto">
                <a:xfrm>
                  <a:off x="2352" y="2820"/>
                  <a:ext cx="288" cy="240"/>
                  <a:chOff x="144" y="3264"/>
                  <a:chExt cx="288" cy="240"/>
                </a:xfrm>
              </p:grpSpPr>
              <p:sp>
                <p:nvSpPr>
                  <p:cNvPr id="41" name="Rectangle 96">
                    <a:extLst>
                      <a:ext uri="{FF2B5EF4-FFF2-40B4-BE49-F238E27FC236}">
                        <a16:creationId xmlns:a16="http://schemas.microsoft.com/office/drawing/2014/main" id="{9AE47FE3-E130-E49F-0BD2-8E882140096E}"/>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eth1</a:t>
                    </a:r>
                  </a:p>
                </p:txBody>
              </p:sp>
              <p:sp>
                <p:nvSpPr>
                  <p:cNvPr id="42" name="Rectangle 97">
                    <a:extLst>
                      <a:ext uri="{FF2B5EF4-FFF2-40B4-BE49-F238E27FC236}">
                        <a16:creationId xmlns:a16="http://schemas.microsoft.com/office/drawing/2014/main" id="{BD1A6204-C186-0111-ED90-66BF09218891}"/>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2</a:t>
                    </a:r>
                  </a:p>
                </p:txBody>
              </p:sp>
            </p:grpSp>
            <p:grpSp>
              <p:nvGrpSpPr>
                <p:cNvPr id="30" name="Group 98">
                  <a:extLst>
                    <a:ext uri="{FF2B5EF4-FFF2-40B4-BE49-F238E27FC236}">
                      <a16:creationId xmlns:a16="http://schemas.microsoft.com/office/drawing/2014/main" id="{CDA3D7F7-B3DB-1588-6491-6C2C67DF991A}"/>
                    </a:ext>
                  </a:extLst>
                </p:cNvPr>
                <p:cNvGrpSpPr>
                  <a:grpSpLocks/>
                </p:cNvGrpSpPr>
                <p:nvPr/>
              </p:nvGrpSpPr>
              <p:grpSpPr bwMode="auto">
                <a:xfrm>
                  <a:off x="3072" y="3396"/>
                  <a:ext cx="288" cy="240"/>
                  <a:chOff x="144" y="3264"/>
                  <a:chExt cx="288" cy="240"/>
                </a:xfrm>
              </p:grpSpPr>
              <p:sp>
                <p:nvSpPr>
                  <p:cNvPr id="39" name="Rectangle 99">
                    <a:extLst>
                      <a:ext uri="{FF2B5EF4-FFF2-40B4-BE49-F238E27FC236}">
                        <a16:creationId xmlns:a16="http://schemas.microsoft.com/office/drawing/2014/main" id="{62456DA1-A00B-E500-B846-4315D7B3C05D}"/>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40" name="Rectangle 100">
                    <a:extLst>
                      <a:ext uri="{FF2B5EF4-FFF2-40B4-BE49-F238E27FC236}">
                        <a16:creationId xmlns:a16="http://schemas.microsoft.com/office/drawing/2014/main" id="{604518CE-A2BC-1353-324D-70B507ECE0F5}"/>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1</a:t>
                    </a:r>
                  </a:p>
                </p:txBody>
              </p:sp>
            </p:grpSp>
            <p:sp>
              <p:nvSpPr>
                <p:cNvPr id="31" name="Line 101">
                  <a:extLst>
                    <a:ext uri="{FF2B5EF4-FFF2-40B4-BE49-F238E27FC236}">
                      <a16:creationId xmlns:a16="http://schemas.microsoft.com/office/drawing/2014/main" id="{8887CC47-F792-2E09-D52B-919C1AF31A72}"/>
                    </a:ext>
                  </a:extLst>
                </p:cNvPr>
                <p:cNvSpPr>
                  <a:spLocks noChangeShapeType="1"/>
                </p:cNvSpPr>
                <p:nvPr/>
              </p:nvSpPr>
              <p:spPr bwMode="auto">
                <a:xfrm flipH="1">
                  <a:off x="2832" y="3780"/>
                  <a:ext cx="230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2" name="Oval 102">
                  <a:extLst>
                    <a:ext uri="{FF2B5EF4-FFF2-40B4-BE49-F238E27FC236}">
                      <a16:creationId xmlns:a16="http://schemas.microsoft.com/office/drawing/2014/main" id="{DA182EB1-1DAA-6256-1A53-D69F9A8543D8}"/>
                    </a:ext>
                  </a:extLst>
                </p:cNvPr>
                <p:cNvSpPr>
                  <a:spLocks noChangeArrowheads="1"/>
                </p:cNvSpPr>
                <p:nvPr/>
              </p:nvSpPr>
              <p:spPr bwMode="auto">
                <a:xfrm flipH="1">
                  <a:off x="2688" y="3684"/>
                  <a:ext cx="192" cy="192"/>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a:latin typeface="Tahoma" panose="020B0604030504040204" pitchFamily="34" charset="0"/>
                    </a:rPr>
                    <a:t>A</a:t>
                  </a:r>
                </a:p>
              </p:txBody>
            </p:sp>
            <p:grpSp>
              <p:nvGrpSpPr>
                <p:cNvPr id="33" name="Group 103">
                  <a:extLst>
                    <a:ext uri="{FF2B5EF4-FFF2-40B4-BE49-F238E27FC236}">
                      <a16:creationId xmlns:a16="http://schemas.microsoft.com/office/drawing/2014/main" id="{665995CD-73DE-9F77-461B-697FF2C8AD48}"/>
                    </a:ext>
                  </a:extLst>
                </p:cNvPr>
                <p:cNvGrpSpPr>
                  <a:grpSpLocks/>
                </p:cNvGrpSpPr>
                <p:nvPr/>
              </p:nvGrpSpPr>
              <p:grpSpPr bwMode="auto">
                <a:xfrm>
                  <a:off x="3888" y="3396"/>
                  <a:ext cx="288" cy="240"/>
                  <a:chOff x="144" y="3264"/>
                  <a:chExt cx="288" cy="240"/>
                </a:xfrm>
              </p:grpSpPr>
              <p:sp>
                <p:nvSpPr>
                  <p:cNvPr id="37" name="Rectangle 104">
                    <a:extLst>
                      <a:ext uri="{FF2B5EF4-FFF2-40B4-BE49-F238E27FC236}">
                        <a16:creationId xmlns:a16="http://schemas.microsoft.com/office/drawing/2014/main" id="{05DC0D48-360C-5AC9-FA1E-140C678C4132}"/>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8" name="Rectangle 105">
                    <a:extLst>
                      <a:ext uri="{FF2B5EF4-FFF2-40B4-BE49-F238E27FC236}">
                        <a16:creationId xmlns:a16="http://schemas.microsoft.com/office/drawing/2014/main" id="{6265FCAC-729D-337F-DE44-E30998AFD5C6}"/>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2</a:t>
                    </a:r>
                  </a:p>
                </p:txBody>
              </p:sp>
            </p:grpSp>
            <p:grpSp>
              <p:nvGrpSpPr>
                <p:cNvPr id="34" name="Group 106">
                  <a:extLst>
                    <a:ext uri="{FF2B5EF4-FFF2-40B4-BE49-F238E27FC236}">
                      <a16:creationId xmlns:a16="http://schemas.microsoft.com/office/drawing/2014/main" id="{373FC7B4-8B28-20EB-EB4E-A6ED7926527B}"/>
                    </a:ext>
                  </a:extLst>
                </p:cNvPr>
                <p:cNvGrpSpPr>
                  <a:grpSpLocks/>
                </p:cNvGrpSpPr>
                <p:nvPr/>
              </p:nvGrpSpPr>
              <p:grpSpPr bwMode="auto">
                <a:xfrm>
                  <a:off x="4512" y="3396"/>
                  <a:ext cx="288" cy="240"/>
                  <a:chOff x="144" y="3264"/>
                  <a:chExt cx="288" cy="240"/>
                </a:xfrm>
              </p:grpSpPr>
              <p:sp>
                <p:nvSpPr>
                  <p:cNvPr id="35" name="Rectangle 107">
                    <a:extLst>
                      <a:ext uri="{FF2B5EF4-FFF2-40B4-BE49-F238E27FC236}">
                        <a16:creationId xmlns:a16="http://schemas.microsoft.com/office/drawing/2014/main" id="{11106F5B-EE9D-A469-630A-F526CF075141}"/>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6" name="Rectangle 108">
                    <a:extLst>
                      <a:ext uri="{FF2B5EF4-FFF2-40B4-BE49-F238E27FC236}">
                        <a16:creationId xmlns:a16="http://schemas.microsoft.com/office/drawing/2014/main" id="{73C1A62C-996C-3CBE-282A-71E8D06B878A}"/>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3</a:t>
                    </a:r>
                  </a:p>
                </p:txBody>
              </p:sp>
            </p:grpSp>
          </p:grpSp>
          <p:sp>
            <p:nvSpPr>
              <p:cNvPr id="10" name="CasellaDiTesto 9">
                <a:extLst>
                  <a:ext uri="{FF2B5EF4-FFF2-40B4-BE49-F238E27FC236}">
                    <a16:creationId xmlns:a16="http://schemas.microsoft.com/office/drawing/2014/main" id="{28BA6F23-2188-5EFF-33B5-F0EF76E08A2D}"/>
                  </a:ext>
                </a:extLst>
              </p:cNvPr>
              <p:cNvSpPr txBox="1"/>
              <p:nvPr/>
            </p:nvSpPr>
            <p:spPr>
              <a:xfrm>
                <a:off x="7457843" y="1674345"/>
                <a:ext cx="645459" cy="369332"/>
              </a:xfrm>
              <a:prstGeom prst="rect">
                <a:avLst/>
              </a:prstGeom>
              <a:noFill/>
            </p:spPr>
            <p:txBody>
              <a:bodyPr wrap="square" rtlCol="0">
                <a:spAutoFit/>
              </a:bodyPr>
              <a:lstStyle/>
              <a:p>
                <a:pPr algn="ctr"/>
                <a:r>
                  <a:rPr lang="en-US" dirty="0"/>
                  <a:t>pc1</a:t>
                </a:r>
              </a:p>
            </p:txBody>
          </p:sp>
          <p:sp>
            <p:nvSpPr>
              <p:cNvPr id="11" name="CasellaDiTesto 10">
                <a:extLst>
                  <a:ext uri="{FF2B5EF4-FFF2-40B4-BE49-F238E27FC236}">
                    <a16:creationId xmlns:a16="http://schemas.microsoft.com/office/drawing/2014/main" id="{1745DB45-1FFC-D9D9-2178-392ED9F7742F}"/>
                  </a:ext>
                </a:extLst>
              </p:cNvPr>
              <p:cNvSpPr txBox="1"/>
              <p:nvPr/>
            </p:nvSpPr>
            <p:spPr>
              <a:xfrm>
                <a:off x="8429015" y="1701239"/>
                <a:ext cx="645459" cy="369332"/>
              </a:xfrm>
              <a:prstGeom prst="rect">
                <a:avLst/>
              </a:prstGeom>
              <a:noFill/>
            </p:spPr>
            <p:txBody>
              <a:bodyPr wrap="square" rtlCol="0">
                <a:spAutoFit/>
              </a:bodyPr>
              <a:lstStyle/>
              <a:p>
                <a:pPr algn="ctr"/>
                <a:r>
                  <a:rPr lang="en-US" dirty="0"/>
                  <a:t>pc2</a:t>
                </a:r>
              </a:p>
            </p:txBody>
          </p:sp>
        </p:grpSp>
        <p:sp>
          <p:nvSpPr>
            <p:cNvPr id="8" name="Oval 102">
              <a:extLst>
                <a:ext uri="{FF2B5EF4-FFF2-40B4-BE49-F238E27FC236}">
                  <a16:creationId xmlns:a16="http://schemas.microsoft.com/office/drawing/2014/main" id="{4BECC779-B317-6656-AD33-32B8192C9B5B}"/>
                </a:ext>
              </a:extLst>
            </p:cNvPr>
            <p:cNvSpPr>
              <a:spLocks noChangeArrowheads="1"/>
            </p:cNvSpPr>
            <p:nvPr/>
          </p:nvSpPr>
          <p:spPr bwMode="auto">
            <a:xfrm flipH="1">
              <a:off x="4751294" y="3133131"/>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dirty="0">
                  <a:latin typeface="Tahoma" panose="020B0604030504040204" pitchFamily="34" charset="0"/>
                </a:rPr>
                <a:t>B</a:t>
              </a:r>
            </a:p>
          </p:txBody>
        </p:sp>
      </p:grpSp>
      <p:grpSp>
        <p:nvGrpSpPr>
          <p:cNvPr id="89" name="Group 1">
            <a:extLst>
              <a:ext uri="{FF2B5EF4-FFF2-40B4-BE49-F238E27FC236}">
                <a16:creationId xmlns:a16="http://schemas.microsoft.com/office/drawing/2014/main" id="{16F1C3D5-64E1-9F73-B79F-91CE07F7A3BB}"/>
              </a:ext>
            </a:extLst>
          </p:cNvPr>
          <p:cNvGrpSpPr/>
          <p:nvPr/>
        </p:nvGrpSpPr>
        <p:grpSpPr>
          <a:xfrm>
            <a:off x="1663531" y="3195507"/>
            <a:ext cx="9548328" cy="2914723"/>
            <a:chOff x="4008795" y="2378845"/>
            <a:chExt cx="9548328" cy="2914723"/>
          </a:xfrm>
        </p:grpSpPr>
        <p:sp>
          <p:nvSpPr>
            <p:cNvPr id="90" name="Rectangle 4">
              <a:extLst>
                <a:ext uri="{FF2B5EF4-FFF2-40B4-BE49-F238E27FC236}">
                  <a16:creationId xmlns:a16="http://schemas.microsoft.com/office/drawing/2014/main" id="{9F96A94A-7DB3-4B99-6BA8-94F88BFD1CA2}"/>
                </a:ext>
              </a:extLst>
            </p:cNvPr>
            <p:cNvSpPr/>
            <p:nvPr/>
          </p:nvSpPr>
          <p:spPr>
            <a:xfrm>
              <a:off x="4008795" y="2632081"/>
              <a:ext cx="9548328" cy="2661487"/>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sz="1400" noProof="0" dirty="0">
                  <a:solidFill>
                    <a:schemeClr val="bg1"/>
                  </a:solidFill>
                  <a:latin typeface="Lucida Console" panose="020B0609040504020204" pitchFamily="49" charset="0"/>
                </a:rPr>
                <a:t>root@router1:/# </a:t>
              </a:r>
              <a:r>
                <a:rPr lang="en-US" sz="1400" noProof="0" dirty="0" err="1">
                  <a:solidFill>
                    <a:schemeClr val="bg1"/>
                  </a:solidFill>
                  <a:latin typeface="Lucida Console" panose="020B0609040504020204" pitchFamily="49" charset="0"/>
                </a:rPr>
                <a:t>routel</a:t>
              </a:r>
              <a:endParaRPr lang="en-US" sz="1400" noProof="0" dirty="0">
                <a:solidFill>
                  <a:schemeClr val="bg1"/>
                </a:solidFill>
                <a:latin typeface="Lucida Console" panose="020B0609040504020204" pitchFamily="49" charset="0"/>
              </a:endParaRPr>
            </a:p>
            <a:p>
              <a:pPr eaLnBrk="1" hangingPunct="1"/>
              <a:r>
                <a:rPr lang="en-US" sz="1400" noProof="0" dirty="0" err="1">
                  <a:solidFill>
                    <a:schemeClr val="bg1"/>
                  </a:solidFill>
                  <a:latin typeface="Lucida Console" panose="020B0609040504020204" pitchFamily="49" charset="0"/>
                </a:rPr>
                <a:t>Dst</a:t>
              </a:r>
              <a:r>
                <a:rPr lang="en-US" sz="1400" noProof="0" dirty="0">
                  <a:solidFill>
                    <a:schemeClr val="bg1"/>
                  </a:solidFill>
                  <a:latin typeface="Lucida Console" panose="020B0609040504020204" pitchFamily="49" charset="0"/>
                </a:rPr>
                <a:t>             Gateway         </a:t>
              </a:r>
              <a:r>
                <a:rPr lang="en-US" sz="1400" noProof="0" dirty="0" err="1">
                  <a:solidFill>
                    <a:schemeClr val="bg1"/>
                  </a:solidFill>
                  <a:latin typeface="Lucida Console" panose="020B0609040504020204" pitchFamily="49" charset="0"/>
                </a:rPr>
                <a:t>Prefsrc</a:t>
              </a:r>
              <a:r>
                <a:rPr lang="en-US" sz="1400" noProof="0" dirty="0">
                  <a:solidFill>
                    <a:schemeClr val="bg1"/>
                  </a:solidFill>
                  <a:latin typeface="Lucida Console" panose="020B0609040504020204" pitchFamily="49" charset="0"/>
                </a:rPr>
                <a:t>         Protocol Scope   Dev              Table</a:t>
              </a:r>
            </a:p>
            <a:p>
              <a:pPr eaLnBrk="1" hangingPunct="1"/>
              <a:r>
                <a:rPr lang="en-US" sz="1400" noProof="0" dirty="0">
                  <a:solidFill>
                    <a:schemeClr val="bg1"/>
                  </a:solidFill>
                  <a:latin typeface="Lucida Console" panose="020B0609040504020204" pitchFamily="49" charset="0"/>
                </a:rPr>
                <a:t>default         10.0.0.1                                         eth1             </a:t>
              </a:r>
            </a:p>
            <a:p>
              <a:pPr eaLnBrk="1" hangingPunct="1"/>
              <a:r>
                <a:rPr lang="en-US" sz="1400" noProof="0" dirty="0">
                  <a:solidFill>
                    <a:schemeClr val="bg1"/>
                  </a:solidFill>
                  <a:latin typeface="Lucida Console" panose="020B0609040504020204" pitchFamily="49" charset="0"/>
                </a:rPr>
                <a:t>10.0.0.0/30                     10.0.0.2        kernel   link    eth1             </a:t>
              </a:r>
            </a:p>
            <a:p>
              <a:pPr eaLnBrk="1" hangingPunct="1"/>
              <a:r>
                <a:rPr lang="en-US" sz="1400" noProof="0" dirty="0">
                  <a:solidFill>
                    <a:schemeClr val="bg1"/>
                  </a:solidFill>
                  <a:latin typeface="Lucida Console" panose="020B0609040504020204" pitchFamily="49" charset="0"/>
                </a:rPr>
                <a:t>200.100.50.0/24                 200.100.50.1    kernel   link    eth0             </a:t>
              </a:r>
            </a:p>
            <a:p>
              <a:pPr eaLnBrk="1" hangingPunct="1"/>
              <a:r>
                <a:rPr lang="en-US" sz="1400" noProof="0" dirty="0">
                  <a:solidFill>
                    <a:schemeClr val="bg1"/>
                  </a:solidFill>
                  <a:latin typeface="Lucida Console" panose="020B0609040504020204" pitchFamily="49" charset="0"/>
                </a:rPr>
                <a:t>10.0.0.2                        10.0.0.2        kernel   host    eth1             local</a:t>
              </a:r>
            </a:p>
            <a:p>
              <a:pPr eaLnBrk="1" hangingPunct="1"/>
              <a:r>
                <a:rPr lang="en-US" sz="1400" noProof="0" dirty="0">
                  <a:solidFill>
                    <a:schemeClr val="bg1"/>
                  </a:solidFill>
                  <a:latin typeface="Lucida Console" panose="020B0609040504020204" pitchFamily="49" charset="0"/>
                </a:rPr>
                <a:t>10.0.0.3                        10.0.0.2        kernel   link    eth1             local</a:t>
              </a:r>
            </a:p>
            <a:p>
              <a:pPr eaLnBrk="1" hangingPunct="1"/>
              <a:r>
                <a:rPr lang="en-US" sz="1400" noProof="0" dirty="0">
                  <a:solidFill>
                    <a:schemeClr val="bg1"/>
                  </a:solidFill>
                  <a:latin typeface="Lucida Console" panose="020B0609040504020204" pitchFamily="49" charset="0"/>
                </a:rPr>
                <a:t>127.0.0.0/8                     127.0.0.1       kernel   host    lo               local</a:t>
              </a:r>
            </a:p>
            <a:p>
              <a:pPr eaLnBrk="1" hangingPunct="1"/>
              <a:r>
                <a:rPr lang="en-US" sz="1400" noProof="0" dirty="0">
                  <a:solidFill>
                    <a:schemeClr val="bg1"/>
                  </a:solidFill>
                  <a:latin typeface="Lucida Console" panose="020B0609040504020204" pitchFamily="49" charset="0"/>
                </a:rPr>
                <a:t>127.0.0.1                       127.0.0.1       kernel   host    lo               local</a:t>
              </a:r>
            </a:p>
            <a:p>
              <a:pPr eaLnBrk="1" hangingPunct="1"/>
              <a:r>
                <a:rPr lang="en-US" sz="1400" noProof="0" dirty="0">
                  <a:solidFill>
                    <a:schemeClr val="bg1"/>
                  </a:solidFill>
                  <a:latin typeface="Lucida Console" panose="020B0609040504020204" pitchFamily="49" charset="0"/>
                </a:rPr>
                <a:t>127.255.255.255                 127.0.0.1       kernel   link    lo               local</a:t>
              </a:r>
            </a:p>
            <a:p>
              <a:pPr eaLnBrk="1" hangingPunct="1"/>
              <a:r>
                <a:rPr lang="en-US" sz="1400" noProof="0" dirty="0">
                  <a:solidFill>
                    <a:schemeClr val="bg1"/>
                  </a:solidFill>
                  <a:latin typeface="Lucida Console" panose="020B0609040504020204" pitchFamily="49" charset="0"/>
                </a:rPr>
                <a:t>200.100.50.1                    200.100.50.1    kernel   host    eth0             local</a:t>
              </a:r>
            </a:p>
            <a:p>
              <a:pPr eaLnBrk="1" hangingPunct="1"/>
              <a:r>
                <a:rPr lang="en-US" sz="1400" noProof="0" dirty="0">
                  <a:solidFill>
                    <a:schemeClr val="bg1"/>
                  </a:solidFill>
                  <a:latin typeface="Lucida Console" panose="020B0609040504020204" pitchFamily="49" charset="0"/>
                </a:rPr>
                <a:t>200.100.50.255                  200.100.50.1    kernel   link    eth0             local</a:t>
              </a:r>
            </a:p>
          </p:txBody>
        </p:sp>
        <p:sp>
          <p:nvSpPr>
            <p:cNvPr id="91" name="Rectangle 5">
              <a:extLst>
                <a:ext uri="{FF2B5EF4-FFF2-40B4-BE49-F238E27FC236}">
                  <a16:creationId xmlns:a16="http://schemas.microsoft.com/office/drawing/2014/main" id="{BC81C7BA-664D-54E0-30B9-89D8A2FDB2C7}"/>
                </a:ext>
              </a:extLst>
            </p:cNvPr>
            <p:cNvSpPr/>
            <p:nvPr/>
          </p:nvSpPr>
          <p:spPr>
            <a:xfrm>
              <a:off x="4008795" y="2378845"/>
              <a:ext cx="9548328" cy="301050"/>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en-US" kern="0" noProof="0" dirty="0">
                  <a:solidFill>
                    <a:prstClr val="white"/>
                  </a:solidFill>
                  <a:latin typeface="Calibri" panose="020F0502020204030204"/>
                </a:rPr>
                <a:t>router1</a:t>
              </a:r>
            </a:p>
          </p:txBody>
        </p:sp>
        <p:grpSp>
          <p:nvGrpSpPr>
            <p:cNvPr id="92" name="Group 14">
              <a:extLst>
                <a:ext uri="{FF2B5EF4-FFF2-40B4-BE49-F238E27FC236}">
                  <a16:creationId xmlns:a16="http://schemas.microsoft.com/office/drawing/2014/main" id="{34B7B4D0-3EEF-78DF-73C5-B1F5D7764AED}"/>
                </a:ext>
              </a:extLst>
            </p:cNvPr>
            <p:cNvGrpSpPr/>
            <p:nvPr/>
          </p:nvGrpSpPr>
          <p:grpSpPr>
            <a:xfrm>
              <a:off x="11594730" y="2462830"/>
              <a:ext cx="581348" cy="126235"/>
              <a:chOff x="8767051" y="2111809"/>
              <a:chExt cx="581348" cy="126235"/>
            </a:xfrm>
          </p:grpSpPr>
          <p:sp>
            <p:nvSpPr>
              <p:cNvPr id="93" name="Rectangle 15">
                <a:extLst>
                  <a:ext uri="{FF2B5EF4-FFF2-40B4-BE49-F238E27FC236}">
                    <a16:creationId xmlns:a16="http://schemas.microsoft.com/office/drawing/2014/main" id="{CBB924D6-E0F8-A135-66A6-F6508367327B}"/>
                  </a:ext>
                </a:extLst>
              </p:cNvPr>
              <p:cNvSpPr>
                <a:spLocks noChangeAspect="1"/>
              </p:cNvSpPr>
              <p:nvPr/>
            </p:nvSpPr>
            <p:spPr>
              <a:xfrm>
                <a:off x="9222399" y="2112044"/>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94" name="Rectangle 16">
                <a:extLst>
                  <a:ext uri="{FF2B5EF4-FFF2-40B4-BE49-F238E27FC236}">
                    <a16:creationId xmlns:a16="http://schemas.microsoft.com/office/drawing/2014/main" id="{58FE3236-F2FE-A4A3-CDF3-B192AF1D3E80}"/>
                  </a:ext>
                </a:extLst>
              </p:cNvPr>
              <p:cNvSpPr>
                <a:spLocks noChangeAspect="1"/>
              </p:cNvSpPr>
              <p:nvPr/>
            </p:nvSpPr>
            <p:spPr>
              <a:xfrm>
                <a:off x="8767051" y="2111809"/>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95" name="Rectangle 17">
                <a:extLst>
                  <a:ext uri="{FF2B5EF4-FFF2-40B4-BE49-F238E27FC236}">
                    <a16:creationId xmlns:a16="http://schemas.microsoft.com/office/drawing/2014/main" id="{440105E7-6FED-AAEB-5DF8-56CFB99D8689}"/>
                  </a:ext>
                </a:extLst>
              </p:cNvPr>
              <p:cNvSpPr>
                <a:spLocks noChangeAspect="1"/>
              </p:cNvSpPr>
              <p:nvPr/>
            </p:nvSpPr>
            <p:spPr>
              <a:xfrm>
                <a:off x="8994725" y="2111809"/>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
        <p:nvSpPr>
          <p:cNvPr id="12" name="AutoShape 62">
            <a:extLst>
              <a:ext uri="{FF2B5EF4-FFF2-40B4-BE49-F238E27FC236}">
                <a16:creationId xmlns:a16="http://schemas.microsoft.com/office/drawing/2014/main" id="{A694E593-F6CD-AA76-38FC-6BA985FB1625}"/>
              </a:ext>
            </a:extLst>
          </p:cNvPr>
          <p:cNvSpPr>
            <a:spLocks noChangeArrowheads="1"/>
          </p:cNvSpPr>
          <p:nvPr/>
        </p:nvSpPr>
        <p:spPr bwMode="auto">
          <a:xfrm>
            <a:off x="1343480" y="4330522"/>
            <a:ext cx="3371387" cy="472871"/>
          </a:xfrm>
          <a:prstGeom prst="wedgeRoundRectCallout">
            <a:avLst>
              <a:gd name="adj1" fmla="val -6640"/>
              <a:gd name="adj2" fmla="val 267333"/>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dirty="0"/>
              <a:t>Broadcast address for LAN A</a:t>
            </a:r>
            <a:endParaRPr lang="en-US" sz="1600" noProof="0" dirty="0"/>
          </a:p>
        </p:txBody>
      </p:sp>
    </p:spTree>
    <p:extLst>
      <p:ext uri="{BB962C8B-B14F-4D97-AF65-F5344CB8AC3E}">
        <p14:creationId xmlns:p14="http://schemas.microsoft.com/office/powerpoint/2010/main" val="2956920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62EB4-CFB5-BA37-1EDB-FC532FBB41B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1F4006A-B8F6-D0CC-B4B0-50D84CC2F662}"/>
              </a:ext>
            </a:extLst>
          </p:cNvPr>
          <p:cNvSpPr>
            <a:spLocks noGrp="1"/>
          </p:cNvSpPr>
          <p:nvPr>
            <p:ph type="title"/>
          </p:nvPr>
        </p:nvSpPr>
        <p:spPr>
          <a:xfrm>
            <a:off x="609599" y="116632"/>
            <a:ext cx="11437815" cy="1143000"/>
          </a:xfrm>
        </p:spPr>
        <p:txBody>
          <a:bodyPr/>
          <a:lstStyle/>
          <a:p>
            <a:r>
              <a:rPr lang="en-US" sz="4000" dirty="0"/>
              <a:t>lab-1-lan: checking the broadcast addresses</a:t>
            </a:r>
          </a:p>
        </p:txBody>
      </p:sp>
      <p:sp>
        <p:nvSpPr>
          <p:cNvPr id="4" name="Segnaposto data 3">
            <a:extLst>
              <a:ext uri="{FF2B5EF4-FFF2-40B4-BE49-F238E27FC236}">
                <a16:creationId xmlns:a16="http://schemas.microsoft.com/office/drawing/2014/main" id="{F6811A3E-AA1C-E5E5-A719-F55203D2F843}"/>
              </a:ext>
            </a:extLst>
          </p:cNvPr>
          <p:cNvSpPr>
            <a:spLocks noGrp="1"/>
          </p:cNvSpPr>
          <p:nvPr>
            <p:ph type="dt" sz="half" idx="10"/>
          </p:nvPr>
        </p:nvSpPr>
        <p:spPr/>
        <p:txBody>
          <a:bodyPr/>
          <a:lstStyle/>
          <a:p>
            <a:pPr>
              <a:defRPr/>
            </a:pPr>
            <a:r>
              <a:rPr lang="en-US" altLang="it-IT" dirty="0"/>
              <a:t>last update: Nov 2025</a:t>
            </a:r>
            <a:endParaRPr lang="it-IT" altLang="it-IT" dirty="0"/>
          </a:p>
        </p:txBody>
      </p:sp>
      <p:sp>
        <p:nvSpPr>
          <p:cNvPr id="5" name="Segnaposto piè di pagina 4">
            <a:extLst>
              <a:ext uri="{FF2B5EF4-FFF2-40B4-BE49-F238E27FC236}">
                <a16:creationId xmlns:a16="http://schemas.microsoft.com/office/drawing/2014/main" id="{91354B96-121A-6FE6-6FDD-2CCBC42F5015}"/>
              </a:ext>
            </a:extLst>
          </p:cNvPr>
          <p:cNvSpPr>
            <a:spLocks noGrp="1"/>
          </p:cNvSpPr>
          <p:nvPr>
            <p:ph type="ftr" sz="quarter" idx="11"/>
          </p:nvPr>
        </p:nvSpPr>
        <p:spPr/>
        <p:txBody>
          <a:bodyPr/>
          <a:lstStyle/>
          <a:p>
            <a:pPr>
              <a:defRPr/>
            </a:pPr>
            <a:r>
              <a:rPr lang="it-IT" altLang="it-IT"/>
              <a:t>kathara – [ lab: basic-ipv4 ]</a:t>
            </a:r>
            <a:endParaRPr lang="it-IT" altLang="it-IT" dirty="0"/>
          </a:p>
        </p:txBody>
      </p:sp>
      <p:grpSp>
        <p:nvGrpSpPr>
          <p:cNvPr id="6" name="Gruppo 5">
            <a:extLst>
              <a:ext uri="{FF2B5EF4-FFF2-40B4-BE49-F238E27FC236}">
                <a16:creationId xmlns:a16="http://schemas.microsoft.com/office/drawing/2014/main" id="{79FB23F0-F24D-4BF3-5088-667F1FB4AA22}"/>
              </a:ext>
            </a:extLst>
          </p:cNvPr>
          <p:cNvGrpSpPr/>
          <p:nvPr/>
        </p:nvGrpSpPr>
        <p:grpSpPr>
          <a:xfrm>
            <a:off x="2217644" y="1154954"/>
            <a:ext cx="7620000" cy="1905000"/>
            <a:chOff x="2160494" y="2744694"/>
            <a:chExt cx="7620000" cy="1905000"/>
          </a:xfrm>
        </p:grpSpPr>
        <p:grpSp>
          <p:nvGrpSpPr>
            <p:cNvPr id="7" name="Gruppo 6">
              <a:extLst>
                <a:ext uri="{FF2B5EF4-FFF2-40B4-BE49-F238E27FC236}">
                  <a16:creationId xmlns:a16="http://schemas.microsoft.com/office/drawing/2014/main" id="{D7517624-B835-CD37-95F1-421B25D8256F}"/>
                </a:ext>
              </a:extLst>
            </p:cNvPr>
            <p:cNvGrpSpPr/>
            <p:nvPr/>
          </p:nvGrpSpPr>
          <p:grpSpPr>
            <a:xfrm>
              <a:off x="2160494" y="2744694"/>
              <a:ext cx="7620000" cy="1905000"/>
              <a:chOff x="2160494" y="1592169"/>
              <a:chExt cx="7620000" cy="1905000"/>
            </a:xfrm>
          </p:grpSpPr>
          <p:grpSp>
            <p:nvGrpSpPr>
              <p:cNvPr id="9" name="Group 126">
                <a:extLst>
                  <a:ext uri="{FF2B5EF4-FFF2-40B4-BE49-F238E27FC236}">
                    <a16:creationId xmlns:a16="http://schemas.microsoft.com/office/drawing/2014/main" id="{286EB8E7-9D50-D480-0A74-388D90393C82}"/>
                  </a:ext>
                </a:extLst>
              </p:cNvPr>
              <p:cNvGrpSpPr>
                <a:grpSpLocks/>
              </p:cNvGrpSpPr>
              <p:nvPr/>
            </p:nvGrpSpPr>
            <p:grpSpPr bwMode="auto">
              <a:xfrm>
                <a:off x="2160494" y="1592169"/>
                <a:ext cx="7620000" cy="1905000"/>
                <a:chOff x="336" y="2820"/>
                <a:chExt cx="4800" cy="1200"/>
              </a:xfrm>
            </p:grpSpPr>
            <p:sp>
              <p:nvSpPr>
                <p:cNvPr id="17" name="Line 38">
                  <a:extLst>
                    <a:ext uri="{FF2B5EF4-FFF2-40B4-BE49-F238E27FC236}">
                      <a16:creationId xmlns:a16="http://schemas.microsoft.com/office/drawing/2014/main" id="{3D442C80-13BF-73E7-2AF4-EB0521294C8A}"/>
                    </a:ext>
                  </a:extLst>
                </p:cNvPr>
                <p:cNvSpPr>
                  <a:spLocks noChangeShapeType="1"/>
                </p:cNvSpPr>
                <p:nvPr/>
              </p:nvSpPr>
              <p:spPr bwMode="auto">
                <a:xfrm flipH="1">
                  <a:off x="336" y="3183"/>
                  <a:ext cx="6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39">
                  <a:extLst>
                    <a:ext uri="{FF2B5EF4-FFF2-40B4-BE49-F238E27FC236}">
                      <a16:creationId xmlns:a16="http://schemas.microsoft.com/office/drawing/2014/main" id="{6ACF9B47-742E-E4F8-A433-5FA81F961C47}"/>
                    </a:ext>
                  </a:extLst>
                </p:cNvPr>
                <p:cNvSpPr>
                  <a:spLocks noChangeShapeType="1"/>
                </p:cNvSpPr>
                <p:nvPr/>
              </p:nvSpPr>
              <p:spPr bwMode="auto">
                <a:xfrm flipH="1">
                  <a:off x="1296" y="3166"/>
                  <a:ext cx="177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40">
                  <a:extLst>
                    <a:ext uri="{FF2B5EF4-FFF2-40B4-BE49-F238E27FC236}">
                      <a16:creationId xmlns:a16="http://schemas.microsoft.com/office/drawing/2014/main" id="{AC9E7E64-F3BC-98FD-3937-00874E6C24A1}"/>
                    </a:ext>
                  </a:extLst>
                </p:cNvPr>
                <p:cNvSpPr>
                  <a:spLocks noChangeShapeType="1"/>
                </p:cNvSpPr>
                <p:nvPr/>
              </p:nvSpPr>
              <p:spPr bwMode="auto">
                <a:xfrm flipH="1">
                  <a:off x="3840" y="3300"/>
                  <a:ext cx="1"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0" name="Picture 41">
                  <a:extLst>
                    <a:ext uri="{FF2B5EF4-FFF2-40B4-BE49-F238E27FC236}">
                      <a16:creationId xmlns:a16="http://schemas.microsoft.com/office/drawing/2014/main" id="{E65E0079-38FB-0738-5F6E-4FEC496A2E4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1" y="2820"/>
                  <a:ext cx="57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Line 42">
                  <a:extLst>
                    <a:ext uri="{FF2B5EF4-FFF2-40B4-BE49-F238E27FC236}">
                      <a16:creationId xmlns:a16="http://schemas.microsoft.com/office/drawing/2014/main" id="{3B737DF1-9A8C-43DB-6B36-3B74BC49D523}"/>
                    </a:ext>
                  </a:extLst>
                </p:cNvPr>
                <p:cNvSpPr>
                  <a:spLocks noChangeShapeType="1"/>
                </p:cNvSpPr>
                <p:nvPr/>
              </p:nvSpPr>
              <p:spPr bwMode="auto">
                <a:xfrm flipH="1">
                  <a:off x="4464" y="3300"/>
                  <a:ext cx="2"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2" name="Picture 43">
                  <a:extLst>
                    <a:ext uri="{FF2B5EF4-FFF2-40B4-BE49-F238E27FC236}">
                      <a16:creationId xmlns:a16="http://schemas.microsoft.com/office/drawing/2014/main" id="{0810812B-BB4D-1E10-A3D0-02B3F71AA64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6" y="2820"/>
                  <a:ext cx="57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Line 44">
                  <a:extLst>
                    <a:ext uri="{FF2B5EF4-FFF2-40B4-BE49-F238E27FC236}">
                      <a16:creationId xmlns:a16="http://schemas.microsoft.com/office/drawing/2014/main" id="{A94BD8E1-B672-6FF9-0D90-49C6CEA2928D}"/>
                    </a:ext>
                  </a:extLst>
                </p:cNvPr>
                <p:cNvSpPr>
                  <a:spLocks noChangeShapeType="1"/>
                </p:cNvSpPr>
                <p:nvPr/>
              </p:nvSpPr>
              <p:spPr bwMode="auto">
                <a:xfrm flipH="1">
                  <a:off x="3025" y="3348"/>
                  <a:ext cx="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4" name="Group 45">
                  <a:extLst>
                    <a:ext uri="{FF2B5EF4-FFF2-40B4-BE49-F238E27FC236}">
                      <a16:creationId xmlns:a16="http://schemas.microsoft.com/office/drawing/2014/main" id="{916FA859-12D5-FF55-7003-54D31C655E0F}"/>
                    </a:ext>
                  </a:extLst>
                </p:cNvPr>
                <p:cNvGrpSpPr>
                  <a:grpSpLocks/>
                </p:cNvGrpSpPr>
                <p:nvPr/>
              </p:nvGrpSpPr>
              <p:grpSpPr bwMode="auto">
                <a:xfrm>
                  <a:off x="2691" y="2974"/>
                  <a:ext cx="624" cy="384"/>
                  <a:chOff x="3792" y="3408"/>
                  <a:chExt cx="960" cy="528"/>
                </a:xfrm>
              </p:grpSpPr>
              <p:sp>
                <p:nvSpPr>
                  <p:cNvPr id="66" name="AutoShape 46">
                    <a:extLst>
                      <a:ext uri="{FF2B5EF4-FFF2-40B4-BE49-F238E27FC236}">
                        <a16:creationId xmlns:a16="http://schemas.microsoft.com/office/drawing/2014/main" id="{5A65462C-75A6-5040-C52B-9CF4A2C775DE}"/>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a:p>
                </p:txBody>
              </p:sp>
              <p:grpSp>
                <p:nvGrpSpPr>
                  <p:cNvPr id="67" name="Group 47">
                    <a:extLst>
                      <a:ext uri="{FF2B5EF4-FFF2-40B4-BE49-F238E27FC236}">
                        <a16:creationId xmlns:a16="http://schemas.microsoft.com/office/drawing/2014/main" id="{E9E9E591-82A3-6E6E-A22B-2E905E2C26FD}"/>
                      </a:ext>
                    </a:extLst>
                  </p:cNvPr>
                  <p:cNvGrpSpPr>
                    <a:grpSpLocks noChangeAspect="1"/>
                  </p:cNvGrpSpPr>
                  <p:nvPr/>
                </p:nvGrpSpPr>
                <p:grpSpPr bwMode="auto">
                  <a:xfrm>
                    <a:off x="3968" y="3441"/>
                    <a:ext cx="599" cy="207"/>
                    <a:chOff x="422" y="1632"/>
                    <a:chExt cx="829" cy="298"/>
                  </a:xfrm>
                </p:grpSpPr>
                <p:grpSp>
                  <p:nvGrpSpPr>
                    <p:cNvPr id="69" name="Group 48">
                      <a:extLst>
                        <a:ext uri="{FF2B5EF4-FFF2-40B4-BE49-F238E27FC236}">
                          <a16:creationId xmlns:a16="http://schemas.microsoft.com/office/drawing/2014/main" id="{8E40A351-318C-64AB-1048-A2481043B940}"/>
                        </a:ext>
                      </a:extLst>
                    </p:cNvPr>
                    <p:cNvGrpSpPr>
                      <a:grpSpLocks noChangeAspect="1"/>
                    </p:cNvGrpSpPr>
                    <p:nvPr/>
                  </p:nvGrpSpPr>
                  <p:grpSpPr bwMode="auto">
                    <a:xfrm>
                      <a:off x="422" y="1632"/>
                      <a:ext cx="822" cy="291"/>
                      <a:chOff x="422" y="1632"/>
                      <a:chExt cx="822" cy="291"/>
                    </a:xfrm>
                  </p:grpSpPr>
                  <p:sp>
                    <p:nvSpPr>
                      <p:cNvPr id="79" name="Freeform 49">
                        <a:extLst>
                          <a:ext uri="{FF2B5EF4-FFF2-40B4-BE49-F238E27FC236}">
                            <a16:creationId xmlns:a16="http://schemas.microsoft.com/office/drawing/2014/main" id="{D13ACBDA-D064-2488-3394-B13E81FA21C4}"/>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0" name="Freeform 50">
                        <a:extLst>
                          <a:ext uri="{FF2B5EF4-FFF2-40B4-BE49-F238E27FC236}">
                            <a16:creationId xmlns:a16="http://schemas.microsoft.com/office/drawing/2014/main" id="{27A6D0BE-B5F5-0F61-C360-B8CCDF313BAB}"/>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 name="Freeform 51">
                        <a:extLst>
                          <a:ext uri="{FF2B5EF4-FFF2-40B4-BE49-F238E27FC236}">
                            <a16:creationId xmlns:a16="http://schemas.microsoft.com/office/drawing/2014/main" id="{93D009ED-7417-0819-4FF6-C093FC9FEE1B}"/>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 name="Freeform 52">
                        <a:extLst>
                          <a:ext uri="{FF2B5EF4-FFF2-40B4-BE49-F238E27FC236}">
                            <a16:creationId xmlns:a16="http://schemas.microsoft.com/office/drawing/2014/main" id="{DA67FA1D-4F51-AE0D-9486-9850C9158A31}"/>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 name="Freeform 53">
                        <a:extLst>
                          <a:ext uri="{FF2B5EF4-FFF2-40B4-BE49-F238E27FC236}">
                            <a16:creationId xmlns:a16="http://schemas.microsoft.com/office/drawing/2014/main" id="{4C5AA61A-B827-FF45-AF6B-8B8560964023}"/>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4" name="Freeform 54">
                        <a:extLst>
                          <a:ext uri="{FF2B5EF4-FFF2-40B4-BE49-F238E27FC236}">
                            <a16:creationId xmlns:a16="http://schemas.microsoft.com/office/drawing/2014/main" id="{4BB0E297-C654-636E-EFF1-203D0A3C01BD}"/>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5" name="Freeform 55">
                        <a:extLst>
                          <a:ext uri="{FF2B5EF4-FFF2-40B4-BE49-F238E27FC236}">
                            <a16:creationId xmlns:a16="http://schemas.microsoft.com/office/drawing/2014/main" id="{845DF0F2-48C0-CBF2-8C05-39B3E67A3828}"/>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6" name="Freeform 56">
                        <a:extLst>
                          <a:ext uri="{FF2B5EF4-FFF2-40B4-BE49-F238E27FC236}">
                            <a16:creationId xmlns:a16="http://schemas.microsoft.com/office/drawing/2014/main" id="{394D2A29-C80A-82CB-5AE4-3E26CEA36570}"/>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70" name="Group 57">
                      <a:extLst>
                        <a:ext uri="{FF2B5EF4-FFF2-40B4-BE49-F238E27FC236}">
                          <a16:creationId xmlns:a16="http://schemas.microsoft.com/office/drawing/2014/main" id="{520C0AC4-09A0-22B6-0FEB-9BC7E813DEE2}"/>
                        </a:ext>
                      </a:extLst>
                    </p:cNvPr>
                    <p:cNvGrpSpPr>
                      <a:grpSpLocks noChangeAspect="1"/>
                    </p:cNvGrpSpPr>
                    <p:nvPr/>
                  </p:nvGrpSpPr>
                  <p:grpSpPr bwMode="auto">
                    <a:xfrm>
                      <a:off x="429" y="1639"/>
                      <a:ext cx="822" cy="291"/>
                      <a:chOff x="429" y="1639"/>
                      <a:chExt cx="822" cy="291"/>
                    </a:xfrm>
                  </p:grpSpPr>
                  <p:sp>
                    <p:nvSpPr>
                      <p:cNvPr id="71" name="Freeform 58">
                        <a:extLst>
                          <a:ext uri="{FF2B5EF4-FFF2-40B4-BE49-F238E27FC236}">
                            <a16:creationId xmlns:a16="http://schemas.microsoft.com/office/drawing/2014/main" id="{570C8EEF-6935-FD7C-1266-0A3A072983B0}"/>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59">
                        <a:extLst>
                          <a:ext uri="{FF2B5EF4-FFF2-40B4-BE49-F238E27FC236}">
                            <a16:creationId xmlns:a16="http://schemas.microsoft.com/office/drawing/2014/main" id="{D202E3D8-BEA4-0398-7C4D-7B29C7D8705D}"/>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 name="Freeform 60">
                        <a:extLst>
                          <a:ext uri="{FF2B5EF4-FFF2-40B4-BE49-F238E27FC236}">
                            <a16:creationId xmlns:a16="http://schemas.microsoft.com/office/drawing/2014/main" id="{99351472-B76B-8DAE-809B-E57EE747DEF2}"/>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61">
                        <a:extLst>
                          <a:ext uri="{FF2B5EF4-FFF2-40B4-BE49-F238E27FC236}">
                            <a16:creationId xmlns:a16="http://schemas.microsoft.com/office/drawing/2014/main" id="{8BBA681D-E17E-F0EF-E863-966CB99546E2}"/>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 name="Freeform 62">
                        <a:extLst>
                          <a:ext uri="{FF2B5EF4-FFF2-40B4-BE49-F238E27FC236}">
                            <a16:creationId xmlns:a16="http://schemas.microsoft.com/office/drawing/2014/main" id="{6C59FBD7-FEE6-BB48-224F-DFEDCCC37B28}"/>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6" name="Freeform 63">
                        <a:extLst>
                          <a:ext uri="{FF2B5EF4-FFF2-40B4-BE49-F238E27FC236}">
                            <a16:creationId xmlns:a16="http://schemas.microsoft.com/office/drawing/2014/main" id="{6D711B26-4905-5425-9825-203AAC760981}"/>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 name="Freeform 64">
                        <a:extLst>
                          <a:ext uri="{FF2B5EF4-FFF2-40B4-BE49-F238E27FC236}">
                            <a16:creationId xmlns:a16="http://schemas.microsoft.com/office/drawing/2014/main" id="{8571B2B7-C80B-750C-4756-A4631D61ECE1}"/>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65">
                        <a:extLst>
                          <a:ext uri="{FF2B5EF4-FFF2-40B4-BE49-F238E27FC236}">
                            <a16:creationId xmlns:a16="http://schemas.microsoft.com/office/drawing/2014/main" id="{3C4E3BE1-03FD-EC99-DFCA-AB0FD059EA8E}"/>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68" name="WordArt 66">
                    <a:extLst>
                      <a:ext uri="{FF2B5EF4-FFF2-40B4-BE49-F238E27FC236}">
                        <a16:creationId xmlns:a16="http://schemas.microsoft.com/office/drawing/2014/main" id="{829C22CC-6D78-CA8A-4939-A773EE65A5BB}"/>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1</a:t>
                    </a:r>
                  </a:p>
                </p:txBody>
              </p:sp>
            </p:grpSp>
            <p:sp>
              <p:nvSpPr>
                <p:cNvPr id="25" name="Text Box 67">
                  <a:extLst>
                    <a:ext uri="{FF2B5EF4-FFF2-40B4-BE49-F238E27FC236}">
                      <a16:creationId xmlns:a16="http://schemas.microsoft.com/office/drawing/2014/main" id="{EE09EDD8-A717-65AB-F3A0-881815EB50BC}"/>
                    </a:ext>
                  </a:extLst>
                </p:cNvPr>
                <p:cNvSpPr txBox="1">
                  <a:spLocks noChangeArrowheads="1"/>
                </p:cNvSpPr>
                <p:nvPr/>
              </p:nvSpPr>
              <p:spPr bwMode="auto">
                <a:xfrm>
                  <a:off x="3313" y="3770"/>
                  <a:ext cx="1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a:t>200.100.50.0/24</a:t>
                  </a:r>
                </a:p>
              </p:txBody>
            </p:sp>
            <p:grpSp>
              <p:nvGrpSpPr>
                <p:cNvPr id="26" name="Group 68">
                  <a:extLst>
                    <a:ext uri="{FF2B5EF4-FFF2-40B4-BE49-F238E27FC236}">
                      <a16:creationId xmlns:a16="http://schemas.microsoft.com/office/drawing/2014/main" id="{EEE3FE49-6740-7739-2F35-05E317705F45}"/>
                    </a:ext>
                  </a:extLst>
                </p:cNvPr>
                <p:cNvGrpSpPr>
                  <a:grpSpLocks/>
                </p:cNvGrpSpPr>
                <p:nvPr/>
              </p:nvGrpSpPr>
              <p:grpSpPr bwMode="auto">
                <a:xfrm>
                  <a:off x="816" y="2974"/>
                  <a:ext cx="624" cy="384"/>
                  <a:chOff x="3792" y="3408"/>
                  <a:chExt cx="960" cy="528"/>
                </a:xfrm>
              </p:grpSpPr>
              <p:sp>
                <p:nvSpPr>
                  <p:cNvPr id="45" name="AutoShape 69">
                    <a:extLst>
                      <a:ext uri="{FF2B5EF4-FFF2-40B4-BE49-F238E27FC236}">
                        <a16:creationId xmlns:a16="http://schemas.microsoft.com/office/drawing/2014/main" id="{EA31CD91-E3F2-E35D-B0D7-0E8D94275CDE}"/>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dirty="0"/>
                  </a:p>
                </p:txBody>
              </p:sp>
              <p:grpSp>
                <p:nvGrpSpPr>
                  <p:cNvPr id="46" name="Group 70">
                    <a:extLst>
                      <a:ext uri="{FF2B5EF4-FFF2-40B4-BE49-F238E27FC236}">
                        <a16:creationId xmlns:a16="http://schemas.microsoft.com/office/drawing/2014/main" id="{503E4791-2C15-D354-737C-5156316AF942}"/>
                      </a:ext>
                    </a:extLst>
                  </p:cNvPr>
                  <p:cNvGrpSpPr>
                    <a:grpSpLocks noChangeAspect="1"/>
                  </p:cNvGrpSpPr>
                  <p:nvPr/>
                </p:nvGrpSpPr>
                <p:grpSpPr bwMode="auto">
                  <a:xfrm>
                    <a:off x="3968" y="3441"/>
                    <a:ext cx="599" cy="207"/>
                    <a:chOff x="422" y="1632"/>
                    <a:chExt cx="829" cy="298"/>
                  </a:xfrm>
                </p:grpSpPr>
                <p:grpSp>
                  <p:nvGrpSpPr>
                    <p:cNvPr id="48" name="Group 71">
                      <a:extLst>
                        <a:ext uri="{FF2B5EF4-FFF2-40B4-BE49-F238E27FC236}">
                          <a16:creationId xmlns:a16="http://schemas.microsoft.com/office/drawing/2014/main" id="{7A54343E-F930-B6B3-99F0-51347CCA5883}"/>
                        </a:ext>
                      </a:extLst>
                    </p:cNvPr>
                    <p:cNvGrpSpPr>
                      <a:grpSpLocks noChangeAspect="1"/>
                    </p:cNvGrpSpPr>
                    <p:nvPr/>
                  </p:nvGrpSpPr>
                  <p:grpSpPr bwMode="auto">
                    <a:xfrm>
                      <a:off x="422" y="1632"/>
                      <a:ext cx="822" cy="291"/>
                      <a:chOff x="422" y="1632"/>
                      <a:chExt cx="822" cy="291"/>
                    </a:xfrm>
                  </p:grpSpPr>
                  <p:sp>
                    <p:nvSpPr>
                      <p:cNvPr id="58" name="Freeform 72">
                        <a:extLst>
                          <a:ext uri="{FF2B5EF4-FFF2-40B4-BE49-F238E27FC236}">
                            <a16:creationId xmlns:a16="http://schemas.microsoft.com/office/drawing/2014/main" id="{6C2B83BC-A825-CF9B-459C-5B016C767782}"/>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73">
                        <a:extLst>
                          <a:ext uri="{FF2B5EF4-FFF2-40B4-BE49-F238E27FC236}">
                            <a16:creationId xmlns:a16="http://schemas.microsoft.com/office/drawing/2014/main" id="{FCD7FEC6-E4D5-CEDE-6B34-B4231F16EED2}"/>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 name="Freeform 74">
                        <a:extLst>
                          <a:ext uri="{FF2B5EF4-FFF2-40B4-BE49-F238E27FC236}">
                            <a16:creationId xmlns:a16="http://schemas.microsoft.com/office/drawing/2014/main" id="{3690342E-0606-B457-F399-FF37309E0056}"/>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 name="Freeform 75">
                        <a:extLst>
                          <a:ext uri="{FF2B5EF4-FFF2-40B4-BE49-F238E27FC236}">
                            <a16:creationId xmlns:a16="http://schemas.microsoft.com/office/drawing/2014/main" id="{F66A9194-96B5-6EE2-4867-8C44B44DB0CF}"/>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 name="Freeform 76">
                        <a:extLst>
                          <a:ext uri="{FF2B5EF4-FFF2-40B4-BE49-F238E27FC236}">
                            <a16:creationId xmlns:a16="http://schemas.microsoft.com/office/drawing/2014/main" id="{88F6D18C-E9DA-E0A1-FA2E-CE409ACBB88F}"/>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Freeform 77">
                        <a:extLst>
                          <a:ext uri="{FF2B5EF4-FFF2-40B4-BE49-F238E27FC236}">
                            <a16:creationId xmlns:a16="http://schemas.microsoft.com/office/drawing/2014/main" id="{5DED9EFA-975E-1B4B-4DB6-79F6D8935338}"/>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 name="Freeform 78">
                        <a:extLst>
                          <a:ext uri="{FF2B5EF4-FFF2-40B4-BE49-F238E27FC236}">
                            <a16:creationId xmlns:a16="http://schemas.microsoft.com/office/drawing/2014/main" id="{90EEB6A8-7073-9FC7-B229-F6DDF1F13A90}"/>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 name="Freeform 79">
                        <a:extLst>
                          <a:ext uri="{FF2B5EF4-FFF2-40B4-BE49-F238E27FC236}">
                            <a16:creationId xmlns:a16="http://schemas.microsoft.com/office/drawing/2014/main" id="{BCC11177-F23C-582D-4957-1775F76A0A2E}"/>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9" name="Group 80">
                      <a:extLst>
                        <a:ext uri="{FF2B5EF4-FFF2-40B4-BE49-F238E27FC236}">
                          <a16:creationId xmlns:a16="http://schemas.microsoft.com/office/drawing/2014/main" id="{7CF18AD9-1DD1-943A-CE90-474BC569E993}"/>
                        </a:ext>
                      </a:extLst>
                    </p:cNvPr>
                    <p:cNvGrpSpPr>
                      <a:grpSpLocks noChangeAspect="1"/>
                    </p:cNvGrpSpPr>
                    <p:nvPr/>
                  </p:nvGrpSpPr>
                  <p:grpSpPr bwMode="auto">
                    <a:xfrm>
                      <a:off x="429" y="1639"/>
                      <a:ext cx="822" cy="291"/>
                      <a:chOff x="429" y="1639"/>
                      <a:chExt cx="822" cy="291"/>
                    </a:xfrm>
                  </p:grpSpPr>
                  <p:sp>
                    <p:nvSpPr>
                      <p:cNvPr id="50" name="Freeform 81">
                        <a:extLst>
                          <a:ext uri="{FF2B5EF4-FFF2-40B4-BE49-F238E27FC236}">
                            <a16:creationId xmlns:a16="http://schemas.microsoft.com/office/drawing/2014/main" id="{0570D1AE-40DF-2C55-49B8-26B11FF1F522}"/>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82">
                        <a:extLst>
                          <a:ext uri="{FF2B5EF4-FFF2-40B4-BE49-F238E27FC236}">
                            <a16:creationId xmlns:a16="http://schemas.microsoft.com/office/drawing/2014/main" id="{88FD1BAD-1DA9-E9DD-D1FC-12328E20B268}"/>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Freeform 83">
                        <a:extLst>
                          <a:ext uri="{FF2B5EF4-FFF2-40B4-BE49-F238E27FC236}">
                            <a16:creationId xmlns:a16="http://schemas.microsoft.com/office/drawing/2014/main" id="{98B90EEF-F93B-7A67-599B-2B09AD55F69A}"/>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84">
                        <a:extLst>
                          <a:ext uri="{FF2B5EF4-FFF2-40B4-BE49-F238E27FC236}">
                            <a16:creationId xmlns:a16="http://schemas.microsoft.com/office/drawing/2014/main" id="{C2214F28-1D5E-ED2D-571F-8347159A80CB}"/>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85">
                        <a:extLst>
                          <a:ext uri="{FF2B5EF4-FFF2-40B4-BE49-F238E27FC236}">
                            <a16:creationId xmlns:a16="http://schemas.microsoft.com/office/drawing/2014/main" id="{8B34F493-34D1-EFEB-B44B-DA768CA5FB8C}"/>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86">
                        <a:extLst>
                          <a:ext uri="{FF2B5EF4-FFF2-40B4-BE49-F238E27FC236}">
                            <a16:creationId xmlns:a16="http://schemas.microsoft.com/office/drawing/2014/main" id="{B49FB2D7-1B88-5DC1-A9DB-2042C7CFBA4B}"/>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87">
                        <a:extLst>
                          <a:ext uri="{FF2B5EF4-FFF2-40B4-BE49-F238E27FC236}">
                            <a16:creationId xmlns:a16="http://schemas.microsoft.com/office/drawing/2014/main" id="{218E8AF2-CA88-5437-CA75-98C2101D23B0}"/>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88">
                        <a:extLst>
                          <a:ext uri="{FF2B5EF4-FFF2-40B4-BE49-F238E27FC236}">
                            <a16:creationId xmlns:a16="http://schemas.microsoft.com/office/drawing/2014/main" id="{0D5FF627-0D90-2A5A-1091-3F21B0C8879E}"/>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7" name="WordArt 89">
                    <a:extLst>
                      <a:ext uri="{FF2B5EF4-FFF2-40B4-BE49-F238E27FC236}">
                        <a16:creationId xmlns:a16="http://schemas.microsoft.com/office/drawing/2014/main" id="{1143CAA9-A50D-7F8B-5512-7E15D68E1585}"/>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2</a:t>
                    </a:r>
                  </a:p>
                </p:txBody>
              </p:sp>
            </p:grpSp>
            <p:sp>
              <p:nvSpPr>
                <p:cNvPr id="27" name="Text Box 91">
                  <a:extLst>
                    <a:ext uri="{FF2B5EF4-FFF2-40B4-BE49-F238E27FC236}">
                      <a16:creationId xmlns:a16="http://schemas.microsoft.com/office/drawing/2014/main" id="{65F19D82-823A-AD2C-5F9B-9D15A0796200}"/>
                    </a:ext>
                  </a:extLst>
                </p:cNvPr>
                <p:cNvSpPr txBox="1">
                  <a:spLocks noChangeArrowheads="1"/>
                </p:cNvSpPr>
                <p:nvPr/>
              </p:nvSpPr>
              <p:spPr bwMode="auto">
                <a:xfrm>
                  <a:off x="1704" y="3204"/>
                  <a:ext cx="8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10.0.0.0/30</a:t>
                  </a:r>
                </a:p>
              </p:txBody>
            </p:sp>
            <p:grpSp>
              <p:nvGrpSpPr>
                <p:cNvPr id="28" name="Group 92">
                  <a:extLst>
                    <a:ext uri="{FF2B5EF4-FFF2-40B4-BE49-F238E27FC236}">
                      <a16:creationId xmlns:a16="http://schemas.microsoft.com/office/drawing/2014/main" id="{2EF6622C-3863-C229-19C3-9B5304BEFD93}"/>
                    </a:ext>
                  </a:extLst>
                </p:cNvPr>
                <p:cNvGrpSpPr>
                  <a:grpSpLocks/>
                </p:cNvGrpSpPr>
                <p:nvPr/>
              </p:nvGrpSpPr>
              <p:grpSpPr bwMode="auto">
                <a:xfrm>
                  <a:off x="1488" y="2820"/>
                  <a:ext cx="288" cy="240"/>
                  <a:chOff x="144" y="3264"/>
                  <a:chExt cx="288" cy="240"/>
                </a:xfrm>
              </p:grpSpPr>
              <p:sp>
                <p:nvSpPr>
                  <p:cNvPr id="43" name="Rectangle 93">
                    <a:extLst>
                      <a:ext uri="{FF2B5EF4-FFF2-40B4-BE49-F238E27FC236}">
                        <a16:creationId xmlns:a16="http://schemas.microsoft.com/office/drawing/2014/main" id="{4943329E-41DE-FA1C-E584-4F43B60DDE66}"/>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44" name="Rectangle 94">
                    <a:extLst>
                      <a:ext uri="{FF2B5EF4-FFF2-40B4-BE49-F238E27FC236}">
                        <a16:creationId xmlns:a16="http://schemas.microsoft.com/office/drawing/2014/main" id="{94D608D9-AC70-1020-1B48-C958A482E1A8}"/>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1</a:t>
                    </a:r>
                  </a:p>
                </p:txBody>
              </p:sp>
            </p:grpSp>
            <p:grpSp>
              <p:nvGrpSpPr>
                <p:cNvPr id="29" name="Group 95">
                  <a:extLst>
                    <a:ext uri="{FF2B5EF4-FFF2-40B4-BE49-F238E27FC236}">
                      <a16:creationId xmlns:a16="http://schemas.microsoft.com/office/drawing/2014/main" id="{E17E5D7E-4D45-B3DD-659B-5DA6E9ADE7E3}"/>
                    </a:ext>
                  </a:extLst>
                </p:cNvPr>
                <p:cNvGrpSpPr>
                  <a:grpSpLocks/>
                </p:cNvGrpSpPr>
                <p:nvPr/>
              </p:nvGrpSpPr>
              <p:grpSpPr bwMode="auto">
                <a:xfrm>
                  <a:off x="2352" y="2820"/>
                  <a:ext cx="288" cy="240"/>
                  <a:chOff x="144" y="3264"/>
                  <a:chExt cx="288" cy="240"/>
                </a:xfrm>
              </p:grpSpPr>
              <p:sp>
                <p:nvSpPr>
                  <p:cNvPr id="41" name="Rectangle 96">
                    <a:extLst>
                      <a:ext uri="{FF2B5EF4-FFF2-40B4-BE49-F238E27FC236}">
                        <a16:creationId xmlns:a16="http://schemas.microsoft.com/office/drawing/2014/main" id="{EF03047B-7D7E-04A7-05D1-0E5DDC872A6A}"/>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eth1</a:t>
                    </a:r>
                  </a:p>
                </p:txBody>
              </p:sp>
              <p:sp>
                <p:nvSpPr>
                  <p:cNvPr id="42" name="Rectangle 97">
                    <a:extLst>
                      <a:ext uri="{FF2B5EF4-FFF2-40B4-BE49-F238E27FC236}">
                        <a16:creationId xmlns:a16="http://schemas.microsoft.com/office/drawing/2014/main" id="{23FB1750-3F8C-DE46-BCF7-4F14087B7647}"/>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2</a:t>
                    </a:r>
                  </a:p>
                </p:txBody>
              </p:sp>
            </p:grpSp>
            <p:grpSp>
              <p:nvGrpSpPr>
                <p:cNvPr id="30" name="Group 98">
                  <a:extLst>
                    <a:ext uri="{FF2B5EF4-FFF2-40B4-BE49-F238E27FC236}">
                      <a16:creationId xmlns:a16="http://schemas.microsoft.com/office/drawing/2014/main" id="{957A86A8-F416-F65D-765D-6FD6BB845346}"/>
                    </a:ext>
                  </a:extLst>
                </p:cNvPr>
                <p:cNvGrpSpPr>
                  <a:grpSpLocks/>
                </p:cNvGrpSpPr>
                <p:nvPr/>
              </p:nvGrpSpPr>
              <p:grpSpPr bwMode="auto">
                <a:xfrm>
                  <a:off x="3072" y="3396"/>
                  <a:ext cx="288" cy="240"/>
                  <a:chOff x="144" y="3264"/>
                  <a:chExt cx="288" cy="240"/>
                </a:xfrm>
              </p:grpSpPr>
              <p:sp>
                <p:nvSpPr>
                  <p:cNvPr id="39" name="Rectangle 99">
                    <a:extLst>
                      <a:ext uri="{FF2B5EF4-FFF2-40B4-BE49-F238E27FC236}">
                        <a16:creationId xmlns:a16="http://schemas.microsoft.com/office/drawing/2014/main" id="{CD831832-FBB6-47B0-8626-044FA424EFD3}"/>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40" name="Rectangle 100">
                    <a:extLst>
                      <a:ext uri="{FF2B5EF4-FFF2-40B4-BE49-F238E27FC236}">
                        <a16:creationId xmlns:a16="http://schemas.microsoft.com/office/drawing/2014/main" id="{06CDBDC2-B8FD-27E7-32FD-6358DCE1861E}"/>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1</a:t>
                    </a:r>
                  </a:p>
                </p:txBody>
              </p:sp>
            </p:grpSp>
            <p:sp>
              <p:nvSpPr>
                <p:cNvPr id="31" name="Line 101">
                  <a:extLst>
                    <a:ext uri="{FF2B5EF4-FFF2-40B4-BE49-F238E27FC236}">
                      <a16:creationId xmlns:a16="http://schemas.microsoft.com/office/drawing/2014/main" id="{C822F06F-E715-FF11-FCD4-E43A4EE60D11}"/>
                    </a:ext>
                  </a:extLst>
                </p:cNvPr>
                <p:cNvSpPr>
                  <a:spLocks noChangeShapeType="1"/>
                </p:cNvSpPr>
                <p:nvPr/>
              </p:nvSpPr>
              <p:spPr bwMode="auto">
                <a:xfrm flipH="1">
                  <a:off x="2832" y="3780"/>
                  <a:ext cx="230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2" name="Oval 102">
                  <a:extLst>
                    <a:ext uri="{FF2B5EF4-FFF2-40B4-BE49-F238E27FC236}">
                      <a16:creationId xmlns:a16="http://schemas.microsoft.com/office/drawing/2014/main" id="{B322C3BD-81FF-59E5-DD62-CC38EF8C342E}"/>
                    </a:ext>
                  </a:extLst>
                </p:cNvPr>
                <p:cNvSpPr>
                  <a:spLocks noChangeArrowheads="1"/>
                </p:cNvSpPr>
                <p:nvPr/>
              </p:nvSpPr>
              <p:spPr bwMode="auto">
                <a:xfrm flipH="1">
                  <a:off x="2688" y="3684"/>
                  <a:ext cx="192" cy="192"/>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a:latin typeface="Tahoma" panose="020B0604030504040204" pitchFamily="34" charset="0"/>
                    </a:rPr>
                    <a:t>A</a:t>
                  </a:r>
                </a:p>
              </p:txBody>
            </p:sp>
            <p:grpSp>
              <p:nvGrpSpPr>
                <p:cNvPr id="33" name="Group 103">
                  <a:extLst>
                    <a:ext uri="{FF2B5EF4-FFF2-40B4-BE49-F238E27FC236}">
                      <a16:creationId xmlns:a16="http://schemas.microsoft.com/office/drawing/2014/main" id="{0DF15A05-E955-EAD7-8B73-C44B8E165ECF}"/>
                    </a:ext>
                  </a:extLst>
                </p:cNvPr>
                <p:cNvGrpSpPr>
                  <a:grpSpLocks/>
                </p:cNvGrpSpPr>
                <p:nvPr/>
              </p:nvGrpSpPr>
              <p:grpSpPr bwMode="auto">
                <a:xfrm>
                  <a:off x="3888" y="3396"/>
                  <a:ext cx="288" cy="240"/>
                  <a:chOff x="144" y="3264"/>
                  <a:chExt cx="288" cy="240"/>
                </a:xfrm>
              </p:grpSpPr>
              <p:sp>
                <p:nvSpPr>
                  <p:cNvPr id="37" name="Rectangle 104">
                    <a:extLst>
                      <a:ext uri="{FF2B5EF4-FFF2-40B4-BE49-F238E27FC236}">
                        <a16:creationId xmlns:a16="http://schemas.microsoft.com/office/drawing/2014/main" id="{91B172FD-83CA-4578-1EDC-5D0CB7FBCF77}"/>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8" name="Rectangle 105">
                    <a:extLst>
                      <a:ext uri="{FF2B5EF4-FFF2-40B4-BE49-F238E27FC236}">
                        <a16:creationId xmlns:a16="http://schemas.microsoft.com/office/drawing/2014/main" id="{F34C3A19-F991-6764-58D1-B75891AB15B5}"/>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2</a:t>
                    </a:r>
                  </a:p>
                </p:txBody>
              </p:sp>
            </p:grpSp>
            <p:grpSp>
              <p:nvGrpSpPr>
                <p:cNvPr id="34" name="Group 106">
                  <a:extLst>
                    <a:ext uri="{FF2B5EF4-FFF2-40B4-BE49-F238E27FC236}">
                      <a16:creationId xmlns:a16="http://schemas.microsoft.com/office/drawing/2014/main" id="{F5800F54-F262-666D-C409-CB65FC071C92}"/>
                    </a:ext>
                  </a:extLst>
                </p:cNvPr>
                <p:cNvGrpSpPr>
                  <a:grpSpLocks/>
                </p:cNvGrpSpPr>
                <p:nvPr/>
              </p:nvGrpSpPr>
              <p:grpSpPr bwMode="auto">
                <a:xfrm>
                  <a:off x="4512" y="3396"/>
                  <a:ext cx="288" cy="240"/>
                  <a:chOff x="144" y="3264"/>
                  <a:chExt cx="288" cy="240"/>
                </a:xfrm>
              </p:grpSpPr>
              <p:sp>
                <p:nvSpPr>
                  <p:cNvPr id="35" name="Rectangle 107">
                    <a:extLst>
                      <a:ext uri="{FF2B5EF4-FFF2-40B4-BE49-F238E27FC236}">
                        <a16:creationId xmlns:a16="http://schemas.microsoft.com/office/drawing/2014/main" id="{A9C19AD6-46C1-6950-0AB7-25D2DD3D333F}"/>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6" name="Rectangle 108">
                    <a:extLst>
                      <a:ext uri="{FF2B5EF4-FFF2-40B4-BE49-F238E27FC236}">
                        <a16:creationId xmlns:a16="http://schemas.microsoft.com/office/drawing/2014/main" id="{A37E4E04-992D-4C6E-B64F-D5B5FEAC6B38}"/>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3</a:t>
                    </a:r>
                  </a:p>
                </p:txBody>
              </p:sp>
            </p:grpSp>
          </p:grpSp>
          <p:sp>
            <p:nvSpPr>
              <p:cNvPr id="10" name="CasellaDiTesto 9">
                <a:extLst>
                  <a:ext uri="{FF2B5EF4-FFF2-40B4-BE49-F238E27FC236}">
                    <a16:creationId xmlns:a16="http://schemas.microsoft.com/office/drawing/2014/main" id="{8AF3E516-A518-543E-188F-F5FA6160EC7D}"/>
                  </a:ext>
                </a:extLst>
              </p:cNvPr>
              <p:cNvSpPr txBox="1"/>
              <p:nvPr/>
            </p:nvSpPr>
            <p:spPr>
              <a:xfrm>
                <a:off x="7457843" y="1674345"/>
                <a:ext cx="645459" cy="369332"/>
              </a:xfrm>
              <a:prstGeom prst="rect">
                <a:avLst/>
              </a:prstGeom>
              <a:noFill/>
            </p:spPr>
            <p:txBody>
              <a:bodyPr wrap="square" rtlCol="0">
                <a:spAutoFit/>
              </a:bodyPr>
              <a:lstStyle/>
              <a:p>
                <a:pPr algn="ctr"/>
                <a:r>
                  <a:rPr lang="en-US" dirty="0"/>
                  <a:t>pc1</a:t>
                </a:r>
              </a:p>
            </p:txBody>
          </p:sp>
          <p:sp>
            <p:nvSpPr>
              <p:cNvPr id="11" name="CasellaDiTesto 10">
                <a:extLst>
                  <a:ext uri="{FF2B5EF4-FFF2-40B4-BE49-F238E27FC236}">
                    <a16:creationId xmlns:a16="http://schemas.microsoft.com/office/drawing/2014/main" id="{F24D1E8D-887D-8B2D-4EB1-DFA8E31BE806}"/>
                  </a:ext>
                </a:extLst>
              </p:cNvPr>
              <p:cNvSpPr txBox="1"/>
              <p:nvPr/>
            </p:nvSpPr>
            <p:spPr>
              <a:xfrm>
                <a:off x="8429015" y="1701239"/>
                <a:ext cx="645459" cy="369332"/>
              </a:xfrm>
              <a:prstGeom prst="rect">
                <a:avLst/>
              </a:prstGeom>
              <a:noFill/>
            </p:spPr>
            <p:txBody>
              <a:bodyPr wrap="square" rtlCol="0">
                <a:spAutoFit/>
              </a:bodyPr>
              <a:lstStyle/>
              <a:p>
                <a:pPr algn="ctr"/>
                <a:r>
                  <a:rPr lang="en-US" dirty="0"/>
                  <a:t>pc2</a:t>
                </a:r>
              </a:p>
            </p:txBody>
          </p:sp>
        </p:grpSp>
        <p:sp>
          <p:nvSpPr>
            <p:cNvPr id="8" name="Oval 102">
              <a:extLst>
                <a:ext uri="{FF2B5EF4-FFF2-40B4-BE49-F238E27FC236}">
                  <a16:creationId xmlns:a16="http://schemas.microsoft.com/office/drawing/2014/main" id="{E8735E4D-0661-284B-AC8B-0DA6223AD7CC}"/>
                </a:ext>
              </a:extLst>
            </p:cNvPr>
            <p:cNvSpPr>
              <a:spLocks noChangeArrowheads="1"/>
            </p:cNvSpPr>
            <p:nvPr/>
          </p:nvSpPr>
          <p:spPr bwMode="auto">
            <a:xfrm flipH="1">
              <a:off x="4751294" y="3133131"/>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dirty="0">
                  <a:latin typeface="Tahoma" panose="020B0604030504040204" pitchFamily="34" charset="0"/>
                </a:rPr>
                <a:t>B</a:t>
              </a:r>
            </a:p>
          </p:txBody>
        </p:sp>
      </p:grpSp>
      <p:grpSp>
        <p:nvGrpSpPr>
          <p:cNvPr id="89" name="Group 1">
            <a:extLst>
              <a:ext uri="{FF2B5EF4-FFF2-40B4-BE49-F238E27FC236}">
                <a16:creationId xmlns:a16="http://schemas.microsoft.com/office/drawing/2014/main" id="{381916C3-E44A-75A7-7D38-C3A6FC6C9D43}"/>
              </a:ext>
            </a:extLst>
          </p:cNvPr>
          <p:cNvGrpSpPr/>
          <p:nvPr/>
        </p:nvGrpSpPr>
        <p:grpSpPr>
          <a:xfrm>
            <a:off x="1663531" y="3195507"/>
            <a:ext cx="9548328" cy="2914723"/>
            <a:chOff x="4008795" y="2378845"/>
            <a:chExt cx="9548328" cy="2914723"/>
          </a:xfrm>
        </p:grpSpPr>
        <p:sp>
          <p:nvSpPr>
            <p:cNvPr id="90" name="Rectangle 4">
              <a:extLst>
                <a:ext uri="{FF2B5EF4-FFF2-40B4-BE49-F238E27FC236}">
                  <a16:creationId xmlns:a16="http://schemas.microsoft.com/office/drawing/2014/main" id="{5A0E0184-3F15-7A78-FD31-9D591AACF337}"/>
                </a:ext>
              </a:extLst>
            </p:cNvPr>
            <p:cNvSpPr/>
            <p:nvPr/>
          </p:nvSpPr>
          <p:spPr>
            <a:xfrm>
              <a:off x="4008795" y="2632081"/>
              <a:ext cx="9548328" cy="2661487"/>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sz="1400" noProof="0" dirty="0">
                  <a:solidFill>
                    <a:schemeClr val="bg1"/>
                  </a:solidFill>
                  <a:latin typeface="Lucida Console" panose="020B0609040504020204" pitchFamily="49" charset="0"/>
                </a:rPr>
                <a:t>root@router1:/# </a:t>
              </a:r>
              <a:r>
                <a:rPr lang="en-US" sz="1400" noProof="0" dirty="0" err="1">
                  <a:solidFill>
                    <a:schemeClr val="bg1"/>
                  </a:solidFill>
                  <a:latin typeface="Lucida Console" panose="020B0609040504020204" pitchFamily="49" charset="0"/>
                </a:rPr>
                <a:t>routel</a:t>
              </a:r>
              <a:endParaRPr lang="en-US" sz="1400" noProof="0" dirty="0">
                <a:solidFill>
                  <a:schemeClr val="bg1"/>
                </a:solidFill>
                <a:latin typeface="Lucida Console" panose="020B0609040504020204" pitchFamily="49" charset="0"/>
              </a:endParaRPr>
            </a:p>
            <a:p>
              <a:pPr eaLnBrk="1" hangingPunct="1"/>
              <a:r>
                <a:rPr lang="en-US" sz="1400" noProof="0" dirty="0" err="1">
                  <a:solidFill>
                    <a:schemeClr val="bg1"/>
                  </a:solidFill>
                  <a:latin typeface="Lucida Console" panose="020B0609040504020204" pitchFamily="49" charset="0"/>
                </a:rPr>
                <a:t>Dst</a:t>
              </a:r>
              <a:r>
                <a:rPr lang="en-US" sz="1400" noProof="0" dirty="0">
                  <a:solidFill>
                    <a:schemeClr val="bg1"/>
                  </a:solidFill>
                  <a:latin typeface="Lucida Console" panose="020B0609040504020204" pitchFamily="49" charset="0"/>
                </a:rPr>
                <a:t>             Gateway         </a:t>
              </a:r>
              <a:r>
                <a:rPr lang="en-US" sz="1400" noProof="0" dirty="0" err="1">
                  <a:solidFill>
                    <a:schemeClr val="bg1"/>
                  </a:solidFill>
                  <a:latin typeface="Lucida Console" panose="020B0609040504020204" pitchFamily="49" charset="0"/>
                </a:rPr>
                <a:t>Prefsrc</a:t>
              </a:r>
              <a:r>
                <a:rPr lang="en-US" sz="1400" noProof="0" dirty="0">
                  <a:solidFill>
                    <a:schemeClr val="bg1"/>
                  </a:solidFill>
                  <a:latin typeface="Lucida Console" panose="020B0609040504020204" pitchFamily="49" charset="0"/>
                </a:rPr>
                <a:t>         Protocol Scope   Dev              Table</a:t>
              </a:r>
            </a:p>
            <a:p>
              <a:pPr eaLnBrk="1" hangingPunct="1"/>
              <a:r>
                <a:rPr lang="en-US" sz="1400" noProof="0" dirty="0">
                  <a:solidFill>
                    <a:schemeClr val="bg1"/>
                  </a:solidFill>
                  <a:latin typeface="Lucida Console" panose="020B0609040504020204" pitchFamily="49" charset="0"/>
                </a:rPr>
                <a:t>default         10.0.0.1                                         eth1             </a:t>
              </a:r>
            </a:p>
            <a:p>
              <a:pPr eaLnBrk="1" hangingPunct="1"/>
              <a:r>
                <a:rPr lang="en-US" sz="1400" noProof="0" dirty="0">
                  <a:solidFill>
                    <a:schemeClr val="bg1"/>
                  </a:solidFill>
                  <a:latin typeface="Lucida Console" panose="020B0609040504020204" pitchFamily="49" charset="0"/>
                </a:rPr>
                <a:t>10.0.0.0/30                     10.0.0.2        kernel   link    eth1             </a:t>
              </a:r>
            </a:p>
            <a:p>
              <a:pPr eaLnBrk="1" hangingPunct="1"/>
              <a:r>
                <a:rPr lang="en-US" sz="1400" noProof="0" dirty="0">
                  <a:solidFill>
                    <a:schemeClr val="bg1"/>
                  </a:solidFill>
                  <a:latin typeface="Lucida Console" panose="020B0609040504020204" pitchFamily="49" charset="0"/>
                </a:rPr>
                <a:t>200.100.50.0/24                 200.100.50.1    kernel   link    eth0             </a:t>
              </a:r>
            </a:p>
            <a:p>
              <a:pPr eaLnBrk="1" hangingPunct="1"/>
              <a:r>
                <a:rPr lang="en-US" sz="1400" noProof="0" dirty="0">
                  <a:solidFill>
                    <a:schemeClr val="bg1"/>
                  </a:solidFill>
                  <a:latin typeface="Lucida Console" panose="020B0609040504020204" pitchFamily="49" charset="0"/>
                </a:rPr>
                <a:t>10.0.0.2                        10.0.0.2        kernel   host    eth1             local</a:t>
              </a:r>
            </a:p>
            <a:p>
              <a:pPr eaLnBrk="1" hangingPunct="1"/>
              <a:r>
                <a:rPr lang="en-US" sz="1400" noProof="0" dirty="0">
                  <a:solidFill>
                    <a:schemeClr val="bg1"/>
                  </a:solidFill>
                  <a:latin typeface="Lucida Console" panose="020B0609040504020204" pitchFamily="49" charset="0"/>
                </a:rPr>
                <a:t>10.0.0.3                        10.0.0.2        kernel   link    eth1             local</a:t>
              </a:r>
            </a:p>
            <a:p>
              <a:pPr eaLnBrk="1" hangingPunct="1"/>
              <a:r>
                <a:rPr lang="en-US" sz="1400" noProof="0" dirty="0">
                  <a:solidFill>
                    <a:schemeClr val="bg1"/>
                  </a:solidFill>
                  <a:latin typeface="Lucida Console" panose="020B0609040504020204" pitchFamily="49" charset="0"/>
                </a:rPr>
                <a:t>127.0.0.0/8                     127.0.0.1       kernel   host    lo               local</a:t>
              </a:r>
            </a:p>
            <a:p>
              <a:pPr eaLnBrk="1" hangingPunct="1"/>
              <a:r>
                <a:rPr lang="en-US" sz="1400" noProof="0" dirty="0">
                  <a:solidFill>
                    <a:schemeClr val="bg1"/>
                  </a:solidFill>
                  <a:latin typeface="Lucida Console" panose="020B0609040504020204" pitchFamily="49" charset="0"/>
                </a:rPr>
                <a:t>127.0.0.1                       127.0.0.1       kernel   host    lo               local</a:t>
              </a:r>
            </a:p>
            <a:p>
              <a:pPr eaLnBrk="1" hangingPunct="1"/>
              <a:r>
                <a:rPr lang="en-US" sz="1400" noProof="0" dirty="0">
                  <a:solidFill>
                    <a:schemeClr val="bg1"/>
                  </a:solidFill>
                  <a:latin typeface="Lucida Console" panose="020B0609040504020204" pitchFamily="49" charset="0"/>
                </a:rPr>
                <a:t>127.255.255.255                 127.0.0.1       kernel   link    lo               local</a:t>
              </a:r>
            </a:p>
            <a:p>
              <a:pPr eaLnBrk="1" hangingPunct="1"/>
              <a:r>
                <a:rPr lang="en-US" sz="1400" noProof="0" dirty="0">
                  <a:solidFill>
                    <a:schemeClr val="bg1"/>
                  </a:solidFill>
                  <a:latin typeface="Lucida Console" panose="020B0609040504020204" pitchFamily="49" charset="0"/>
                </a:rPr>
                <a:t>200.100.50.1                    200.100.50.1    kernel   host    eth0             local</a:t>
              </a:r>
            </a:p>
            <a:p>
              <a:pPr eaLnBrk="1" hangingPunct="1"/>
              <a:r>
                <a:rPr lang="en-US" sz="1400" noProof="0" dirty="0">
                  <a:solidFill>
                    <a:schemeClr val="bg1"/>
                  </a:solidFill>
                  <a:latin typeface="Lucida Console" panose="020B0609040504020204" pitchFamily="49" charset="0"/>
                </a:rPr>
                <a:t>200.100.50.255                  200.100.50.1    kernel   link    eth0             local</a:t>
              </a:r>
            </a:p>
          </p:txBody>
        </p:sp>
        <p:sp>
          <p:nvSpPr>
            <p:cNvPr id="91" name="Rectangle 5">
              <a:extLst>
                <a:ext uri="{FF2B5EF4-FFF2-40B4-BE49-F238E27FC236}">
                  <a16:creationId xmlns:a16="http://schemas.microsoft.com/office/drawing/2014/main" id="{130A4654-9103-B7E5-3286-9EFCD60FF63B}"/>
                </a:ext>
              </a:extLst>
            </p:cNvPr>
            <p:cNvSpPr/>
            <p:nvPr/>
          </p:nvSpPr>
          <p:spPr>
            <a:xfrm>
              <a:off x="4008795" y="2378845"/>
              <a:ext cx="9548328" cy="301050"/>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en-US" kern="0" noProof="0" dirty="0">
                  <a:solidFill>
                    <a:prstClr val="white"/>
                  </a:solidFill>
                  <a:latin typeface="Calibri" panose="020F0502020204030204"/>
                </a:rPr>
                <a:t>router1</a:t>
              </a:r>
            </a:p>
          </p:txBody>
        </p:sp>
        <p:grpSp>
          <p:nvGrpSpPr>
            <p:cNvPr id="92" name="Group 14">
              <a:extLst>
                <a:ext uri="{FF2B5EF4-FFF2-40B4-BE49-F238E27FC236}">
                  <a16:creationId xmlns:a16="http://schemas.microsoft.com/office/drawing/2014/main" id="{3EEAA28F-685C-A1D9-9EB7-E39ADF6EA87C}"/>
                </a:ext>
              </a:extLst>
            </p:cNvPr>
            <p:cNvGrpSpPr/>
            <p:nvPr/>
          </p:nvGrpSpPr>
          <p:grpSpPr>
            <a:xfrm>
              <a:off x="11594730" y="2462830"/>
              <a:ext cx="581348" cy="126235"/>
              <a:chOff x="8767051" y="2111809"/>
              <a:chExt cx="581348" cy="126235"/>
            </a:xfrm>
          </p:grpSpPr>
          <p:sp>
            <p:nvSpPr>
              <p:cNvPr id="93" name="Rectangle 15">
                <a:extLst>
                  <a:ext uri="{FF2B5EF4-FFF2-40B4-BE49-F238E27FC236}">
                    <a16:creationId xmlns:a16="http://schemas.microsoft.com/office/drawing/2014/main" id="{CCEA7E1E-F781-49A1-BB2A-06AA574ED83C}"/>
                  </a:ext>
                </a:extLst>
              </p:cNvPr>
              <p:cNvSpPr>
                <a:spLocks noChangeAspect="1"/>
              </p:cNvSpPr>
              <p:nvPr/>
            </p:nvSpPr>
            <p:spPr>
              <a:xfrm>
                <a:off x="9222399" y="2112044"/>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94" name="Rectangle 16">
                <a:extLst>
                  <a:ext uri="{FF2B5EF4-FFF2-40B4-BE49-F238E27FC236}">
                    <a16:creationId xmlns:a16="http://schemas.microsoft.com/office/drawing/2014/main" id="{28B4C2B4-52DE-E824-D55D-BBEC5A2901F7}"/>
                  </a:ext>
                </a:extLst>
              </p:cNvPr>
              <p:cNvSpPr>
                <a:spLocks noChangeAspect="1"/>
              </p:cNvSpPr>
              <p:nvPr/>
            </p:nvSpPr>
            <p:spPr>
              <a:xfrm>
                <a:off x="8767051" y="2111809"/>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95" name="Rectangle 17">
                <a:extLst>
                  <a:ext uri="{FF2B5EF4-FFF2-40B4-BE49-F238E27FC236}">
                    <a16:creationId xmlns:a16="http://schemas.microsoft.com/office/drawing/2014/main" id="{E0D71F48-0622-286A-1B8E-191EE82B5670}"/>
                  </a:ext>
                </a:extLst>
              </p:cNvPr>
              <p:cNvSpPr>
                <a:spLocks noChangeAspect="1"/>
              </p:cNvSpPr>
              <p:nvPr/>
            </p:nvSpPr>
            <p:spPr>
              <a:xfrm>
                <a:off x="8994725" y="2111809"/>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
        <p:nvSpPr>
          <p:cNvPr id="12" name="AutoShape 62">
            <a:extLst>
              <a:ext uri="{FF2B5EF4-FFF2-40B4-BE49-F238E27FC236}">
                <a16:creationId xmlns:a16="http://schemas.microsoft.com/office/drawing/2014/main" id="{5F33761D-BD31-14F4-1797-760B818B229C}"/>
              </a:ext>
            </a:extLst>
          </p:cNvPr>
          <p:cNvSpPr>
            <a:spLocks noChangeArrowheads="1"/>
          </p:cNvSpPr>
          <p:nvPr/>
        </p:nvSpPr>
        <p:spPr bwMode="auto">
          <a:xfrm>
            <a:off x="733880" y="3274979"/>
            <a:ext cx="3371387" cy="472871"/>
          </a:xfrm>
          <a:prstGeom prst="wedgeRoundRectCallout">
            <a:avLst>
              <a:gd name="adj1" fmla="val -6640"/>
              <a:gd name="adj2" fmla="val 267333"/>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dirty="0"/>
              <a:t>Broadcast address for LAN B</a:t>
            </a:r>
            <a:endParaRPr lang="en-US" sz="1600" noProof="0" dirty="0"/>
          </a:p>
        </p:txBody>
      </p:sp>
    </p:spTree>
    <p:extLst>
      <p:ext uri="{BB962C8B-B14F-4D97-AF65-F5344CB8AC3E}">
        <p14:creationId xmlns:p14="http://schemas.microsoft.com/office/powerpoint/2010/main" val="2057568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5999F-035E-9B31-8416-D459FC3AC8E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A8F4927-99B8-FFA1-FA69-CCE1D4B5F57F}"/>
              </a:ext>
            </a:extLst>
          </p:cNvPr>
          <p:cNvSpPr>
            <a:spLocks noGrp="1"/>
          </p:cNvSpPr>
          <p:nvPr>
            <p:ph type="title"/>
          </p:nvPr>
        </p:nvSpPr>
        <p:spPr/>
        <p:txBody>
          <a:bodyPr/>
          <a:lstStyle/>
          <a:p>
            <a:r>
              <a:rPr lang="en-US" dirty="0"/>
              <a:t>lab-2-lan: complete the configurations</a:t>
            </a:r>
          </a:p>
        </p:txBody>
      </p:sp>
      <p:sp>
        <p:nvSpPr>
          <p:cNvPr id="4" name="Segnaposto data 3">
            <a:extLst>
              <a:ext uri="{FF2B5EF4-FFF2-40B4-BE49-F238E27FC236}">
                <a16:creationId xmlns:a16="http://schemas.microsoft.com/office/drawing/2014/main" id="{AEC69488-02A7-6817-88B7-30605BABF144}"/>
              </a:ext>
            </a:extLst>
          </p:cNvPr>
          <p:cNvSpPr>
            <a:spLocks noGrp="1"/>
          </p:cNvSpPr>
          <p:nvPr>
            <p:ph type="dt" sz="half" idx="10"/>
          </p:nvPr>
        </p:nvSpPr>
        <p:spPr/>
        <p:txBody>
          <a:bodyPr/>
          <a:lstStyle/>
          <a:p>
            <a:pPr>
              <a:defRPr/>
            </a:pPr>
            <a:r>
              <a:rPr lang="en-US" altLang="it-IT" dirty="0"/>
              <a:t>last update: Nov 2025</a:t>
            </a:r>
            <a:endParaRPr lang="it-IT" altLang="it-IT" dirty="0"/>
          </a:p>
        </p:txBody>
      </p:sp>
      <p:sp>
        <p:nvSpPr>
          <p:cNvPr id="5" name="Segnaposto piè di pagina 4">
            <a:extLst>
              <a:ext uri="{FF2B5EF4-FFF2-40B4-BE49-F238E27FC236}">
                <a16:creationId xmlns:a16="http://schemas.microsoft.com/office/drawing/2014/main" id="{F5D83B12-8183-79D6-2E9F-E3106A08DDB2}"/>
              </a:ext>
            </a:extLst>
          </p:cNvPr>
          <p:cNvSpPr>
            <a:spLocks noGrp="1"/>
          </p:cNvSpPr>
          <p:nvPr>
            <p:ph type="ftr" sz="quarter" idx="11"/>
          </p:nvPr>
        </p:nvSpPr>
        <p:spPr/>
        <p:txBody>
          <a:bodyPr/>
          <a:lstStyle/>
          <a:p>
            <a:pPr>
              <a:defRPr/>
            </a:pPr>
            <a:r>
              <a:rPr lang="it-IT" altLang="it-IT"/>
              <a:t>kathara – [ lab: basic-ipv4 ]</a:t>
            </a:r>
            <a:endParaRPr lang="it-IT" altLang="it-IT" dirty="0"/>
          </a:p>
        </p:txBody>
      </p:sp>
      <p:grpSp>
        <p:nvGrpSpPr>
          <p:cNvPr id="3" name="Gruppo 2">
            <a:extLst>
              <a:ext uri="{FF2B5EF4-FFF2-40B4-BE49-F238E27FC236}">
                <a16:creationId xmlns:a16="http://schemas.microsoft.com/office/drawing/2014/main" id="{FD2749CA-C109-ECE6-DBAC-29B349ACC98E}"/>
              </a:ext>
            </a:extLst>
          </p:cNvPr>
          <p:cNvGrpSpPr/>
          <p:nvPr/>
        </p:nvGrpSpPr>
        <p:grpSpPr>
          <a:xfrm>
            <a:off x="2198594" y="3687669"/>
            <a:ext cx="7620000" cy="1908175"/>
            <a:chOff x="2160494" y="2744694"/>
            <a:chExt cx="7620000" cy="1908175"/>
          </a:xfrm>
        </p:grpSpPr>
        <p:grpSp>
          <p:nvGrpSpPr>
            <p:cNvPr id="6" name="Gruppo 5">
              <a:extLst>
                <a:ext uri="{FF2B5EF4-FFF2-40B4-BE49-F238E27FC236}">
                  <a16:creationId xmlns:a16="http://schemas.microsoft.com/office/drawing/2014/main" id="{A736B7CE-AC1D-C80C-F70F-5ADD7553BB01}"/>
                </a:ext>
              </a:extLst>
            </p:cNvPr>
            <p:cNvGrpSpPr/>
            <p:nvPr/>
          </p:nvGrpSpPr>
          <p:grpSpPr>
            <a:xfrm>
              <a:off x="2160494" y="2744694"/>
              <a:ext cx="7620000" cy="1908175"/>
              <a:chOff x="2160494" y="1592169"/>
              <a:chExt cx="7620000" cy="1908175"/>
            </a:xfrm>
          </p:grpSpPr>
          <p:grpSp>
            <p:nvGrpSpPr>
              <p:cNvPr id="8" name="Group 126">
                <a:extLst>
                  <a:ext uri="{FF2B5EF4-FFF2-40B4-BE49-F238E27FC236}">
                    <a16:creationId xmlns:a16="http://schemas.microsoft.com/office/drawing/2014/main" id="{18B34A4E-0EAE-5D21-F361-36C1EDC4F0BE}"/>
                  </a:ext>
                </a:extLst>
              </p:cNvPr>
              <p:cNvGrpSpPr>
                <a:grpSpLocks/>
              </p:cNvGrpSpPr>
              <p:nvPr/>
            </p:nvGrpSpPr>
            <p:grpSpPr bwMode="auto">
              <a:xfrm>
                <a:off x="2160494" y="1592169"/>
                <a:ext cx="7620000" cy="1908175"/>
                <a:chOff x="336" y="2820"/>
                <a:chExt cx="4800" cy="1202"/>
              </a:xfrm>
            </p:grpSpPr>
            <p:sp>
              <p:nvSpPr>
                <p:cNvPr id="11" name="Line 38">
                  <a:extLst>
                    <a:ext uri="{FF2B5EF4-FFF2-40B4-BE49-F238E27FC236}">
                      <a16:creationId xmlns:a16="http://schemas.microsoft.com/office/drawing/2014/main" id="{F97D5109-EAEC-328B-D899-354A22080674}"/>
                    </a:ext>
                  </a:extLst>
                </p:cNvPr>
                <p:cNvSpPr>
                  <a:spLocks noChangeShapeType="1"/>
                </p:cNvSpPr>
                <p:nvPr/>
              </p:nvSpPr>
              <p:spPr bwMode="auto">
                <a:xfrm flipH="1">
                  <a:off x="336" y="3183"/>
                  <a:ext cx="6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39">
                  <a:extLst>
                    <a:ext uri="{FF2B5EF4-FFF2-40B4-BE49-F238E27FC236}">
                      <a16:creationId xmlns:a16="http://schemas.microsoft.com/office/drawing/2014/main" id="{9BE1780E-0BA7-C937-E02D-CB32F86DC28D}"/>
                    </a:ext>
                  </a:extLst>
                </p:cNvPr>
                <p:cNvSpPr>
                  <a:spLocks noChangeShapeType="1"/>
                </p:cNvSpPr>
                <p:nvPr/>
              </p:nvSpPr>
              <p:spPr bwMode="auto">
                <a:xfrm flipH="1">
                  <a:off x="1296" y="3166"/>
                  <a:ext cx="177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40">
                  <a:extLst>
                    <a:ext uri="{FF2B5EF4-FFF2-40B4-BE49-F238E27FC236}">
                      <a16:creationId xmlns:a16="http://schemas.microsoft.com/office/drawing/2014/main" id="{09687496-951A-D7D5-0488-E3B2874B9508}"/>
                    </a:ext>
                  </a:extLst>
                </p:cNvPr>
                <p:cNvSpPr>
                  <a:spLocks noChangeShapeType="1"/>
                </p:cNvSpPr>
                <p:nvPr/>
              </p:nvSpPr>
              <p:spPr bwMode="auto">
                <a:xfrm flipH="1">
                  <a:off x="3840" y="3300"/>
                  <a:ext cx="1"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4" name="Picture 41">
                  <a:extLst>
                    <a:ext uri="{FF2B5EF4-FFF2-40B4-BE49-F238E27FC236}">
                      <a16:creationId xmlns:a16="http://schemas.microsoft.com/office/drawing/2014/main" id="{4C77922B-F0E2-C68A-BCEC-DDD5B4C4645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1" y="2820"/>
                  <a:ext cx="57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Line 44">
                  <a:extLst>
                    <a:ext uri="{FF2B5EF4-FFF2-40B4-BE49-F238E27FC236}">
                      <a16:creationId xmlns:a16="http://schemas.microsoft.com/office/drawing/2014/main" id="{44F5D6CF-3234-0714-E44E-AE8422C4CD64}"/>
                    </a:ext>
                  </a:extLst>
                </p:cNvPr>
                <p:cNvSpPr>
                  <a:spLocks noChangeShapeType="1"/>
                </p:cNvSpPr>
                <p:nvPr/>
              </p:nvSpPr>
              <p:spPr bwMode="auto">
                <a:xfrm flipH="1">
                  <a:off x="3025" y="3348"/>
                  <a:ext cx="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8" name="Group 45">
                  <a:extLst>
                    <a:ext uri="{FF2B5EF4-FFF2-40B4-BE49-F238E27FC236}">
                      <a16:creationId xmlns:a16="http://schemas.microsoft.com/office/drawing/2014/main" id="{3E7B43F0-B3E8-7A6D-26B5-77090288D6B0}"/>
                    </a:ext>
                  </a:extLst>
                </p:cNvPr>
                <p:cNvGrpSpPr>
                  <a:grpSpLocks/>
                </p:cNvGrpSpPr>
                <p:nvPr/>
              </p:nvGrpSpPr>
              <p:grpSpPr bwMode="auto">
                <a:xfrm>
                  <a:off x="2691" y="2974"/>
                  <a:ext cx="624" cy="384"/>
                  <a:chOff x="3792" y="3408"/>
                  <a:chExt cx="960" cy="528"/>
                </a:xfrm>
              </p:grpSpPr>
              <p:sp>
                <p:nvSpPr>
                  <p:cNvPr id="60" name="AutoShape 46">
                    <a:extLst>
                      <a:ext uri="{FF2B5EF4-FFF2-40B4-BE49-F238E27FC236}">
                        <a16:creationId xmlns:a16="http://schemas.microsoft.com/office/drawing/2014/main" id="{828268D3-F37F-0E98-1B54-E2E3FE4AFCE2}"/>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a:p>
                </p:txBody>
              </p:sp>
              <p:grpSp>
                <p:nvGrpSpPr>
                  <p:cNvPr id="61" name="Group 47">
                    <a:extLst>
                      <a:ext uri="{FF2B5EF4-FFF2-40B4-BE49-F238E27FC236}">
                        <a16:creationId xmlns:a16="http://schemas.microsoft.com/office/drawing/2014/main" id="{E22B9AF3-893C-8B9A-9046-D72EED77F827}"/>
                      </a:ext>
                    </a:extLst>
                  </p:cNvPr>
                  <p:cNvGrpSpPr>
                    <a:grpSpLocks noChangeAspect="1"/>
                  </p:cNvGrpSpPr>
                  <p:nvPr/>
                </p:nvGrpSpPr>
                <p:grpSpPr bwMode="auto">
                  <a:xfrm>
                    <a:off x="3968" y="3441"/>
                    <a:ext cx="599" cy="207"/>
                    <a:chOff x="422" y="1632"/>
                    <a:chExt cx="829" cy="298"/>
                  </a:xfrm>
                </p:grpSpPr>
                <p:grpSp>
                  <p:nvGrpSpPr>
                    <p:cNvPr id="63" name="Group 48">
                      <a:extLst>
                        <a:ext uri="{FF2B5EF4-FFF2-40B4-BE49-F238E27FC236}">
                          <a16:creationId xmlns:a16="http://schemas.microsoft.com/office/drawing/2014/main" id="{11E52D8E-83FC-5DFA-A997-8E174F52A08D}"/>
                        </a:ext>
                      </a:extLst>
                    </p:cNvPr>
                    <p:cNvGrpSpPr>
                      <a:grpSpLocks noChangeAspect="1"/>
                    </p:cNvGrpSpPr>
                    <p:nvPr/>
                  </p:nvGrpSpPr>
                  <p:grpSpPr bwMode="auto">
                    <a:xfrm>
                      <a:off x="422" y="1632"/>
                      <a:ext cx="822" cy="291"/>
                      <a:chOff x="422" y="1632"/>
                      <a:chExt cx="822" cy="291"/>
                    </a:xfrm>
                  </p:grpSpPr>
                  <p:sp>
                    <p:nvSpPr>
                      <p:cNvPr id="73" name="Freeform 49">
                        <a:extLst>
                          <a:ext uri="{FF2B5EF4-FFF2-40B4-BE49-F238E27FC236}">
                            <a16:creationId xmlns:a16="http://schemas.microsoft.com/office/drawing/2014/main" id="{2197B66D-76B1-6CCE-73EB-9DFA5AECBF87}"/>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50">
                        <a:extLst>
                          <a:ext uri="{FF2B5EF4-FFF2-40B4-BE49-F238E27FC236}">
                            <a16:creationId xmlns:a16="http://schemas.microsoft.com/office/drawing/2014/main" id="{97B888E5-9523-4199-6CB4-FC418552DAE1}"/>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 name="Freeform 51">
                        <a:extLst>
                          <a:ext uri="{FF2B5EF4-FFF2-40B4-BE49-F238E27FC236}">
                            <a16:creationId xmlns:a16="http://schemas.microsoft.com/office/drawing/2014/main" id="{8D7F62D2-1348-1556-FFA4-21620D20D4EB}"/>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6" name="Freeform 52">
                        <a:extLst>
                          <a:ext uri="{FF2B5EF4-FFF2-40B4-BE49-F238E27FC236}">
                            <a16:creationId xmlns:a16="http://schemas.microsoft.com/office/drawing/2014/main" id="{FC00D41A-C3B1-1497-3E54-764EC2A152AF}"/>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 name="Freeform 53">
                        <a:extLst>
                          <a:ext uri="{FF2B5EF4-FFF2-40B4-BE49-F238E27FC236}">
                            <a16:creationId xmlns:a16="http://schemas.microsoft.com/office/drawing/2014/main" id="{21AB2554-BE3C-B6F5-F534-1CE9671727FC}"/>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54">
                        <a:extLst>
                          <a:ext uri="{FF2B5EF4-FFF2-40B4-BE49-F238E27FC236}">
                            <a16:creationId xmlns:a16="http://schemas.microsoft.com/office/drawing/2014/main" id="{E26594D6-2225-543F-1C5E-AF241233A6B6}"/>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9" name="Freeform 55">
                        <a:extLst>
                          <a:ext uri="{FF2B5EF4-FFF2-40B4-BE49-F238E27FC236}">
                            <a16:creationId xmlns:a16="http://schemas.microsoft.com/office/drawing/2014/main" id="{5961934E-72A1-220B-8F98-5C0346C650EB}"/>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0" name="Freeform 56">
                        <a:extLst>
                          <a:ext uri="{FF2B5EF4-FFF2-40B4-BE49-F238E27FC236}">
                            <a16:creationId xmlns:a16="http://schemas.microsoft.com/office/drawing/2014/main" id="{C4C2B6C1-3654-24F6-F172-C58AC3A0C6E8}"/>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4" name="Group 57">
                      <a:extLst>
                        <a:ext uri="{FF2B5EF4-FFF2-40B4-BE49-F238E27FC236}">
                          <a16:creationId xmlns:a16="http://schemas.microsoft.com/office/drawing/2014/main" id="{13D569D0-28BE-A982-FCD7-F7640F9DCCBE}"/>
                        </a:ext>
                      </a:extLst>
                    </p:cNvPr>
                    <p:cNvGrpSpPr>
                      <a:grpSpLocks noChangeAspect="1"/>
                    </p:cNvGrpSpPr>
                    <p:nvPr/>
                  </p:nvGrpSpPr>
                  <p:grpSpPr bwMode="auto">
                    <a:xfrm>
                      <a:off x="429" y="1639"/>
                      <a:ext cx="822" cy="291"/>
                      <a:chOff x="429" y="1639"/>
                      <a:chExt cx="822" cy="291"/>
                    </a:xfrm>
                  </p:grpSpPr>
                  <p:sp>
                    <p:nvSpPr>
                      <p:cNvPr id="65" name="Freeform 58">
                        <a:extLst>
                          <a:ext uri="{FF2B5EF4-FFF2-40B4-BE49-F238E27FC236}">
                            <a16:creationId xmlns:a16="http://schemas.microsoft.com/office/drawing/2014/main" id="{D5505D6A-4484-5EFD-C132-65E5EB0CF5AD}"/>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 name="Freeform 59">
                        <a:extLst>
                          <a:ext uri="{FF2B5EF4-FFF2-40B4-BE49-F238E27FC236}">
                            <a16:creationId xmlns:a16="http://schemas.microsoft.com/office/drawing/2014/main" id="{0EF72594-CFFD-898B-34E0-5D1684F893B0}"/>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 name="Freeform 60">
                        <a:extLst>
                          <a:ext uri="{FF2B5EF4-FFF2-40B4-BE49-F238E27FC236}">
                            <a16:creationId xmlns:a16="http://schemas.microsoft.com/office/drawing/2014/main" id="{C534FA87-C440-9DC3-3F24-ADFC01ADF5C2}"/>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 name="Freeform 61">
                        <a:extLst>
                          <a:ext uri="{FF2B5EF4-FFF2-40B4-BE49-F238E27FC236}">
                            <a16:creationId xmlns:a16="http://schemas.microsoft.com/office/drawing/2014/main" id="{B2E898AB-A0B6-C4D9-1207-425FEFC18961}"/>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 name="Freeform 62">
                        <a:extLst>
                          <a:ext uri="{FF2B5EF4-FFF2-40B4-BE49-F238E27FC236}">
                            <a16:creationId xmlns:a16="http://schemas.microsoft.com/office/drawing/2014/main" id="{A5D9062D-2700-E672-8C56-F3393542EF3B}"/>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 name="Freeform 63">
                        <a:extLst>
                          <a:ext uri="{FF2B5EF4-FFF2-40B4-BE49-F238E27FC236}">
                            <a16:creationId xmlns:a16="http://schemas.microsoft.com/office/drawing/2014/main" id="{BF67B196-6EDA-2E8E-3899-10C02F88B2BC}"/>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 name="Freeform 64">
                        <a:extLst>
                          <a:ext uri="{FF2B5EF4-FFF2-40B4-BE49-F238E27FC236}">
                            <a16:creationId xmlns:a16="http://schemas.microsoft.com/office/drawing/2014/main" id="{F96CE80E-458C-B032-4349-4C0A581B07F4}"/>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65">
                        <a:extLst>
                          <a:ext uri="{FF2B5EF4-FFF2-40B4-BE49-F238E27FC236}">
                            <a16:creationId xmlns:a16="http://schemas.microsoft.com/office/drawing/2014/main" id="{83C941CB-05B9-7559-577B-E3AACEB32ECB}"/>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62" name="WordArt 66">
                    <a:extLst>
                      <a:ext uri="{FF2B5EF4-FFF2-40B4-BE49-F238E27FC236}">
                        <a16:creationId xmlns:a16="http://schemas.microsoft.com/office/drawing/2014/main" id="{81EE1304-9A20-3396-FFAF-E3659D83D727}"/>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1</a:t>
                    </a:r>
                  </a:p>
                </p:txBody>
              </p:sp>
            </p:grpSp>
            <p:sp>
              <p:nvSpPr>
                <p:cNvPr id="19" name="Text Box 67">
                  <a:extLst>
                    <a:ext uri="{FF2B5EF4-FFF2-40B4-BE49-F238E27FC236}">
                      <a16:creationId xmlns:a16="http://schemas.microsoft.com/office/drawing/2014/main" id="{DED18B4D-2112-D876-A59D-C7E4B3393B6B}"/>
                    </a:ext>
                  </a:extLst>
                </p:cNvPr>
                <p:cNvSpPr txBox="1">
                  <a:spLocks noChangeArrowheads="1"/>
                </p:cNvSpPr>
                <p:nvPr/>
              </p:nvSpPr>
              <p:spPr bwMode="auto">
                <a:xfrm>
                  <a:off x="3313" y="3770"/>
                  <a:ext cx="91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X.X.X.X/25</a:t>
                  </a:r>
                </a:p>
              </p:txBody>
            </p:sp>
            <p:grpSp>
              <p:nvGrpSpPr>
                <p:cNvPr id="20" name="Group 68">
                  <a:extLst>
                    <a:ext uri="{FF2B5EF4-FFF2-40B4-BE49-F238E27FC236}">
                      <a16:creationId xmlns:a16="http://schemas.microsoft.com/office/drawing/2014/main" id="{4FEB6C68-14B4-E568-0D83-9D1C03768E5A}"/>
                    </a:ext>
                  </a:extLst>
                </p:cNvPr>
                <p:cNvGrpSpPr>
                  <a:grpSpLocks/>
                </p:cNvGrpSpPr>
                <p:nvPr/>
              </p:nvGrpSpPr>
              <p:grpSpPr bwMode="auto">
                <a:xfrm>
                  <a:off x="816" y="2974"/>
                  <a:ext cx="624" cy="384"/>
                  <a:chOff x="3792" y="3408"/>
                  <a:chExt cx="960" cy="528"/>
                </a:xfrm>
              </p:grpSpPr>
              <p:sp>
                <p:nvSpPr>
                  <p:cNvPr id="39" name="AutoShape 69">
                    <a:extLst>
                      <a:ext uri="{FF2B5EF4-FFF2-40B4-BE49-F238E27FC236}">
                        <a16:creationId xmlns:a16="http://schemas.microsoft.com/office/drawing/2014/main" id="{73A558F5-5840-2515-A6DC-D44631A927F0}"/>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dirty="0"/>
                  </a:p>
                </p:txBody>
              </p:sp>
              <p:grpSp>
                <p:nvGrpSpPr>
                  <p:cNvPr id="40" name="Group 70">
                    <a:extLst>
                      <a:ext uri="{FF2B5EF4-FFF2-40B4-BE49-F238E27FC236}">
                        <a16:creationId xmlns:a16="http://schemas.microsoft.com/office/drawing/2014/main" id="{E3C67089-329B-1106-EAED-0EDCFAAA7CC7}"/>
                      </a:ext>
                    </a:extLst>
                  </p:cNvPr>
                  <p:cNvGrpSpPr>
                    <a:grpSpLocks noChangeAspect="1"/>
                  </p:cNvGrpSpPr>
                  <p:nvPr/>
                </p:nvGrpSpPr>
                <p:grpSpPr bwMode="auto">
                  <a:xfrm>
                    <a:off x="3968" y="3441"/>
                    <a:ext cx="599" cy="207"/>
                    <a:chOff x="422" y="1632"/>
                    <a:chExt cx="829" cy="298"/>
                  </a:xfrm>
                </p:grpSpPr>
                <p:grpSp>
                  <p:nvGrpSpPr>
                    <p:cNvPr id="42" name="Group 71">
                      <a:extLst>
                        <a:ext uri="{FF2B5EF4-FFF2-40B4-BE49-F238E27FC236}">
                          <a16:creationId xmlns:a16="http://schemas.microsoft.com/office/drawing/2014/main" id="{146B6924-31D5-0EFA-523C-FFCAA3783B48}"/>
                        </a:ext>
                      </a:extLst>
                    </p:cNvPr>
                    <p:cNvGrpSpPr>
                      <a:grpSpLocks noChangeAspect="1"/>
                    </p:cNvGrpSpPr>
                    <p:nvPr/>
                  </p:nvGrpSpPr>
                  <p:grpSpPr bwMode="auto">
                    <a:xfrm>
                      <a:off x="422" y="1632"/>
                      <a:ext cx="822" cy="291"/>
                      <a:chOff x="422" y="1632"/>
                      <a:chExt cx="822" cy="291"/>
                    </a:xfrm>
                  </p:grpSpPr>
                  <p:sp>
                    <p:nvSpPr>
                      <p:cNvPr id="52" name="Freeform 72">
                        <a:extLst>
                          <a:ext uri="{FF2B5EF4-FFF2-40B4-BE49-F238E27FC236}">
                            <a16:creationId xmlns:a16="http://schemas.microsoft.com/office/drawing/2014/main" id="{239946BC-2BE5-4BC9-EFDD-50D67A106FC5}"/>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73">
                        <a:extLst>
                          <a:ext uri="{FF2B5EF4-FFF2-40B4-BE49-F238E27FC236}">
                            <a16:creationId xmlns:a16="http://schemas.microsoft.com/office/drawing/2014/main" id="{15E27F89-96CA-7879-3705-DB0208DF4946}"/>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74">
                        <a:extLst>
                          <a:ext uri="{FF2B5EF4-FFF2-40B4-BE49-F238E27FC236}">
                            <a16:creationId xmlns:a16="http://schemas.microsoft.com/office/drawing/2014/main" id="{8D8622E8-003C-68AD-6CB2-F268396C3451}"/>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75">
                        <a:extLst>
                          <a:ext uri="{FF2B5EF4-FFF2-40B4-BE49-F238E27FC236}">
                            <a16:creationId xmlns:a16="http://schemas.microsoft.com/office/drawing/2014/main" id="{A88BCE51-57C4-8480-85EA-4531BC483118}"/>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76">
                        <a:extLst>
                          <a:ext uri="{FF2B5EF4-FFF2-40B4-BE49-F238E27FC236}">
                            <a16:creationId xmlns:a16="http://schemas.microsoft.com/office/drawing/2014/main" id="{2A2EDEAF-127A-4034-A6F4-A6ADC927AD29}"/>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77">
                        <a:extLst>
                          <a:ext uri="{FF2B5EF4-FFF2-40B4-BE49-F238E27FC236}">
                            <a16:creationId xmlns:a16="http://schemas.microsoft.com/office/drawing/2014/main" id="{C3719810-14D5-E5BC-D2F2-CF98DA89F338}"/>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 name="Freeform 78">
                        <a:extLst>
                          <a:ext uri="{FF2B5EF4-FFF2-40B4-BE49-F238E27FC236}">
                            <a16:creationId xmlns:a16="http://schemas.microsoft.com/office/drawing/2014/main" id="{F5E7221A-B3F1-9FA1-2980-1D0F042B5791}"/>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79">
                        <a:extLst>
                          <a:ext uri="{FF2B5EF4-FFF2-40B4-BE49-F238E27FC236}">
                            <a16:creationId xmlns:a16="http://schemas.microsoft.com/office/drawing/2014/main" id="{D62DD8FE-F2C3-D3A1-F3DF-BFA4D875C7F3}"/>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3" name="Group 80">
                      <a:extLst>
                        <a:ext uri="{FF2B5EF4-FFF2-40B4-BE49-F238E27FC236}">
                          <a16:creationId xmlns:a16="http://schemas.microsoft.com/office/drawing/2014/main" id="{81DDA5C7-706F-B543-BBD0-23D8AE5F89A9}"/>
                        </a:ext>
                      </a:extLst>
                    </p:cNvPr>
                    <p:cNvGrpSpPr>
                      <a:grpSpLocks noChangeAspect="1"/>
                    </p:cNvGrpSpPr>
                    <p:nvPr/>
                  </p:nvGrpSpPr>
                  <p:grpSpPr bwMode="auto">
                    <a:xfrm>
                      <a:off x="429" y="1639"/>
                      <a:ext cx="822" cy="291"/>
                      <a:chOff x="429" y="1639"/>
                      <a:chExt cx="822" cy="291"/>
                    </a:xfrm>
                  </p:grpSpPr>
                  <p:sp>
                    <p:nvSpPr>
                      <p:cNvPr id="44" name="Freeform 81">
                        <a:extLst>
                          <a:ext uri="{FF2B5EF4-FFF2-40B4-BE49-F238E27FC236}">
                            <a16:creationId xmlns:a16="http://schemas.microsoft.com/office/drawing/2014/main" id="{449AC766-416A-33CD-50D0-CABFD6036D14}"/>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82">
                        <a:extLst>
                          <a:ext uri="{FF2B5EF4-FFF2-40B4-BE49-F238E27FC236}">
                            <a16:creationId xmlns:a16="http://schemas.microsoft.com/office/drawing/2014/main" id="{16CB2B80-234D-AEA7-6AAC-C85AD72C1628}"/>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83">
                        <a:extLst>
                          <a:ext uri="{FF2B5EF4-FFF2-40B4-BE49-F238E27FC236}">
                            <a16:creationId xmlns:a16="http://schemas.microsoft.com/office/drawing/2014/main" id="{3D9B1033-B93B-FFEF-C61E-0A0E03EE1B16}"/>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Freeform 84">
                        <a:extLst>
                          <a:ext uri="{FF2B5EF4-FFF2-40B4-BE49-F238E27FC236}">
                            <a16:creationId xmlns:a16="http://schemas.microsoft.com/office/drawing/2014/main" id="{541E224B-6AFA-5C18-89F2-3A00DE7137E7}"/>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 name="Freeform 85">
                        <a:extLst>
                          <a:ext uri="{FF2B5EF4-FFF2-40B4-BE49-F238E27FC236}">
                            <a16:creationId xmlns:a16="http://schemas.microsoft.com/office/drawing/2014/main" id="{14634E2B-8950-B3EC-8849-7DB54C9547C4}"/>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 name="Freeform 86">
                        <a:extLst>
                          <a:ext uri="{FF2B5EF4-FFF2-40B4-BE49-F238E27FC236}">
                            <a16:creationId xmlns:a16="http://schemas.microsoft.com/office/drawing/2014/main" id="{BE62BE81-67E1-EC4E-2039-7C325EFCC23F}"/>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 name="Freeform 87">
                        <a:extLst>
                          <a:ext uri="{FF2B5EF4-FFF2-40B4-BE49-F238E27FC236}">
                            <a16:creationId xmlns:a16="http://schemas.microsoft.com/office/drawing/2014/main" id="{8830BA07-0360-1F06-9667-9B2CC57A35B6}"/>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88">
                        <a:extLst>
                          <a:ext uri="{FF2B5EF4-FFF2-40B4-BE49-F238E27FC236}">
                            <a16:creationId xmlns:a16="http://schemas.microsoft.com/office/drawing/2014/main" id="{23D46CA3-1058-8D36-8886-D295EA3D7B07}"/>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1" name="WordArt 89">
                    <a:extLst>
                      <a:ext uri="{FF2B5EF4-FFF2-40B4-BE49-F238E27FC236}">
                        <a16:creationId xmlns:a16="http://schemas.microsoft.com/office/drawing/2014/main" id="{C8AF68EA-E7D6-1D70-97B3-5256EEDF2E8B}"/>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2</a:t>
                    </a:r>
                  </a:p>
                </p:txBody>
              </p:sp>
            </p:grpSp>
            <p:sp>
              <p:nvSpPr>
                <p:cNvPr id="21" name="Text Box 91">
                  <a:extLst>
                    <a:ext uri="{FF2B5EF4-FFF2-40B4-BE49-F238E27FC236}">
                      <a16:creationId xmlns:a16="http://schemas.microsoft.com/office/drawing/2014/main" id="{5DCF382A-DA4A-61D6-4F2D-66E02D17A6A3}"/>
                    </a:ext>
                  </a:extLst>
                </p:cNvPr>
                <p:cNvSpPr txBox="1">
                  <a:spLocks noChangeArrowheads="1"/>
                </p:cNvSpPr>
                <p:nvPr/>
              </p:nvSpPr>
              <p:spPr bwMode="auto">
                <a:xfrm>
                  <a:off x="1704" y="3204"/>
                  <a:ext cx="84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10.0.3.0/30</a:t>
                  </a:r>
                </a:p>
              </p:txBody>
            </p:sp>
            <p:grpSp>
              <p:nvGrpSpPr>
                <p:cNvPr id="22" name="Group 92">
                  <a:extLst>
                    <a:ext uri="{FF2B5EF4-FFF2-40B4-BE49-F238E27FC236}">
                      <a16:creationId xmlns:a16="http://schemas.microsoft.com/office/drawing/2014/main" id="{4783E7B7-874E-3C1B-19B2-D0A551B02201}"/>
                    </a:ext>
                  </a:extLst>
                </p:cNvPr>
                <p:cNvGrpSpPr>
                  <a:grpSpLocks/>
                </p:cNvGrpSpPr>
                <p:nvPr/>
              </p:nvGrpSpPr>
              <p:grpSpPr bwMode="auto">
                <a:xfrm>
                  <a:off x="1488" y="2820"/>
                  <a:ext cx="288" cy="240"/>
                  <a:chOff x="144" y="3264"/>
                  <a:chExt cx="288" cy="240"/>
                </a:xfrm>
              </p:grpSpPr>
              <p:sp>
                <p:nvSpPr>
                  <p:cNvPr id="37" name="Rectangle 93">
                    <a:extLst>
                      <a:ext uri="{FF2B5EF4-FFF2-40B4-BE49-F238E27FC236}">
                        <a16:creationId xmlns:a16="http://schemas.microsoft.com/office/drawing/2014/main" id="{C8C80CFA-3AED-582D-17B8-593496471CB2}"/>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38" name="Rectangle 94">
                    <a:extLst>
                      <a:ext uri="{FF2B5EF4-FFF2-40B4-BE49-F238E27FC236}">
                        <a16:creationId xmlns:a16="http://schemas.microsoft.com/office/drawing/2014/main" id="{144AD7C3-B7E5-B99F-4329-CD6F7D05DF76}"/>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2</a:t>
                    </a:r>
                  </a:p>
                </p:txBody>
              </p:sp>
            </p:grpSp>
            <p:grpSp>
              <p:nvGrpSpPr>
                <p:cNvPr id="23" name="Group 95">
                  <a:extLst>
                    <a:ext uri="{FF2B5EF4-FFF2-40B4-BE49-F238E27FC236}">
                      <a16:creationId xmlns:a16="http://schemas.microsoft.com/office/drawing/2014/main" id="{CB910800-3717-F7CA-33BD-411F29E061ED}"/>
                    </a:ext>
                  </a:extLst>
                </p:cNvPr>
                <p:cNvGrpSpPr>
                  <a:grpSpLocks/>
                </p:cNvGrpSpPr>
                <p:nvPr/>
              </p:nvGrpSpPr>
              <p:grpSpPr bwMode="auto">
                <a:xfrm>
                  <a:off x="2352" y="2820"/>
                  <a:ext cx="288" cy="240"/>
                  <a:chOff x="144" y="3264"/>
                  <a:chExt cx="288" cy="240"/>
                </a:xfrm>
              </p:grpSpPr>
              <p:sp>
                <p:nvSpPr>
                  <p:cNvPr id="35" name="Rectangle 96">
                    <a:extLst>
                      <a:ext uri="{FF2B5EF4-FFF2-40B4-BE49-F238E27FC236}">
                        <a16:creationId xmlns:a16="http://schemas.microsoft.com/office/drawing/2014/main" id="{517DB0EB-B8DF-F0BA-52DC-7DE2FBC7CC7A}"/>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eth2</a:t>
                    </a:r>
                  </a:p>
                </p:txBody>
              </p:sp>
              <p:sp>
                <p:nvSpPr>
                  <p:cNvPr id="36" name="Rectangle 97">
                    <a:extLst>
                      <a:ext uri="{FF2B5EF4-FFF2-40B4-BE49-F238E27FC236}">
                        <a16:creationId xmlns:a16="http://schemas.microsoft.com/office/drawing/2014/main" id="{820189B2-82E0-DEC5-BCCB-E8ABDBB7978A}"/>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x</a:t>
                    </a:r>
                  </a:p>
                </p:txBody>
              </p:sp>
            </p:grpSp>
            <p:grpSp>
              <p:nvGrpSpPr>
                <p:cNvPr id="24" name="Group 98">
                  <a:extLst>
                    <a:ext uri="{FF2B5EF4-FFF2-40B4-BE49-F238E27FC236}">
                      <a16:creationId xmlns:a16="http://schemas.microsoft.com/office/drawing/2014/main" id="{D6C715D1-B014-C5E0-57D6-C5521C915411}"/>
                    </a:ext>
                  </a:extLst>
                </p:cNvPr>
                <p:cNvGrpSpPr>
                  <a:grpSpLocks/>
                </p:cNvGrpSpPr>
                <p:nvPr/>
              </p:nvGrpSpPr>
              <p:grpSpPr bwMode="auto">
                <a:xfrm>
                  <a:off x="3072" y="3396"/>
                  <a:ext cx="288" cy="240"/>
                  <a:chOff x="144" y="3264"/>
                  <a:chExt cx="288" cy="240"/>
                </a:xfrm>
              </p:grpSpPr>
              <p:sp>
                <p:nvSpPr>
                  <p:cNvPr id="33" name="Rectangle 99">
                    <a:extLst>
                      <a:ext uri="{FF2B5EF4-FFF2-40B4-BE49-F238E27FC236}">
                        <a16:creationId xmlns:a16="http://schemas.microsoft.com/office/drawing/2014/main" id="{B029EDA3-268C-61D8-6398-A5E7B49DDEEC}"/>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4" name="Rectangle 100">
                    <a:extLst>
                      <a:ext uri="{FF2B5EF4-FFF2-40B4-BE49-F238E27FC236}">
                        <a16:creationId xmlns:a16="http://schemas.microsoft.com/office/drawing/2014/main" id="{FF1CD7F4-1B40-709F-59DB-CEF3EAE7B4C5}"/>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x</a:t>
                    </a:r>
                  </a:p>
                </p:txBody>
              </p:sp>
            </p:grpSp>
            <p:sp>
              <p:nvSpPr>
                <p:cNvPr id="25" name="Line 101">
                  <a:extLst>
                    <a:ext uri="{FF2B5EF4-FFF2-40B4-BE49-F238E27FC236}">
                      <a16:creationId xmlns:a16="http://schemas.microsoft.com/office/drawing/2014/main" id="{0F538FAB-A712-0F2B-3D03-AC56126604AE}"/>
                    </a:ext>
                  </a:extLst>
                </p:cNvPr>
                <p:cNvSpPr>
                  <a:spLocks noChangeShapeType="1"/>
                </p:cNvSpPr>
                <p:nvPr/>
              </p:nvSpPr>
              <p:spPr bwMode="auto">
                <a:xfrm flipH="1">
                  <a:off x="2832" y="3780"/>
                  <a:ext cx="230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6" name="Oval 102">
                  <a:extLst>
                    <a:ext uri="{FF2B5EF4-FFF2-40B4-BE49-F238E27FC236}">
                      <a16:creationId xmlns:a16="http://schemas.microsoft.com/office/drawing/2014/main" id="{BE9145DD-FB8F-56A7-65AD-6D055510A1F5}"/>
                    </a:ext>
                  </a:extLst>
                </p:cNvPr>
                <p:cNvSpPr>
                  <a:spLocks noChangeArrowheads="1"/>
                </p:cNvSpPr>
                <p:nvPr/>
              </p:nvSpPr>
              <p:spPr bwMode="auto">
                <a:xfrm flipH="1">
                  <a:off x="2688" y="3684"/>
                  <a:ext cx="192" cy="192"/>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1800" dirty="0">
                      <a:latin typeface="Tahoma" panose="020B0604030504040204" pitchFamily="34" charset="0"/>
                    </a:rPr>
                    <a:t>A1</a:t>
                  </a:r>
                </a:p>
              </p:txBody>
            </p:sp>
            <p:grpSp>
              <p:nvGrpSpPr>
                <p:cNvPr id="27" name="Group 103">
                  <a:extLst>
                    <a:ext uri="{FF2B5EF4-FFF2-40B4-BE49-F238E27FC236}">
                      <a16:creationId xmlns:a16="http://schemas.microsoft.com/office/drawing/2014/main" id="{0F22207E-0413-380A-3F08-A2084B45B229}"/>
                    </a:ext>
                  </a:extLst>
                </p:cNvPr>
                <p:cNvGrpSpPr>
                  <a:grpSpLocks/>
                </p:cNvGrpSpPr>
                <p:nvPr/>
              </p:nvGrpSpPr>
              <p:grpSpPr bwMode="auto">
                <a:xfrm>
                  <a:off x="3888" y="3396"/>
                  <a:ext cx="288" cy="240"/>
                  <a:chOff x="144" y="3264"/>
                  <a:chExt cx="288" cy="240"/>
                </a:xfrm>
              </p:grpSpPr>
              <p:sp>
                <p:nvSpPr>
                  <p:cNvPr id="31" name="Rectangle 104">
                    <a:extLst>
                      <a:ext uri="{FF2B5EF4-FFF2-40B4-BE49-F238E27FC236}">
                        <a16:creationId xmlns:a16="http://schemas.microsoft.com/office/drawing/2014/main" id="{8B4D1C3F-C729-93FD-2087-0A5B85353668}"/>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2" name="Rectangle 105">
                    <a:extLst>
                      <a:ext uri="{FF2B5EF4-FFF2-40B4-BE49-F238E27FC236}">
                        <a16:creationId xmlns:a16="http://schemas.microsoft.com/office/drawing/2014/main" id="{D5CA3FBC-B177-E722-5CE3-E4EE24D63123}"/>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3</a:t>
                    </a:r>
                  </a:p>
                </p:txBody>
              </p:sp>
            </p:grpSp>
          </p:grpSp>
          <p:sp>
            <p:nvSpPr>
              <p:cNvPr id="9" name="CasellaDiTesto 8">
                <a:extLst>
                  <a:ext uri="{FF2B5EF4-FFF2-40B4-BE49-F238E27FC236}">
                    <a16:creationId xmlns:a16="http://schemas.microsoft.com/office/drawing/2014/main" id="{9A5493C5-1CC8-7630-20EF-F9680FC98FD5}"/>
                  </a:ext>
                </a:extLst>
              </p:cNvPr>
              <p:cNvSpPr txBox="1"/>
              <p:nvPr/>
            </p:nvSpPr>
            <p:spPr>
              <a:xfrm>
                <a:off x="7457843" y="1674345"/>
                <a:ext cx="645459" cy="369332"/>
              </a:xfrm>
              <a:prstGeom prst="rect">
                <a:avLst/>
              </a:prstGeom>
              <a:noFill/>
            </p:spPr>
            <p:txBody>
              <a:bodyPr wrap="square" rtlCol="0">
                <a:spAutoFit/>
              </a:bodyPr>
              <a:lstStyle/>
              <a:p>
                <a:pPr algn="ctr"/>
                <a:r>
                  <a:rPr lang="en-US" dirty="0"/>
                  <a:t>pc1</a:t>
                </a:r>
              </a:p>
            </p:txBody>
          </p:sp>
        </p:grpSp>
        <p:sp>
          <p:nvSpPr>
            <p:cNvPr id="7" name="Oval 102">
              <a:extLst>
                <a:ext uri="{FF2B5EF4-FFF2-40B4-BE49-F238E27FC236}">
                  <a16:creationId xmlns:a16="http://schemas.microsoft.com/office/drawing/2014/main" id="{B2D96980-6980-DB29-E8D9-5D151E3E69CD}"/>
                </a:ext>
              </a:extLst>
            </p:cNvPr>
            <p:cNvSpPr>
              <a:spLocks noChangeArrowheads="1"/>
            </p:cNvSpPr>
            <p:nvPr/>
          </p:nvSpPr>
          <p:spPr bwMode="auto">
            <a:xfrm flipH="1">
              <a:off x="4751294" y="3133131"/>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dirty="0">
                  <a:latin typeface="Tahoma" panose="020B0604030504040204" pitchFamily="34" charset="0"/>
                </a:rPr>
                <a:t>B</a:t>
              </a:r>
            </a:p>
          </p:txBody>
        </p:sp>
      </p:grpSp>
      <p:sp>
        <p:nvSpPr>
          <p:cNvPr id="81" name="Line 44">
            <a:extLst>
              <a:ext uri="{FF2B5EF4-FFF2-40B4-BE49-F238E27FC236}">
                <a16:creationId xmlns:a16="http://schemas.microsoft.com/office/drawing/2014/main" id="{0DFB7D5F-0CE3-06EB-BCAB-BFC783D1D9DD}"/>
              </a:ext>
            </a:extLst>
          </p:cNvPr>
          <p:cNvSpPr>
            <a:spLocks noChangeShapeType="1"/>
          </p:cNvSpPr>
          <p:nvPr/>
        </p:nvSpPr>
        <p:spPr bwMode="auto">
          <a:xfrm flipH="1" flipV="1">
            <a:off x="6444881" y="3209853"/>
            <a:ext cx="22500" cy="7636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 name="Line 101">
            <a:extLst>
              <a:ext uri="{FF2B5EF4-FFF2-40B4-BE49-F238E27FC236}">
                <a16:creationId xmlns:a16="http://schemas.microsoft.com/office/drawing/2014/main" id="{410EE916-AE00-C2FC-7C93-002E75035C74}"/>
              </a:ext>
            </a:extLst>
          </p:cNvPr>
          <p:cNvSpPr>
            <a:spLocks noChangeShapeType="1"/>
          </p:cNvSpPr>
          <p:nvPr/>
        </p:nvSpPr>
        <p:spPr bwMode="auto">
          <a:xfrm flipH="1">
            <a:off x="6138494" y="3209853"/>
            <a:ext cx="3657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83" name="Oval 102">
            <a:extLst>
              <a:ext uri="{FF2B5EF4-FFF2-40B4-BE49-F238E27FC236}">
                <a16:creationId xmlns:a16="http://schemas.microsoft.com/office/drawing/2014/main" id="{5AC4378E-09A9-23E6-E5B5-A7DEF6EABA8D}"/>
              </a:ext>
            </a:extLst>
          </p:cNvPr>
          <p:cNvSpPr>
            <a:spLocks noChangeArrowheads="1"/>
          </p:cNvSpPr>
          <p:nvPr/>
        </p:nvSpPr>
        <p:spPr bwMode="auto">
          <a:xfrm flipH="1">
            <a:off x="5909894" y="3057453"/>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1800" dirty="0">
                <a:latin typeface="Tahoma" panose="020B0604030504040204" pitchFamily="34" charset="0"/>
              </a:rPr>
              <a:t>A2</a:t>
            </a:r>
          </a:p>
        </p:txBody>
      </p:sp>
      <p:sp>
        <p:nvSpPr>
          <p:cNvPr id="84" name="Line 42">
            <a:extLst>
              <a:ext uri="{FF2B5EF4-FFF2-40B4-BE49-F238E27FC236}">
                <a16:creationId xmlns:a16="http://schemas.microsoft.com/office/drawing/2014/main" id="{5F2C4D13-A828-BA27-505C-7BEF9CA98932}"/>
              </a:ext>
            </a:extLst>
          </p:cNvPr>
          <p:cNvSpPr>
            <a:spLocks noChangeShapeType="1"/>
          </p:cNvSpPr>
          <p:nvPr/>
        </p:nvSpPr>
        <p:spPr bwMode="auto">
          <a:xfrm flipH="1">
            <a:off x="7759607" y="2441433"/>
            <a:ext cx="3175" cy="762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5" name="Picture 43">
            <a:extLst>
              <a:ext uri="{FF2B5EF4-FFF2-40B4-BE49-F238E27FC236}">
                <a16:creationId xmlns:a16="http://schemas.microsoft.com/office/drawing/2014/main" id="{BCAEE26F-5E6E-415C-A68E-702A803EE03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782" y="1679433"/>
            <a:ext cx="9096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6" name="Rectangle 107">
            <a:extLst>
              <a:ext uri="{FF2B5EF4-FFF2-40B4-BE49-F238E27FC236}">
                <a16:creationId xmlns:a16="http://schemas.microsoft.com/office/drawing/2014/main" id="{4BC8DD4E-957C-262C-7548-1AEF01045239}"/>
              </a:ext>
            </a:extLst>
          </p:cNvPr>
          <p:cNvSpPr>
            <a:spLocks noChangeArrowheads="1"/>
          </p:cNvSpPr>
          <p:nvPr/>
        </p:nvSpPr>
        <p:spPr bwMode="auto">
          <a:xfrm>
            <a:off x="7835807" y="2777983"/>
            <a:ext cx="457200" cy="196850"/>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88" name="Rectangle 108">
            <a:extLst>
              <a:ext uri="{FF2B5EF4-FFF2-40B4-BE49-F238E27FC236}">
                <a16:creationId xmlns:a16="http://schemas.microsoft.com/office/drawing/2014/main" id="{BE10AB57-0799-C02B-0997-E0A85B5643C2}"/>
              </a:ext>
            </a:extLst>
          </p:cNvPr>
          <p:cNvSpPr>
            <a:spLocks noChangeArrowheads="1"/>
          </p:cNvSpPr>
          <p:nvPr/>
        </p:nvSpPr>
        <p:spPr bwMode="auto">
          <a:xfrm>
            <a:off x="7835807" y="2593833"/>
            <a:ext cx="457200" cy="1841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130</a:t>
            </a:r>
          </a:p>
        </p:txBody>
      </p:sp>
      <p:sp>
        <p:nvSpPr>
          <p:cNvPr id="89" name="CasellaDiTesto 88">
            <a:extLst>
              <a:ext uri="{FF2B5EF4-FFF2-40B4-BE49-F238E27FC236}">
                <a16:creationId xmlns:a16="http://schemas.microsoft.com/office/drawing/2014/main" id="{28EB58D5-3818-3A81-02E4-15F5F8604FE8}"/>
              </a:ext>
            </a:extLst>
          </p:cNvPr>
          <p:cNvSpPr txBox="1"/>
          <p:nvPr/>
        </p:nvSpPr>
        <p:spPr>
          <a:xfrm>
            <a:off x="7474928" y="1788503"/>
            <a:ext cx="645459" cy="369332"/>
          </a:xfrm>
          <a:prstGeom prst="rect">
            <a:avLst/>
          </a:prstGeom>
          <a:noFill/>
        </p:spPr>
        <p:txBody>
          <a:bodyPr wrap="square" rtlCol="0">
            <a:spAutoFit/>
          </a:bodyPr>
          <a:lstStyle/>
          <a:p>
            <a:pPr algn="ctr"/>
            <a:r>
              <a:rPr lang="en-US" dirty="0"/>
              <a:t>pc2</a:t>
            </a:r>
          </a:p>
        </p:txBody>
      </p:sp>
      <p:sp>
        <p:nvSpPr>
          <p:cNvPr id="90" name="Text Box 67">
            <a:extLst>
              <a:ext uri="{FF2B5EF4-FFF2-40B4-BE49-F238E27FC236}">
                <a16:creationId xmlns:a16="http://schemas.microsoft.com/office/drawing/2014/main" id="{1F4EEC3A-CD2B-9614-D190-025702ECFCD6}"/>
              </a:ext>
            </a:extLst>
          </p:cNvPr>
          <p:cNvSpPr txBox="1">
            <a:spLocks noChangeArrowheads="1"/>
          </p:cNvSpPr>
          <p:nvPr/>
        </p:nvSpPr>
        <p:spPr bwMode="auto">
          <a:xfrm>
            <a:off x="7106350" y="3203433"/>
            <a:ext cx="14478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X.X.X.X/25</a:t>
            </a:r>
          </a:p>
        </p:txBody>
      </p:sp>
      <p:sp>
        <p:nvSpPr>
          <p:cNvPr id="91" name="Rectangle 99">
            <a:extLst>
              <a:ext uri="{FF2B5EF4-FFF2-40B4-BE49-F238E27FC236}">
                <a16:creationId xmlns:a16="http://schemas.microsoft.com/office/drawing/2014/main" id="{DF435DF4-50CF-B8A6-3F7F-1796A2658E40}"/>
              </a:ext>
            </a:extLst>
          </p:cNvPr>
          <p:cNvSpPr>
            <a:spLocks noChangeArrowheads="1"/>
          </p:cNvSpPr>
          <p:nvPr/>
        </p:nvSpPr>
        <p:spPr bwMode="auto">
          <a:xfrm>
            <a:off x="6540313" y="3586185"/>
            <a:ext cx="457200" cy="196850"/>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eth1</a:t>
            </a:r>
          </a:p>
        </p:txBody>
      </p:sp>
      <p:sp>
        <p:nvSpPr>
          <p:cNvPr id="92" name="Rectangle 100">
            <a:extLst>
              <a:ext uri="{FF2B5EF4-FFF2-40B4-BE49-F238E27FC236}">
                <a16:creationId xmlns:a16="http://schemas.microsoft.com/office/drawing/2014/main" id="{1EA88F43-9062-C917-C452-7BD991D9A78D}"/>
              </a:ext>
            </a:extLst>
          </p:cNvPr>
          <p:cNvSpPr>
            <a:spLocks noChangeArrowheads="1"/>
          </p:cNvSpPr>
          <p:nvPr/>
        </p:nvSpPr>
        <p:spPr bwMode="auto">
          <a:xfrm>
            <a:off x="6540313" y="3402035"/>
            <a:ext cx="457200" cy="1841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x</a:t>
            </a:r>
          </a:p>
        </p:txBody>
      </p:sp>
    </p:spTree>
    <p:extLst>
      <p:ext uri="{BB962C8B-B14F-4D97-AF65-F5344CB8AC3E}">
        <p14:creationId xmlns:p14="http://schemas.microsoft.com/office/powerpoint/2010/main" val="894427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2EF5-EA06-A77E-19B5-9323C4C61AF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569D4D6-C89A-4444-B504-07D381633087}"/>
              </a:ext>
            </a:extLst>
          </p:cNvPr>
          <p:cNvSpPr>
            <a:spLocks noGrp="1"/>
          </p:cNvSpPr>
          <p:nvPr>
            <p:ph type="title"/>
          </p:nvPr>
        </p:nvSpPr>
        <p:spPr/>
        <p:txBody>
          <a:bodyPr/>
          <a:lstStyle/>
          <a:p>
            <a:r>
              <a:rPr lang="en-US" dirty="0"/>
              <a:t>lab-2-lan: complete the configurations</a:t>
            </a:r>
          </a:p>
        </p:txBody>
      </p:sp>
      <p:sp>
        <p:nvSpPr>
          <p:cNvPr id="4" name="Segnaposto data 3">
            <a:extLst>
              <a:ext uri="{FF2B5EF4-FFF2-40B4-BE49-F238E27FC236}">
                <a16:creationId xmlns:a16="http://schemas.microsoft.com/office/drawing/2014/main" id="{DA037616-0F71-702C-43A5-10A26D4F74CE}"/>
              </a:ext>
            </a:extLst>
          </p:cNvPr>
          <p:cNvSpPr>
            <a:spLocks noGrp="1"/>
          </p:cNvSpPr>
          <p:nvPr>
            <p:ph type="dt" sz="half" idx="10"/>
          </p:nvPr>
        </p:nvSpPr>
        <p:spPr/>
        <p:txBody>
          <a:bodyPr/>
          <a:lstStyle/>
          <a:p>
            <a:pPr>
              <a:defRPr/>
            </a:pPr>
            <a:r>
              <a:rPr lang="en-US" altLang="it-IT" dirty="0"/>
              <a:t>last update: Nov 2025</a:t>
            </a:r>
            <a:endParaRPr lang="it-IT" altLang="it-IT" dirty="0"/>
          </a:p>
        </p:txBody>
      </p:sp>
      <p:sp>
        <p:nvSpPr>
          <p:cNvPr id="5" name="Segnaposto piè di pagina 4">
            <a:extLst>
              <a:ext uri="{FF2B5EF4-FFF2-40B4-BE49-F238E27FC236}">
                <a16:creationId xmlns:a16="http://schemas.microsoft.com/office/drawing/2014/main" id="{C2AFD854-FA0E-E9CC-FC5C-7B4787D8A265}"/>
              </a:ext>
            </a:extLst>
          </p:cNvPr>
          <p:cNvSpPr>
            <a:spLocks noGrp="1"/>
          </p:cNvSpPr>
          <p:nvPr>
            <p:ph type="ftr" sz="quarter" idx="11"/>
          </p:nvPr>
        </p:nvSpPr>
        <p:spPr/>
        <p:txBody>
          <a:bodyPr/>
          <a:lstStyle/>
          <a:p>
            <a:pPr>
              <a:defRPr/>
            </a:pPr>
            <a:r>
              <a:rPr lang="it-IT" altLang="it-IT"/>
              <a:t>kathara – [ lab: basic-ipv4 ]</a:t>
            </a:r>
            <a:endParaRPr lang="it-IT" altLang="it-IT" dirty="0"/>
          </a:p>
        </p:txBody>
      </p:sp>
      <p:grpSp>
        <p:nvGrpSpPr>
          <p:cNvPr id="3" name="Gruppo 2">
            <a:extLst>
              <a:ext uri="{FF2B5EF4-FFF2-40B4-BE49-F238E27FC236}">
                <a16:creationId xmlns:a16="http://schemas.microsoft.com/office/drawing/2014/main" id="{593FDCE1-B2A7-3649-BEAF-C22FFFC991A1}"/>
              </a:ext>
            </a:extLst>
          </p:cNvPr>
          <p:cNvGrpSpPr/>
          <p:nvPr/>
        </p:nvGrpSpPr>
        <p:grpSpPr>
          <a:xfrm>
            <a:off x="2198594" y="3687669"/>
            <a:ext cx="7620000" cy="1908175"/>
            <a:chOff x="2160494" y="2744694"/>
            <a:chExt cx="7620000" cy="1908175"/>
          </a:xfrm>
        </p:grpSpPr>
        <p:grpSp>
          <p:nvGrpSpPr>
            <p:cNvPr id="6" name="Gruppo 5">
              <a:extLst>
                <a:ext uri="{FF2B5EF4-FFF2-40B4-BE49-F238E27FC236}">
                  <a16:creationId xmlns:a16="http://schemas.microsoft.com/office/drawing/2014/main" id="{FC39E921-8BA9-2D4E-9288-5CDED50468F7}"/>
                </a:ext>
              </a:extLst>
            </p:cNvPr>
            <p:cNvGrpSpPr/>
            <p:nvPr/>
          </p:nvGrpSpPr>
          <p:grpSpPr>
            <a:xfrm>
              <a:off x="2160494" y="2744694"/>
              <a:ext cx="7620000" cy="1908175"/>
              <a:chOff x="2160494" y="1592169"/>
              <a:chExt cx="7620000" cy="1908175"/>
            </a:xfrm>
          </p:grpSpPr>
          <p:grpSp>
            <p:nvGrpSpPr>
              <p:cNvPr id="8" name="Group 126">
                <a:extLst>
                  <a:ext uri="{FF2B5EF4-FFF2-40B4-BE49-F238E27FC236}">
                    <a16:creationId xmlns:a16="http://schemas.microsoft.com/office/drawing/2014/main" id="{B5D81F8D-95A4-3FA2-23DE-E512B0ACF342}"/>
                  </a:ext>
                </a:extLst>
              </p:cNvPr>
              <p:cNvGrpSpPr>
                <a:grpSpLocks/>
              </p:cNvGrpSpPr>
              <p:nvPr/>
            </p:nvGrpSpPr>
            <p:grpSpPr bwMode="auto">
              <a:xfrm>
                <a:off x="2160494" y="1592169"/>
                <a:ext cx="7620000" cy="1908175"/>
                <a:chOff x="336" y="2820"/>
                <a:chExt cx="4800" cy="1202"/>
              </a:xfrm>
            </p:grpSpPr>
            <p:sp>
              <p:nvSpPr>
                <p:cNvPr id="11" name="Line 38">
                  <a:extLst>
                    <a:ext uri="{FF2B5EF4-FFF2-40B4-BE49-F238E27FC236}">
                      <a16:creationId xmlns:a16="http://schemas.microsoft.com/office/drawing/2014/main" id="{7E2D0F42-9AE1-3138-ECF7-BA674EF0564A}"/>
                    </a:ext>
                  </a:extLst>
                </p:cNvPr>
                <p:cNvSpPr>
                  <a:spLocks noChangeShapeType="1"/>
                </p:cNvSpPr>
                <p:nvPr/>
              </p:nvSpPr>
              <p:spPr bwMode="auto">
                <a:xfrm flipH="1">
                  <a:off x="336" y="3183"/>
                  <a:ext cx="6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39">
                  <a:extLst>
                    <a:ext uri="{FF2B5EF4-FFF2-40B4-BE49-F238E27FC236}">
                      <a16:creationId xmlns:a16="http://schemas.microsoft.com/office/drawing/2014/main" id="{13DB356D-AED2-8353-43D4-023947E4D638}"/>
                    </a:ext>
                  </a:extLst>
                </p:cNvPr>
                <p:cNvSpPr>
                  <a:spLocks noChangeShapeType="1"/>
                </p:cNvSpPr>
                <p:nvPr/>
              </p:nvSpPr>
              <p:spPr bwMode="auto">
                <a:xfrm flipH="1">
                  <a:off x="1296" y="3166"/>
                  <a:ext cx="177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40">
                  <a:extLst>
                    <a:ext uri="{FF2B5EF4-FFF2-40B4-BE49-F238E27FC236}">
                      <a16:creationId xmlns:a16="http://schemas.microsoft.com/office/drawing/2014/main" id="{41F3CB8D-1D97-832D-5F09-4BFBC15B4E82}"/>
                    </a:ext>
                  </a:extLst>
                </p:cNvPr>
                <p:cNvSpPr>
                  <a:spLocks noChangeShapeType="1"/>
                </p:cNvSpPr>
                <p:nvPr/>
              </p:nvSpPr>
              <p:spPr bwMode="auto">
                <a:xfrm flipH="1">
                  <a:off x="3840" y="3300"/>
                  <a:ext cx="1"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4" name="Picture 41">
                  <a:extLst>
                    <a:ext uri="{FF2B5EF4-FFF2-40B4-BE49-F238E27FC236}">
                      <a16:creationId xmlns:a16="http://schemas.microsoft.com/office/drawing/2014/main" id="{728B96FF-DC17-AA87-59BE-58600EC8CFC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1" y="2820"/>
                  <a:ext cx="57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Line 44">
                  <a:extLst>
                    <a:ext uri="{FF2B5EF4-FFF2-40B4-BE49-F238E27FC236}">
                      <a16:creationId xmlns:a16="http://schemas.microsoft.com/office/drawing/2014/main" id="{79B78C33-880E-6F3F-99CC-B78DF7D71995}"/>
                    </a:ext>
                  </a:extLst>
                </p:cNvPr>
                <p:cNvSpPr>
                  <a:spLocks noChangeShapeType="1"/>
                </p:cNvSpPr>
                <p:nvPr/>
              </p:nvSpPr>
              <p:spPr bwMode="auto">
                <a:xfrm flipH="1">
                  <a:off x="3025" y="3348"/>
                  <a:ext cx="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8" name="Group 45">
                  <a:extLst>
                    <a:ext uri="{FF2B5EF4-FFF2-40B4-BE49-F238E27FC236}">
                      <a16:creationId xmlns:a16="http://schemas.microsoft.com/office/drawing/2014/main" id="{D3CE06C4-D4F7-0028-0BE3-ADB50A5FB0D2}"/>
                    </a:ext>
                  </a:extLst>
                </p:cNvPr>
                <p:cNvGrpSpPr>
                  <a:grpSpLocks/>
                </p:cNvGrpSpPr>
                <p:nvPr/>
              </p:nvGrpSpPr>
              <p:grpSpPr bwMode="auto">
                <a:xfrm>
                  <a:off x="2691" y="2974"/>
                  <a:ext cx="624" cy="384"/>
                  <a:chOff x="3792" y="3408"/>
                  <a:chExt cx="960" cy="528"/>
                </a:xfrm>
              </p:grpSpPr>
              <p:sp>
                <p:nvSpPr>
                  <p:cNvPr id="60" name="AutoShape 46">
                    <a:extLst>
                      <a:ext uri="{FF2B5EF4-FFF2-40B4-BE49-F238E27FC236}">
                        <a16:creationId xmlns:a16="http://schemas.microsoft.com/office/drawing/2014/main" id="{4F0CF193-485C-7E63-8EA7-CE8F863A098D}"/>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a:p>
                </p:txBody>
              </p:sp>
              <p:grpSp>
                <p:nvGrpSpPr>
                  <p:cNvPr id="61" name="Group 47">
                    <a:extLst>
                      <a:ext uri="{FF2B5EF4-FFF2-40B4-BE49-F238E27FC236}">
                        <a16:creationId xmlns:a16="http://schemas.microsoft.com/office/drawing/2014/main" id="{C03AC88B-D03A-EDB7-78B8-712E1D7E0A31}"/>
                      </a:ext>
                    </a:extLst>
                  </p:cNvPr>
                  <p:cNvGrpSpPr>
                    <a:grpSpLocks noChangeAspect="1"/>
                  </p:cNvGrpSpPr>
                  <p:nvPr/>
                </p:nvGrpSpPr>
                <p:grpSpPr bwMode="auto">
                  <a:xfrm>
                    <a:off x="3968" y="3441"/>
                    <a:ext cx="599" cy="207"/>
                    <a:chOff x="422" y="1632"/>
                    <a:chExt cx="829" cy="298"/>
                  </a:xfrm>
                </p:grpSpPr>
                <p:grpSp>
                  <p:nvGrpSpPr>
                    <p:cNvPr id="63" name="Group 48">
                      <a:extLst>
                        <a:ext uri="{FF2B5EF4-FFF2-40B4-BE49-F238E27FC236}">
                          <a16:creationId xmlns:a16="http://schemas.microsoft.com/office/drawing/2014/main" id="{2666BCCF-1C79-204F-B9EF-99CA84DCD395}"/>
                        </a:ext>
                      </a:extLst>
                    </p:cNvPr>
                    <p:cNvGrpSpPr>
                      <a:grpSpLocks noChangeAspect="1"/>
                    </p:cNvGrpSpPr>
                    <p:nvPr/>
                  </p:nvGrpSpPr>
                  <p:grpSpPr bwMode="auto">
                    <a:xfrm>
                      <a:off x="422" y="1632"/>
                      <a:ext cx="822" cy="291"/>
                      <a:chOff x="422" y="1632"/>
                      <a:chExt cx="822" cy="291"/>
                    </a:xfrm>
                  </p:grpSpPr>
                  <p:sp>
                    <p:nvSpPr>
                      <p:cNvPr id="73" name="Freeform 49">
                        <a:extLst>
                          <a:ext uri="{FF2B5EF4-FFF2-40B4-BE49-F238E27FC236}">
                            <a16:creationId xmlns:a16="http://schemas.microsoft.com/office/drawing/2014/main" id="{3135B795-7ADE-4276-D714-9D841C671D4E}"/>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50">
                        <a:extLst>
                          <a:ext uri="{FF2B5EF4-FFF2-40B4-BE49-F238E27FC236}">
                            <a16:creationId xmlns:a16="http://schemas.microsoft.com/office/drawing/2014/main" id="{AE4A71DE-93A8-4708-DBE9-5F9267B02BFA}"/>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 name="Freeform 51">
                        <a:extLst>
                          <a:ext uri="{FF2B5EF4-FFF2-40B4-BE49-F238E27FC236}">
                            <a16:creationId xmlns:a16="http://schemas.microsoft.com/office/drawing/2014/main" id="{00982367-1641-BF64-9060-6C0756A358B1}"/>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6" name="Freeform 52">
                        <a:extLst>
                          <a:ext uri="{FF2B5EF4-FFF2-40B4-BE49-F238E27FC236}">
                            <a16:creationId xmlns:a16="http://schemas.microsoft.com/office/drawing/2014/main" id="{1EC27D81-50AA-B959-4A9C-6BD5612F6B5D}"/>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 name="Freeform 53">
                        <a:extLst>
                          <a:ext uri="{FF2B5EF4-FFF2-40B4-BE49-F238E27FC236}">
                            <a16:creationId xmlns:a16="http://schemas.microsoft.com/office/drawing/2014/main" id="{EA0E6CF2-01D9-6874-44BB-1C3CDB8472CC}"/>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54">
                        <a:extLst>
                          <a:ext uri="{FF2B5EF4-FFF2-40B4-BE49-F238E27FC236}">
                            <a16:creationId xmlns:a16="http://schemas.microsoft.com/office/drawing/2014/main" id="{7ACAB81A-21DA-70A9-C5C7-0959474C262F}"/>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9" name="Freeform 55">
                        <a:extLst>
                          <a:ext uri="{FF2B5EF4-FFF2-40B4-BE49-F238E27FC236}">
                            <a16:creationId xmlns:a16="http://schemas.microsoft.com/office/drawing/2014/main" id="{21422DA5-F956-F90B-142D-488BA971A719}"/>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0" name="Freeform 56">
                        <a:extLst>
                          <a:ext uri="{FF2B5EF4-FFF2-40B4-BE49-F238E27FC236}">
                            <a16:creationId xmlns:a16="http://schemas.microsoft.com/office/drawing/2014/main" id="{F1F6883E-CC1F-0BB8-3687-361B01F6326B}"/>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4" name="Group 57">
                      <a:extLst>
                        <a:ext uri="{FF2B5EF4-FFF2-40B4-BE49-F238E27FC236}">
                          <a16:creationId xmlns:a16="http://schemas.microsoft.com/office/drawing/2014/main" id="{B8571258-963D-05B1-43E2-64420FF764E7}"/>
                        </a:ext>
                      </a:extLst>
                    </p:cNvPr>
                    <p:cNvGrpSpPr>
                      <a:grpSpLocks noChangeAspect="1"/>
                    </p:cNvGrpSpPr>
                    <p:nvPr/>
                  </p:nvGrpSpPr>
                  <p:grpSpPr bwMode="auto">
                    <a:xfrm>
                      <a:off x="429" y="1639"/>
                      <a:ext cx="822" cy="291"/>
                      <a:chOff x="429" y="1639"/>
                      <a:chExt cx="822" cy="291"/>
                    </a:xfrm>
                  </p:grpSpPr>
                  <p:sp>
                    <p:nvSpPr>
                      <p:cNvPr id="65" name="Freeform 58">
                        <a:extLst>
                          <a:ext uri="{FF2B5EF4-FFF2-40B4-BE49-F238E27FC236}">
                            <a16:creationId xmlns:a16="http://schemas.microsoft.com/office/drawing/2014/main" id="{27011C72-412A-6140-6586-C5A02FF8E438}"/>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 name="Freeform 59">
                        <a:extLst>
                          <a:ext uri="{FF2B5EF4-FFF2-40B4-BE49-F238E27FC236}">
                            <a16:creationId xmlns:a16="http://schemas.microsoft.com/office/drawing/2014/main" id="{87D31AD5-03A6-F66B-73B5-A5868BC0453E}"/>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 name="Freeform 60">
                        <a:extLst>
                          <a:ext uri="{FF2B5EF4-FFF2-40B4-BE49-F238E27FC236}">
                            <a16:creationId xmlns:a16="http://schemas.microsoft.com/office/drawing/2014/main" id="{017651F7-0929-4C0B-BB1E-0FFFF50C5F85}"/>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 name="Freeform 61">
                        <a:extLst>
                          <a:ext uri="{FF2B5EF4-FFF2-40B4-BE49-F238E27FC236}">
                            <a16:creationId xmlns:a16="http://schemas.microsoft.com/office/drawing/2014/main" id="{1D69E350-F4DB-BCB6-8079-D81B0CE7978D}"/>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 name="Freeform 62">
                        <a:extLst>
                          <a:ext uri="{FF2B5EF4-FFF2-40B4-BE49-F238E27FC236}">
                            <a16:creationId xmlns:a16="http://schemas.microsoft.com/office/drawing/2014/main" id="{C969F4C7-E85A-BA79-6839-8D32356C824B}"/>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 name="Freeform 63">
                        <a:extLst>
                          <a:ext uri="{FF2B5EF4-FFF2-40B4-BE49-F238E27FC236}">
                            <a16:creationId xmlns:a16="http://schemas.microsoft.com/office/drawing/2014/main" id="{900A6F6A-C64C-7F26-18D2-A3DAA753B707}"/>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 name="Freeform 64">
                        <a:extLst>
                          <a:ext uri="{FF2B5EF4-FFF2-40B4-BE49-F238E27FC236}">
                            <a16:creationId xmlns:a16="http://schemas.microsoft.com/office/drawing/2014/main" id="{99540F97-1908-96EE-93BD-B6F6CF5100E8}"/>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65">
                        <a:extLst>
                          <a:ext uri="{FF2B5EF4-FFF2-40B4-BE49-F238E27FC236}">
                            <a16:creationId xmlns:a16="http://schemas.microsoft.com/office/drawing/2014/main" id="{79A02DBE-E694-B322-4117-20CBB39F85AD}"/>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62" name="WordArt 66">
                    <a:extLst>
                      <a:ext uri="{FF2B5EF4-FFF2-40B4-BE49-F238E27FC236}">
                        <a16:creationId xmlns:a16="http://schemas.microsoft.com/office/drawing/2014/main" id="{64ACF350-16E4-3176-23F5-FC1890B90AF2}"/>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1</a:t>
                    </a:r>
                  </a:p>
                </p:txBody>
              </p:sp>
            </p:grpSp>
            <p:sp>
              <p:nvSpPr>
                <p:cNvPr id="19" name="Text Box 67">
                  <a:extLst>
                    <a:ext uri="{FF2B5EF4-FFF2-40B4-BE49-F238E27FC236}">
                      <a16:creationId xmlns:a16="http://schemas.microsoft.com/office/drawing/2014/main" id="{90D77DF1-F749-E3C0-2351-9791DD7C4822}"/>
                    </a:ext>
                  </a:extLst>
                </p:cNvPr>
                <p:cNvSpPr txBox="1">
                  <a:spLocks noChangeArrowheads="1"/>
                </p:cNvSpPr>
                <p:nvPr/>
              </p:nvSpPr>
              <p:spPr bwMode="auto">
                <a:xfrm>
                  <a:off x="3313" y="3770"/>
                  <a:ext cx="91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X.X.X.X/25</a:t>
                  </a:r>
                </a:p>
              </p:txBody>
            </p:sp>
            <p:grpSp>
              <p:nvGrpSpPr>
                <p:cNvPr id="20" name="Group 68">
                  <a:extLst>
                    <a:ext uri="{FF2B5EF4-FFF2-40B4-BE49-F238E27FC236}">
                      <a16:creationId xmlns:a16="http://schemas.microsoft.com/office/drawing/2014/main" id="{378A515B-14FC-ABE1-3FBE-0C6152174670}"/>
                    </a:ext>
                  </a:extLst>
                </p:cNvPr>
                <p:cNvGrpSpPr>
                  <a:grpSpLocks/>
                </p:cNvGrpSpPr>
                <p:nvPr/>
              </p:nvGrpSpPr>
              <p:grpSpPr bwMode="auto">
                <a:xfrm>
                  <a:off x="816" y="2974"/>
                  <a:ext cx="624" cy="384"/>
                  <a:chOff x="3792" y="3408"/>
                  <a:chExt cx="960" cy="528"/>
                </a:xfrm>
              </p:grpSpPr>
              <p:sp>
                <p:nvSpPr>
                  <p:cNvPr id="39" name="AutoShape 69">
                    <a:extLst>
                      <a:ext uri="{FF2B5EF4-FFF2-40B4-BE49-F238E27FC236}">
                        <a16:creationId xmlns:a16="http://schemas.microsoft.com/office/drawing/2014/main" id="{231175E6-AD91-4CDC-5FE3-0412793961C6}"/>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dirty="0"/>
                  </a:p>
                </p:txBody>
              </p:sp>
              <p:grpSp>
                <p:nvGrpSpPr>
                  <p:cNvPr id="40" name="Group 70">
                    <a:extLst>
                      <a:ext uri="{FF2B5EF4-FFF2-40B4-BE49-F238E27FC236}">
                        <a16:creationId xmlns:a16="http://schemas.microsoft.com/office/drawing/2014/main" id="{7C7CBE08-D1D4-8B3E-004C-7CEC498653A0}"/>
                      </a:ext>
                    </a:extLst>
                  </p:cNvPr>
                  <p:cNvGrpSpPr>
                    <a:grpSpLocks noChangeAspect="1"/>
                  </p:cNvGrpSpPr>
                  <p:nvPr/>
                </p:nvGrpSpPr>
                <p:grpSpPr bwMode="auto">
                  <a:xfrm>
                    <a:off x="3968" y="3441"/>
                    <a:ext cx="599" cy="207"/>
                    <a:chOff x="422" y="1632"/>
                    <a:chExt cx="829" cy="298"/>
                  </a:xfrm>
                </p:grpSpPr>
                <p:grpSp>
                  <p:nvGrpSpPr>
                    <p:cNvPr id="42" name="Group 71">
                      <a:extLst>
                        <a:ext uri="{FF2B5EF4-FFF2-40B4-BE49-F238E27FC236}">
                          <a16:creationId xmlns:a16="http://schemas.microsoft.com/office/drawing/2014/main" id="{307D35D1-432F-5E38-2F21-2A7380BCE8DD}"/>
                        </a:ext>
                      </a:extLst>
                    </p:cNvPr>
                    <p:cNvGrpSpPr>
                      <a:grpSpLocks noChangeAspect="1"/>
                    </p:cNvGrpSpPr>
                    <p:nvPr/>
                  </p:nvGrpSpPr>
                  <p:grpSpPr bwMode="auto">
                    <a:xfrm>
                      <a:off x="422" y="1632"/>
                      <a:ext cx="822" cy="291"/>
                      <a:chOff x="422" y="1632"/>
                      <a:chExt cx="822" cy="291"/>
                    </a:xfrm>
                  </p:grpSpPr>
                  <p:sp>
                    <p:nvSpPr>
                      <p:cNvPr id="52" name="Freeform 72">
                        <a:extLst>
                          <a:ext uri="{FF2B5EF4-FFF2-40B4-BE49-F238E27FC236}">
                            <a16:creationId xmlns:a16="http://schemas.microsoft.com/office/drawing/2014/main" id="{B3D03BEE-E8DB-4279-F68A-ECEEFFB45CE9}"/>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73">
                        <a:extLst>
                          <a:ext uri="{FF2B5EF4-FFF2-40B4-BE49-F238E27FC236}">
                            <a16:creationId xmlns:a16="http://schemas.microsoft.com/office/drawing/2014/main" id="{31CB0849-E128-D7A6-8184-1EBBA0BFE5CE}"/>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74">
                        <a:extLst>
                          <a:ext uri="{FF2B5EF4-FFF2-40B4-BE49-F238E27FC236}">
                            <a16:creationId xmlns:a16="http://schemas.microsoft.com/office/drawing/2014/main" id="{065FEC5C-1832-AB02-5409-4E82AEC4DE3F}"/>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75">
                        <a:extLst>
                          <a:ext uri="{FF2B5EF4-FFF2-40B4-BE49-F238E27FC236}">
                            <a16:creationId xmlns:a16="http://schemas.microsoft.com/office/drawing/2014/main" id="{0CFCAD0C-7868-AFA4-EAFC-4AAF81E778E8}"/>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76">
                        <a:extLst>
                          <a:ext uri="{FF2B5EF4-FFF2-40B4-BE49-F238E27FC236}">
                            <a16:creationId xmlns:a16="http://schemas.microsoft.com/office/drawing/2014/main" id="{D7278188-FE64-A390-9BC4-702E9DACA2F8}"/>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77">
                        <a:extLst>
                          <a:ext uri="{FF2B5EF4-FFF2-40B4-BE49-F238E27FC236}">
                            <a16:creationId xmlns:a16="http://schemas.microsoft.com/office/drawing/2014/main" id="{0457D29C-EC7A-C60C-3FCC-0080645B2D81}"/>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 name="Freeform 78">
                        <a:extLst>
                          <a:ext uri="{FF2B5EF4-FFF2-40B4-BE49-F238E27FC236}">
                            <a16:creationId xmlns:a16="http://schemas.microsoft.com/office/drawing/2014/main" id="{4DD4DFDF-95F3-647D-2B47-5ED74D2DEB8D}"/>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79">
                        <a:extLst>
                          <a:ext uri="{FF2B5EF4-FFF2-40B4-BE49-F238E27FC236}">
                            <a16:creationId xmlns:a16="http://schemas.microsoft.com/office/drawing/2014/main" id="{F78B3DF6-D7BC-0B67-D19D-004E75313C22}"/>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3" name="Group 80">
                      <a:extLst>
                        <a:ext uri="{FF2B5EF4-FFF2-40B4-BE49-F238E27FC236}">
                          <a16:creationId xmlns:a16="http://schemas.microsoft.com/office/drawing/2014/main" id="{8BA2B4A9-9FDC-9C3A-11B1-6A34975EDDF2}"/>
                        </a:ext>
                      </a:extLst>
                    </p:cNvPr>
                    <p:cNvGrpSpPr>
                      <a:grpSpLocks noChangeAspect="1"/>
                    </p:cNvGrpSpPr>
                    <p:nvPr/>
                  </p:nvGrpSpPr>
                  <p:grpSpPr bwMode="auto">
                    <a:xfrm>
                      <a:off x="429" y="1639"/>
                      <a:ext cx="822" cy="291"/>
                      <a:chOff x="429" y="1639"/>
                      <a:chExt cx="822" cy="291"/>
                    </a:xfrm>
                  </p:grpSpPr>
                  <p:sp>
                    <p:nvSpPr>
                      <p:cNvPr id="44" name="Freeform 81">
                        <a:extLst>
                          <a:ext uri="{FF2B5EF4-FFF2-40B4-BE49-F238E27FC236}">
                            <a16:creationId xmlns:a16="http://schemas.microsoft.com/office/drawing/2014/main" id="{8FB1003F-4CB4-391F-63ED-EB012A3086B6}"/>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82">
                        <a:extLst>
                          <a:ext uri="{FF2B5EF4-FFF2-40B4-BE49-F238E27FC236}">
                            <a16:creationId xmlns:a16="http://schemas.microsoft.com/office/drawing/2014/main" id="{4A78FB67-E67D-71A7-F127-DCE35A310111}"/>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83">
                        <a:extLst>
                          <a:ext uri="{FF2B5EF4-FFF2-40B4-BE49-F238E27FC236}">
                            <a16:creationId xmlns:a16="http://schemas.microsoft.com/office/drawing/2014/main" id="{110C30A1-F25C-46F1-F48E-00FFE80DFA6C}"/>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Freeform 84">
                        <a:extLst>
                          <a:ext uri="{FF2B5EF4-FFF2-40B4-BE49-F238E27FC236}">
                            <a16:creationId xmlns:a16="http://schemas.microsoft.com/office/drawing/2014/main" id="{F0EAFB0B-682C-9DCF-E209-A3A60BE8B8D4}"/>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 name="Freeform 85">
                        <a:extLst>
                          <a:ext uri="{FF2B5EF4-FFF2-40B4-BE49-F238E27FC236}">
                            <a16:creationId xmlns:a16="http://schemas.microsoft.com/office/drawing/2014/main" id="{B8EBCDEE-05B5-CB1B-812E-962AF7A10012}"/>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 name="Freeform 86">
                        <a:extLst>
                          <a:ext uri="{FF2B5EF4-FFF2-40B4-BE49-F238E27FC236}">
                            <a16:creationId xmlns:a16="http://schemas.microsoft.com/office/drawing/2014/main" id="{BF2764A2-2489-7587-C1E3-8D9C324894BD}"/>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 name="Freeform 87">
                        <a:extLst>
                          <a:ext uri="{FF2B5EF4-FFF2-40B4-BE49-F238E27FC236}">
                            <a16:creationId xmlns:a16="http://schemas.microsoft.com/office/drawing/2014/main" id="{E2C93F28-8FBE-CF31-F377-2BFAB05A70DC}"/>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88">
                        <a:extLst>
                          <a:ext uri="{FF2B5EF4-FFF2-40B4-BE49-F238E27FC236}">
                            <a16:creationId xmlns:a16="http://schemas.microsoft.com/office/drawing/2014/main" id="{43C97F43-E240-9E45-DA3A-9CD3BADFD6C2}"/>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1" name="WordArt 89">
                    <a:extLst>
                      <a:ext uri="{FF2B5EF4-FFF2-40B4-BE49-F238E27FC236}">
                        <a16:creationId xmlns:a16="http://schemas.microsoft.com/office/drawing/2014/main" id="{8912375F-9F6E-D0CA-E780-4A0AB5FAD21A}"/>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2</a:t>
                    </a:r>
                  </a:p>
                </p:txBody>
              </p:sp>
            </p:grpSp>
            <p:sp>
              <p:nvSpPr>
                <p:cNvPr id="21" name="Text Box 91">
                  <a:extLst>
                    <a:ext uri="{FF2B5EF4-FFF2-40B4-BE49-F238E27FC236}">
                      <a16:creationId xmlns:a16="http://schemas.microsoft.com/office/drawing/2014/main" id="{6ADF6722-4D53-0F34-6E33-14877490676A}"/>
                    </a:ext>
                  </a:extLst>
                </p:cNvPr>
                <p:cNvSpPr txBox="1">
                  <a:spLocks noChangeArrowheads="1"/>
                </p:cNvSpPr>
                <p:nvPr/>
              </p:nvSpPr>
              <p:spPr bwMode="auto">
                <a:xfrm>
                  <a:off x="1704" y="3204"/>
                  <a:ext cx="84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10.0.3.0/30</a:t>
                  </a:r>
                </a:p>
              </p:txBody>
            </p:sp>
            <p:grpSp>
              <p:nvGrpSpPr>
                <p:cNvPr id="22" name="Group 92">
                  <a:extLst>
                    <a:ext uri="{FF2B5EF4-FFF2-40B4-BE49-F238E27FC236}">
                      <a16:creationId xmlns:a16="http://schemas.microsoft.com/office/drawing/2014/main" id="{4A37B990-223C-17D5-ED08-9B65FA9EB2EF}"/>
                    </a:ext>
                  </a:extLst>
                </p:cNvPr>
                <p:cNvGrpSpPr>
                  <a:grpSpLocks/>
                </p:cNvGrpSpPr>
                <p:nvPr/>
              </p:nvGrpSpPr>
              <p:grpSpPr bwMode="auto">
                <a:xfrm>
                  <a:off x="1488" y="2820"/>
                  <a:ext cx="288" cy="240"/>
                  <a:chOff x="144" y="3264"/>
                  <a:chExt cx="288" cy="240"/>
                </a:xfrm>
              </p:grpSpPr>
              <p:sp>
                <p:nvSpPr>
                  <p:cNvPr id="37" name="Rectangle 93">
                    <a:extLst>
                      <a:ext uri="{FF2B5EF4-FFF2-40B4-BE49-F238E27FC236}">
                        <a16:creationId xmlns:a16="http://schemas.microsoft.com/office/drawing/2014/main" id="{3DBA8401-C211-3918-8571-9193257AA22B}"/>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38" name="Rectangle 94">
                    <a:extLst>
                      <a:ext uri="{FF2B5EF4-FFF2-40B4-BE49-F238E27FC236}">
                        <a16:creationId xmlns:a16="http://schemas.microsoft.com/office/drawing/2014/main" id="{7D33DF19-5A08-BFAC-0389-551F9E69C576}"/>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2</a:t>
                    </a:r>
                  </a:p>
                </p:txBody>
              </p:sp>
            </p:grpSp>
            <p:grpSp>
              <p:nvGrpSpPr>
                <p:cNvPr id="23" name="Group 95">
                  <a:extLst>
                    <a:ext uri="{FF2B5EF4-FFF2-40B4-BE49-F238E27FC236}">
                      <a16:creationId xmlns:a16="http://schemas.microsoft.com/office/drawing/2014/main" id="{48CC01F8-8447-5FD5-47EB-2D04405670C8}"/>
                    </a:ext>
                  </a:extLst>
                </p:cNvPr>
                <p:cNvGrpSpPr>
                  <a:grpSpLocks/>
                </p:cNvGrpSpPr>
                <p:nvPr/>
              </p:nvGrpSpPr>
              <p:grpSpPr bwMode="auto">
                <a:xfrm>
                  <a:off x="2352" y="2820"/>
                  <a:ext cx="288" cy="240"/>
                  <a:chOff x="144" y="3264"/>
                  <a:chExt cx="288" cy="240"/>
                </a:xfrm>
              </p:grpSpPr>
              <p:sp>
                <p:nvSpPr>
                  <p:cNvPr id="35" name="Rectangle 96">
                    <a:extLst>
                      <a:ext uri="{FF2B5EF4-FFF2-40B4-BE49-F238E27FC236}">
                        <a16:creationId xmlns:a16="http://schemas.microsoft.com/office/drawing/2014/main" id="{46C64DAA-2F0A-8EA1-33C9-6B18010B0289}"/>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eth2</a:t>
                    </a:r>
                  </a:p>
                </p:txBody>
              </p:sp>
              <p:sp>
                <p:nvSpPr>
                  <p:cNvPr id="36" name="Rectangle 97">
                    <a:extLst>
                      <a:ext uri="{FF2B5EF4-FFF2-40B4-BE49-F238E27FC236}">
                        <a16:creationId xmlns:a16="http://schemas.microsoft.com/office/drawing/2014/main" id="{BD9311B4-E935-7A68-9EAA-F7B65E4FCCB4}"/>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x</a:t>
                    </a:r>
                  </a:p>
                </p:txBody>
              </p:sp>
            </p:grpSp>
            <p:grpSp>
              <p:nvGrpSpPr>
                <p:cNvPr id="24" name="Group 98">
                  <a:extLst>
                    <a:ext uri="{FF2B5EF4-FFF2-40B4-BE49-F238E27FC236}">
                      <a16:creationId xmlns:a16="http://schemas.microsoft.com/office/drawing/2014/main" id="{7D0ADE98-2D2E-2161-722F-D9C16CA2436B}"/>
                    </a:ext>
                  </a:extLst>
                </p:cNvPr>
                <p:cNvGrpSpPr>
                  <a:grpSpLocks/>
                </p:cNvGrpSpPr>
                <p:nvPr/>
              </p:nvGrpSpPr>
              <p:grpSpPr bwMode="auto">
                <a:xfrm>
                  <a:off x="3072" y="3396"/>
                  <a:ext cx="288" cy="240"/>
                  <a:chOff x="144" y="3264"/>
                  <a:chExt cx="288" cy="240"/>
                </a:xfrm>
              </p:grpSpPr>
              <p:sp>
                <p:nvSpPr>
                  <p:cNvPr id="33" name="Rectangle 99">
                    <a:extLst>
                      <a:ext uri="{FF2B5EF4-FFF2-40B4-BE49-F238E27FC236}">
                        <a16:creationId xmlns:a16="http://schemas.microsoft.com/office/drawing/2014/main" id="{4352A5BB-3227-F3B0-C672-04A2744A788C}"/>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4" name="Rectangle 100">
                    <a:extLst>
                      <a:ext uri="{FF2B5EF4-FFF2-40B4-BE49-F238E27FC236}">
                        <a16:creationId xmlns:a16="http://schemas.microsoft.com/office/drawing/2014/main" id="{5934F242-88F8-147E-E5E6-226655F005C7}"/>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x</a:t>
                    </a:r>
                  </a:p>
                </p:txBody>
              </p:sp>
            </p:grpSp>
            <p:sp>
              <p:nvSpPr>
                <p:cNvPr id="25" name="Line 101">
                  <a:extLst>
                    <a:ext uri="{FF2B5EF4-FFF2-40B4-BE49-F238E27FC236}">
                      <a16:creationId xmlns:a16="http://schemas.microsoft.com/office/drawing/2014/main" id="{29BA2491-4977-0FA4-B7E3-6162E8FC2E9B}"/>
                    </a:ext>
                  </a:extLst>
                </p:cNvPr>
                <p:cNvSpPr>
                  <a:spLocks noChangeShapeType="1"/>
                </p:cNvSpPr>
                <p:nvPr/>
              </p:nvSpPr>
              <p:spPr bwMode="auto">
                <a:xfrm flipH="1">
                  <a:off x="2832" y="3780"/>
                  <a:ext cx="230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6" name="Oval 102">
                  <a:extLst>
                    <a:ext uri="{FF2B5EF4-FFF2-40B4-BE49-F238E27FC236}">
                      <a16:creationId xmlns:a16="http://schemas.microsoft.com/office/drawing/2014/main" id="{0E60A638-6F15-CE36-CF6C-447117E948EC}"/>
                    </a:ext>
                  </a:extLst>
                </p:cNvPr>
                <p:cNvSpPr>
                  <a:spLocks noChangeArrowheads="1"/>
                </p:cNvSpPr>
                <p:nvPr/>
              </p:nvSpPr>
              <p:spPr bwMode="auto">
                <a:xfrm flipH="1">
                  <a:off x="2688" y="3684"/>
                  <a:ext cx="192" cy="192"/>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1800" dirty="0">
                      <a:latin typeface="Tahoma" panose="020B0604030504040204" pitchFamily="34" charset="0"/>
                    </a:rPr>
                    <a:t>A1</a:t>
                  </a:r>
                </a:p>
              </p:txBody>
            </p:sp>
            <p:grpSp>
              <p:nvGrpSpPr>
                <p:cNvPr id="27" name="Group 103">
                  <a:extLst>
                    <a:ext uri="{FF2B5EF4-FFF2-40B4-BE49-F238E27FC236}">
                      <a16:creationId xmlns:a16="http://schemas.microsoft.com/office/drawing/2014/main" id="{C613D646-AC95-9B4A-0AB4-9F21654742F0}"/>
                    </a:ext>
                  </a:extLst>
                </p:cNvPr>
                <p:cNvGrpSpPr>
                  <a:grpSpLocks/>
                </p:cNvGrpSpPr>
                <p:nvPr/>
              </p:nvGrpSpPr>
              <p:grpSpPr bwMode="auto">
                <a:xfrm>
                  <a:off x="3888" y="3396"/>
                  <a:ext cx="288" cy="240"/>
                  <a:chOff x="144" y="3264"/>
                  <a:chExt cx="288" cy="240"/>
                </a:xfrm>
              </p:grpSpPr>
              <p:sp>
                <p:nvSpPr>
                  <p:cNvPr id="31" name="Rectangle 104">
                    <a:extLst>
                      <a:ext uri="{FF2B5EF4-FFF2-40B4-BE49-F238E27FC236}">
                        <a16:creationId xmlns:a16="http://schemas.microsoft.com/office/drawing/2014/main" id="{062DD312-4AC6-A8A3-DA99-FC828EDAFC37}"/>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2" name="Rectangle 105">
                    <a:extLst>
                      <a:ext uri="{FF2B5EF4-FFF2-40B4-BE49-F238E27FC236}">
                        <a16:creationId xmlns:a16="http://schemas.microsoft.com/office/drawing/2014/main" id="{DE6FAD83-BA84-17D0-1345-A227B0792E68}"/>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3</a:t>
                    </a:r>
                  </a:p>
                </p:txBody>
              </p:sp>
            </p:grpSp>
          </p:grpSp>
          <p:sp>
            <p:nvSpPr>
              <p:cNvPr id="9" name="CasellaDiTesto 8">
                <a:extLst>
                  <a:ext uri="{FF2B5EF4-FFF2-40B4-BE49-F238E27FC236}">
                    <a16:creationId xmlns:a16="http://schemas.microsoft.com/office/drawing/2014/main" id="{5314248C-A90F-6D05-6BE4-1D2592216151}"/>
                  </a:ext>
                </a:extLst>
              </p:cNvPr>
              <p:cNvSpPr txBox="1"/>
              <p:nvPr/>
            </p:nvSpPr>
            <p:spPr>
              <a:xfrm>
                <a:off x="7457843" y="1674345"/>
                <a:ext cx="645459" cy="369332"/>
              </a:xfrm>
              <a:prstGeom prst="rect">
                <a:avLst/>
              </a:prstGeom>
              <a:noFill/>
            </p:spPr>
            <p:txBody>
              <a:bodyPr wrap="square" rtlCol="0">
                <a:spAutoFit/>
              </a:bodyPr>
              <a:lstStyle/>
              <a:p>
                <a:pPr algn="ctr"/>
                <a:r>
                  <a:rPr lang="en-US" dirty="0"/>
                  <a:t>pc1</a:t>
                </a:r>
              </a:p>
            </p:txBody>
          </p:sp>
        </p:grpSp>
        <p:sp>
          <p:nvSpPr>
            <p:cNvPr id="7" name="Oval 102">
              <a:extLst>
                <a:ext uri="{FF2B5EF4-FFF2-40B4-BE49-F238E27FC236}">
                  <a16:creationId xmlns:a16="http://schemas.microsoft.com/office/drawing/2014/main" id="{B0D7F15C-3162-9E0A-AA6A-91460B55EA10}"/>
                </a:ext>
              </a:extLst>
            </p:cNvPr>
            <p:cNvSpPr>
              <a:spLocks noChangeArrowheads="1"/>
            </p:cNvSpPr>
            <p:nvPr/>
          </p:nvSpPr>
          <p:spPr bwMode="auto">
            <a:xfrm flipH="1">
              <a:off x="4751294" y="3133131"/>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dirty="0">
                  <a:latin typeface="Tahoma" panose="020B0604030504040204" pitchFamily="34" charset="0"/>
                </a:rPr>
                <a:t>B</a:t>
              </a:r>
            </a:p>
          </p:txBody>
        </p:sp>
      </p:grpSp>
      <p:sp>
        <p:nvSpPr>
          <p:cNvPr id="81" name="Line 44">
            <a:extLst>
              <a:ext uri="{FF2B5EF4-FFF2-40B4-BE49-F238E27FC236}">
                <a16:creationId xmlns:a16="http://schemas.microsoft.com/office/drawing/2014/main" id="{6769D2DC-42AF-4A95-7B79-751DD2101469}"/>
              </a:ext>
            </a:extLst>
          </p:cNvPr>
          <p:cNvSpPr>
            <a:spLocks noChangeShapeType="1"/>
          </p:cNvSpPr>
          <p:nvPr/>
        </p:nvSpPr>
        <p:spPr bwMode="auto">
          <a:xfrm flipH="1" flipV="1">
            <a:off x="6444881" y="3209853"/>
            <a:ext cx="22500" cy="7636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 name="Line 101">
            <a:extLst>
              <a:ext uri="{FF2B5EF4-FFF2-40B4-BE49-F238E27FC236}">
                <a16:creationId xmlns:a16="http://schemas.microsoft.com/office/drawing/2014/main" id="{46F3FA72-2D0A-15F8-8BF0-D9896D9E5B5B}"/>
              </a:ext>
            </a:extLst>
          </p:cNvPr>
          <p:cNvSpPr>
            <a:spLocks noChangeShapeType="1"/>
          </p:cNvSpPr>
          <p:nvPr/>
        </p:nvSpPr>
        <p:spPr bwMode="auto">
          <a:xfrm flipH="1">
            <a:off x="6138494" y="3209853"/>
            <a:ext cx="3657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83" name="Oval 102">
            <a:extLst>
              <a:ext uri="{FF2B5EF4-FFF2-40B4-BE49-F238E27FC236}">
                <a16:creationId xmlns:a16="http://schemas.microsoft.com/office/drawing/2014/main" id="{42A3DA61-865F-D4B1-22B3-31C3CBC316A2}"/>
              </a:ext>
            </a:extLst>
          </p:cNvPr>
          <p:cNvSpPr>
            <a:spLocks noChangeArrowheads="1"/>
          </p:cNvSpPr>
          <p:nvPr/>
        </p:nvSpPr>
        <p:spPr bwMode="auto">
          <a:xfrm flipH="1">
            <a:off x="5909894" y="3057453"/>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1800" dirty="0">
                <a:latin typeface="Tahoma" panose="020B0604030504040204" pitchFamily="34" charset="0"/>
              </a:rPr>
              <a:t>A2</a:t>
            </a:r>
          </a:p>
        </p:txBody>
      </p:sp>
      <p:sp>
        <p:nvSpPr>
          <p:cNvPr id="84" name="Line 42">
            <a:extLst>
              <a:ext uri="{FF2B5EF4-FFF2-40B4-BE49-F238E27FC236}">
                <a16:creationId xmlns:a16="http://schemas.microsoft.com/office/drawing/2014/main" id="{A4DE3D22-E5B9-784D-2102-54D0ADEE5ABA}"/>
              </a:ext>
            </a:extLst>
          </p:cNvPr>
          <p:cNvSpPr>
            <a:spLocks noChangeShapeType="1"/>
          </p:cNvSpPr>
          <p:nvPr/>
        </p:nvSpPr>
        <p:spPr bwMode="auto">
          <a:xfrm flipH="1">
            <a:off x="7759607" y="2441433"/>
            <a:ext cx="3175" cy="762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5" name="Picture 43">
            <a:extLst>
              <a:ext uri="{FF2B5EF4-FFF2-40B4-BE49-F238E27FC236}">
                <a16:creationId xmlns:a16="http://schemas.microsoft.com/office/drawing/2014/main" id="{0FA2A8DF-DFEF-776F-9685-2649036A2FC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782" y="1679433"/>
            <a:ext cx="9096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6" name="Rectangle 107">
            <a:extLst>
              <a:ext uri="{FF2B5EF4-FFF2-40B4-BE49-F238E27FC236}">
                <a16:creationId xmlns:a16="http://schemas.microsoft.com/office/drawing/2014/main" id="{441BAD88-0D8C-8B35-5D74-5EF7FCA47FB3}"/>
              </a:ext>
            </a:extLst>
          </p:cNvPr>
          <p:cNvSpPr>
            <a:spLocks noChangeArrowheads="1"/>
          </p:cNvSpPr>
          <p:nvPr/>
        </p:nvSpPr>
        <p:spPr bwMode="auto">
          <a:xfrm>
            <a:off x="7835807" y="2777983"/>
            <a:ext cx="457200" cy="196850"/>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88" name="Rectangle 108">
            <a:extLst>
              <a:ext uri="{FF2B5EF4-FFF2-40B4-BE49-F238E27FC236}">
                <a16:creationId xmlns:a16="http://schemas.microsoft.com/office/drawing/2014/main" id="{68641B1A-812C-2BD7-BAA9-F6F15CB88D4E}"/>
              </a:ext>
            </a:extLst>
          </p:cNvPr>
          <p:cNvSpPr>
            <a:spLocks noChangeArrowheads="1"/>
          </p:cNvSpPr>
          <p:nvPr/>
        </p:nvSpPr>
        <p:spPr bwMode="auto">
          <a:xfrm>
            <a:off x="7835807" y="2593833"/>
            <a:ext cx="457200" cy="1841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130</a:t>
            </a:r>
          </a:p>
        </p:txBody>
      </p:sp>
      <p:sp>
        <p:nvSpPr>
          <p:cNvPr id="89" name="CasellaDiTesto 88">
            <a:extLst>
              <a:ext uri="{FF2B5EF4-FFF2-40B4-BE49-F238E27FC236}">
                <a16:creationId xmlns:a16="http://schemas.microsoft.com/office/drawing/2014/main" id="{B1E43917-87F9-8FCF-8943-810E644450F2}"/>
              </a:ext>
            </a:extLst>
          </p:cNvPr>
          <p:cNvSpPr txBox="1"/>
          <p:nvPr/>
        </p:nvSpPr>
        <p:spPr>
          <a:xfrm>
            <a:off x="7474928" y="1788503"/>
            <a:ext cx="645459" cy="369332"/>
          </a:xfrm>
          <a:prstGeom prst="rect">
            <a:avLst/>
          </a:prstGeom>
          <a:noFill/>
        </p:spPr>
        <p:txBody>
          <a:bodyPr wrap="square" rtlCol="0">
            <a:spAutoFit/>
          </a:bodyPr>
          <a:lstStyle/>
          <a:p>
            <a:pPr algn="ctr"/>
            <a:r>
              <a:rPr lang="en-US" dirty="0"/>
              <a:t>pc2</a:t>
            </a:r>
          </a:p>
        </p:txBody>
      </p:sp>
      <p:sp>
        <p:nvSpPr>
          <p:cNvPr id="90" name="Text Box 67">
            <a:extLst>
              <a:ext uri="{FF2B5EF4-FFF2-40B4-BE49-F238E27FC236}">
                <a16:creationId xmlns:a16="http://schemas.microsoft.com/office/drawing/2014/main" id="{F3054318-A4D9-9B87-3906-0608AF77CD94}"/>
              </a:ext>
            </a:extLst>
          </p:cNvPr>
          <p:cNvSpPr txBox="1">
            <a:spLocks noChangeArrowheads="1"/>
          </p:cNvSpPr>
          <p:nvPr/>
        </p:nvSpPr>
        <p:spPr bwMode="auto">
          <a:xfrm>
            <a:off x="7106350" y="3203433"/>
            <a:ext cx="14478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X.X.X.X/25</a:t>
            </a:r>
          </a:p>
        </p:txBody>
      </p:sp>
      <p:sp>
        <p:nvSpPr>
          <p:cNvPr id="91" name="Rectangle 99">
            <a:extLst>
              <a:ext uri="{FF2B5EF4-FFF2-40B4-BE49-F238E27FC236}">
                <a16:creationId xmlns:a16="http://schemas.microsoft.com/office/drawing/2014/main" id="{0C275F60-616D-577A-0B92-80D7E6D1E548}"/>
              </a:ext>
            </a:extLst>
          </p:cNvPr>
          <p:cNvSpPr>
            <a:spLocks noChangeArrowheads="1"/>
          </p:cNvSpPr>
          <p:nvPr/>
        </p:nvSpPr>
        <p:spPr bwMode="auto">
          <a:xfrm>
            <a:off x="6540313" y="3586185"/>
            <a:ext cx="457200" cy="196850"/>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eth1</a:t>
            </a:r>
          </a:p>
        </p:txBody>
      </p:sp>
      <p:sp>
        <p:nvSpPr>
          <p:cNvPr id="92" name="Rectangle 100">
            <a:extLst>
              <a:ext uri="{FF2B5EF4-FFF2-40B4-BE49-F238E27FC236}">
                <a16:creationId xmlns:a16="http://schemas.microsoft.com/office/drawing/2014/main" id="{1B68457F-67C1-C4C8-CF78-61B844236733}"/>
              </a:ext>
            </a:extLst>
          </p:cNvPr>
          <p:cNvSpPr>
            <a:spLocks noChangeArrowheads="1"/>
          </p:cNvSpPr>
          <p:nvPr/>
        </p:nvSpPr>
        <p:spPr bwMode="auto">
          <a:xfrm>
            <a:off x="6540313" y="3402035"/>
            <a:ext cx="457200" cy="1841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x</a:t>
            </a:r>
          </a:p>
        </p:txBody>
      </p:sp>
      <p:sp>
        <p:nvSpPr>
          <p:cNvPr id="10" name="AutoShape 104">
            <a:extLst>
              <a:ext uri="{FF2B5EF4-FFF2-40B4-BE49-F238E27FC236}">
                <a16:creationId xmlns:a16="http://schemas.microsoft.com/office/drawing/2014/main" id="{5AA363EA-4F0C-5C2C-71EA-3C0270B8FCAD}"/>
              </a:ext>
            </a:extLst>
          </p:cNvPr>
          <p:cNvSpPr>
            <a:spLocks noChangeArrowheads="1"/>
          </p:cNvSpPr>
          <p:nvPr/>
        </p:nvSpPr>
        <p:spPr bwMode="auto">
          <a:xfrm>
            <a:off x="257500" y="1176089"/>
            <a:ext cx="5481361" cy="1839415"/>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GB" sz="1800" dirty="0">
                <a:latin typeface="Arial" panose="020B0604020202020204" pitchFamily="34" charset="0"/>
                <a:cs typeface="Arial" panose="020B0604020202020204" pitchFamily="34" charset="0"/>
              </a:rPr>
              <a:t>Open the lab folder and complete the configuration</a:t>
            </a:r>
          </a:p>
          <a:p>
            <a:pPr eaLnBrk="1" hangingPunct="1">
              <a:spcBef>
                <a:spcPct val="0"/>
              </a:spcBef>
              <a:buClrTx/>
              <a:buSzTx/>
              <a:buFontTx/>
              <a:buNone/>
            </a:pPr>
            <a:r>
              <a:rPr lang="en-GB" sz="1800" dirty="0">
                <a:latin typeface="Arial" panose="020B0604020202020204" pitchFamily="34" charset="0"/>
                <a:cs typeface="Arial" panose="020B0604020202020204" pitchFamily="34" charset="0"/>
              </a:rPr>
              <a:t>by filling in the fields marked with </a:t>
            </a:r>
            <a:r>
              <a:rPr lang="en-GB" sz="1800" b="1" dirty="0" err="1">
                <a:latin typeface="Arial" panose="020B0604020202020204" pitchFamily="34" charset="0"/>
                <a:cs typeface="Arial" panose="020B0604020202020204" pitchFamily="34" charset="0"/>
              </a:rPr>
              <a:t>X</a:t>
            </a:r>
            <a:r>
              <a:rPr lang="en-GB" sz="1800" dirty="0" err="1">
                <a:latin typeface="Arial" panose="020B0604020202020204" pitchFamily="34" charset="0"/>
                <a:cs typeface="Arial" panose="020B0604020202020204" pitchFamily="34" charset="0"/>
              </a:rPr>
              <a:t>s</a:t>
            </a:r>
            <a:r>
              <a:rPr lang="en-GB" sz="1800" dirty="0">
                <a:latin typeface="Arial" panose="020B0604020202020204" pitchFamily="34" charset="0"/>
                <a:cs typeface="Arial" panose="020B0604020202020204" pitchFamily="34" charset="0"/>
              </a:rPr>
              <a:t>.</a:t>
            </a:r>
          </a:p>
          <a:p>
            <a:pPr eaLnBrk="1" hangingPunct="1">
              <a:spcBef>
                <a:spcPct val="0"/>
              </a:spcBef>
              <a:buClrTx/>
              <a:buSzTx/>
              <a:buFontTx/>
              <a:buNone/>
            </a:pPr>
            <a:endParaRPr lang="en-GB" sz="1800" dirty="0">
              <a:latin typeface="Arial" panose="020B0604020202020204" pitchFamily="34" charset="0"/>
              <a:cs typeface="Arial" panose="020B0604020202020204" pitchFamily="34" charset="0"/>
            </a:endParaRPr>
          </a:p>
          <a:p>
            <a:pPr eaLnBrk="1" hangingPunct="1">
              <a:spcBef>
                <a:spcPct val="0"/>
              </a:spcBef>
              <a:buClrTx/>
              <a:buSzTx/>
              <a:buFontTx/>
              <a:buNone/>
            </a:pPr>
            <a:r>
              <a:rPr lang="en-GB" sz="1800" dirty="0">
                <a:latin typeface="Arial" panose="020B0604020202020204" pitchFamily="34" charset="0"/>
                <a:cs typeface="Arial" panose="020B0604020202020204" pitchFamily="34" charset="0"/>
              </a:rPr>
              <a:t>There is only one solution. </a:t>
            </a:r>
          </a:p>
          <a:p>
            <a:pPr eaLnBrk="1" hangingPunct="1">
              <a:spcBef>
                <a:spcPct val="0"/>
              </a:spcBef>
              <a:buClrTx/>
              <a:buSzTx/>
              <a:buFontTx/>
              <a:buNone/>
            </a:pPr>
            <a:r>
              <a:rPr lang="en-GB" sz="1800" dirty="0">
                <a:latin typeface="Arial" panose="020B0604020202020204" pitchFamily="34" charset="0"/>
                <a:cs typeface="Arial" panose="020B0604020202020204" pitchFamily="34" charset="0"/>
              </a:rPr>
              <a:t>Once the configuration is complete, </a:t>
            </a:r>
          </a:p>
          <a:p>
            <a:pPr eaLnBrk="1" hangingPunct="1">
              <a:spcBef>
                <a:spcPct val="0"/>
              </a:spcBef>
              <a:buClrTx/>
              <a:buSzTx/>
              <a:buFontTx/>
              <a:buNone/>
            </a:pPr>
            <a:r>
              <a:rPr lang="en-GB" sz="1800" dirty="0">
                <a:latin typeface="Arial" panose="020B0604020202020204" pitchFamily="34" charset="0"/>
                <a:cs typeface="Arial" panose="020B0604020202020204" pitchFamily="34" charset="0"/>
              </a:rPr>
              <a:t>each device should reach the others. </a:t>
            </a:r>
            <a:endParaRPr lang="en-US" sz="1800"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7607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D4DB6-1204-C06C-154A-045B86716AA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16BEEBD-E2D8-2E32-C427-A643CAFDF403}"/>
              </a:ext>
            </a:extLst>
          </p:cNvPr>
          <p:cNvSpPr>
            <a:spLocks noGrp="1"/>
          </p:cNvSpPr>
          <p:nvPr>
            <p:ph type="title"/>
          </p:nvPr>
        </p:nvSpPr>
        <p:spPr/>
        <p:txBody>
          <a:bodyPr/>
          <a:lstStyle/>
          <a:p>
            <a:r>
              <a:rPr lang="en-US" dirty="0"/>
              <a:t>lab-2-lan: modify router2 commands</a:t>
            </a:r>
          </a:p>
        </p:txBody>
      </p:sp>
      <p:sp>
        <p:nvSpPr>
          <p:cNvPr id="4" name="Segnaposto data 3">
            <a:extLst>
              <a:ext uri="{FF2B5EF4-FFF2-40B4-BE49-F238E27FC236}">
                <a16:creationId xmlns:a16="http://schemas.microsoft.com/office/drawing/2014/main" id="{3DE0DEB0-01A1-F4BA-4F85-85B4831EDF9D}"/>
              </a:ext>
            </a:extLst>
          </p:cNvPr>
          <p:cNvSpPr>
            <a:spLocks noGrp="1"/>
          </p:cNvSpPr>
          <p:nvPr>
            <p:ph type="dt" sz="half" idx="10"/>
          </p:nvPr>
        </p:nvSpPr>
        <p:spPr/>
        <p:txBody>
          <a:bodyPr/>
          <a:lstStyle/>
          <a:p>
            <a:pPr>
              <a:defRPr/>
            </a:pPr>
            <a:r>
              <a:rPr lang="en-US" altLang="it-IT" dirty="0"/>
              <a:t>last update: Nov 2025</a:t>
            </a:r>
            <a:endParaRPr lang="it-IT" altLang="it-IT" dirty="0"/>
          </a:p>
        </p:txBody>
      </p:sp>
      <p:sp>
        <p:nvSpPr>
          <p:cNvPr id="5" name="Segnaposto piè di pagina 4">
            <a:extLst>
              <a:ext uri="{FF2B5EF4-FFF2-40B4-BE49-F238E27FC236}">
                <a16:creationId xmlns:a16="http://schemas.microsoft.com/office/drawing/2014/main" id="{64A03444-5BF3-A7D8-4E6F-A4E394073DE4}"/>
              </a:ext>
            </a:extLst>
          </p:cNvPr>
          <p:cNvSpPr>
            <a:spLocks noGrp="1"/>
          </p:cNvSpPr>
          <p:nvPr>
            <p:ph type="ftr" sz="quarter" idx="11"/>
          </p:nvPr>
        </p:nvSpPr>
        <p:spPr/>
        <p:txBody>
          <a:bodyPr/>
          <a:lstStyle/>
          <a:p>
            <a:pPr>
              <a:defRPr/>
            </a:pPr>
            <a:r>
              <a:rPr lang="it-IT" altLang="it-IT"/>
              <a:t>kathara – [ lab: basic-ipv4 ]</a:t>
            </a:r>
            <a:endParaRPr lang="it-IT" altLang="it-IT" dirty="0"/>
          </a:p>
        </p:txBody>
      </p:sp>
      <p:grpSp>
        <p:nvGrpSpPr>
          <p:cNvPr id="3" name="Gruppo 2">
            <a:extLst>
              <a:ext uri="{FF2B5EF4-FFF2-40B4-BE49-F238E27FC236}">
                <a16:creationId xmlns:a16="http://schemas.microsoft.com/office/drawing/2014/main" id="{0EA3F8FA-9BE4-76C7-19C9-9195E57DA6C7}"/>
              </a:ext>
            </a:extLst>
          </p:cNvPr>
          <p:cNvGrpSpPr/>
          <p:nvPr/>
        </p:nvGrpSpPr>
        <p:grpSpPr>
          <a:xfrm>
            <a:off x="2198594" y="3687669"/>
            <a:ext cx="7620000" cy="1908175"/>
            <a:chOff x="2160494" y="2744694"/>
            <a:chExt cx="7620000" cy="1908175"/>
          </a:xfrm>
        </p:grpSpPr>
        <p:grpSp>
          <p:nvGrpSpPr>
            <p:cNvPr id="6" name="Gruppo 5">
              <a:extLst>
                <a:ext uri="{FF2B5EF4-FFF2-40B4-BE49-F238E27FC236}">
                  <a16:creationId xmlns:a16="http://schemas.microsoft.com/office/drawing/2014/main" id="{10F97E02-641D-998B-1832-45E761EA1CF4}"/>
                </a:ext>
              </a:extLst>
            </p:cNvPr>
            <p:cNvGrpSpPr/>
            <p:nvPr/>
          </p:nvGrpSpPr>
          <p:grpSpPr>
            <a:xfrm>
              <a:off x="2160494" y="2744694"/>
              <a:ext cx="7620000" cy="1908175"/>
              <a:chOff x="2160494" y="1592169"/>
              <a:chExt cx="7620000" cy="1908175"/>
            </a:xfrm>
          </p:grpSpPr>
          <p:grpSp>
            <p:nvGrpSpPr>
              <p:cNvPr id="8" name="Group 126">
                <a:extLst>
                  <a:ext uri="{FF2B5EF4-FFF2-40B4-BE49-F238E27FC236}">
                    <a16:creationId xmlns:a16="http://schemas.microsoft.com/office/drawing/2014/main" id="{E85085D6-ECFC-1E9C-B62D-6E5302A503BD}"/>
                  </a:ext>
                </a:extLst>
              </p:cNvPr>
              <p:cNvGrpSpPr>
                <a:grpSpLocks/>
              </p:cNvGrpSpPr>
              <p:nvPr/>
            </p:nvGrpSpPr>
            <p:grpSpPr bwMode="auto">
              <a:xfrm>
                <a:off x="2160494" y="1592169"/>
                <a:ext cx="7620000" cy="1908175"/>
                <a:chOff x="336" y="2820"/>
                <a:chExt cx="4800" cy="1202"/>
              </a:xfrm>
            </p:grpSpPr>
            <p:sp>
              <p:nvSpPr>
                <p:cNvPr id="11" name="Line 38">
                  <a:extLst>
                    <a:ext uri="{FF2B5EF4-FFF2-40B4-BE49-F238E27FC236}">
                      <a16:creationId xmlns:a16="http://schemas.microsoft.com/office/drawing/2014/main" id="{896A4DA9-DE77-2DAD-045A-E1FC77C39C33}"/>
                    </a:ext>
                  </a:extLst>
                </p:cNvPr>
                <p:cNvSpPr>
                  <a:spLocks noChangeShapeType="1"/>
                </p:cNvSpPr>
                <p:nvPr/>
              </p:nvSpPr>
              <p:spPr bwMode="auto">
                <a:xfrm flipH="1">
                  <a:off x="336" y="3183"/>
                  <a:ext cx="6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39">
                  <a:extLst>
                    <a:ext uri="{FF2B5EF4-FFF2-40B4-BE49-F238E27FC236}">
                      <a16:creationId xmlns:a16="http://schemas.microsoft.com/office/drawing/2014/main" id="{55718D50-7626-4842-0959-BF73435FFDE3}"/>
                    </a:ext>
                  </a:extLst>
                </p:cNvPr>
                <p:cNvSpPr>
                  <a:spLocks noChangeShapeType="1"/>
                </p:cNvSpPr>
                <p:nvPr/>
              </p:nvSpPr>
              <p:spPr bwMode="auto">
                <a:xfrm flipH="1">
                  <a:off x="1296" y="3166"/>
                  <a:ext cx="177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40">
                  <a:extLst>
                    <a:ext uri="{FF2B5EF4-FFF2-40B4-BE49-F238E27FC236}">
                      <a16:creationId xmlns:a16="http://schemas.microsoft.com/office/drawing/2014/main" id="{6C439343-6DEE-4F42-6785-50C71F6A7FD5}"/>
                    </a:ext>
                  </a:extLst>
                </p:cNvPr>
                <p:cNvSpPr>
                  <a:spLocks noChangeShapeType="1"/>
                </p:cNvSpPr>
                <p:nvPr/>
              </p:nvSpPr>
              <p:spPr bwMode="auto">
                <a:xfrm flipH="1">
                  <a:off x="3840" y="3300"/>
                  <a:ext cx="1"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4" name="Picture 41">
                  <a:extLst>
                    <a:ext uri="{FF2B5EF4-FFF2-40B4-BE49-F238E27FC236}">
                      <a16:creationId xmlns:a16="http://schemas.microsoft.com/office/drawing/2014/main" id="{0F5555F2-E9E4-E664-A50A-F0D591740BC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1" y="2820"/>
                  <a:ext cx="57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Line 44">
                  <a:extLst>
                    <a:ext uri="{FF2B5EF4-FFF2-40B4-BE49-F238E27FC236}">
                      <a16:creationId xmlns:a16="http://schemas.microsoft.com/office/drawing/2014/main" id="{48DAD64D-76E4-BBBB-6146-929F7E4F0E36}"/>
                    </a:ext>
                  </a:extLst>
                </p:cNvPr>
                <p:cNvSpPr>
                  <a:spLocks noChangeShapeType="1"/>
                </p:cNvSpPr>
                <p:nvPr/>
              </p:nvSpPr>
              <p:spPr bwMode="auto">
                <a:xfrm flipH="1">
                  <a:off x="3025" y="3348"/>
                  <a:ext cx="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8" name="Group 45">
                  <a:extLst>
                    <a:ext uri="{FF2B5EF4-FFF2-40B4-BE49-F238E27FC236}">
                      <a16:creationId xmlns:a16="http://schemas.microsoft.com/office/drawing/2014/main" id="{481E5557-67BA-254A-CD67-E529DC8809C2}"/>
                    </a:ext>
                  </a:extLst>
                </p:cNvPr>
                <p:cNvGrpSpPr>
                  <a:grpSpLocks/>
                </p:cNvGrpSpPr>
                <p:nvPr/>
              </p:nvGrpSpPr>
              <p:grpSpPr bwMode="auto">
                <a:xfrm>
                  <a:off x="2691" y="2974"/>
                  <a:ext cx="624" cy="384"/>
                  <a:chOff x="3792" y="3408"/>
                  <a:chExt cx="960" cy="528"/>
                </a:xfrm>
              </p:grpSpPr>
              <p:sp>
                <p:nvSpPr>
                  <p:cNvPr id="60" name="AutoShape 46">
                    <a:extLst>
                      <a:ext uri="{FF2B5EF4-FFF2-40B4-BE49-F238E27FC236}">
                        <a16:creationId xmlns:a16="http://schemas.microsoft.com/office/drawing/2014/main" id="{AE4AFD35-AA1C-2057-BC2E-E8F3D791C127}"/>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a:p>
                </p:txBody>
              </p:sp>
              <p:grpSp>
                <p:nvGrpSpPr>
                  <p:cNvPr id="61" name="Group 47">
                    <a:extLst>
                      <a:ext uri="{FF2B5EF4-FFF2-40B4-BE49-F238E27FC236}">
                        <a16:creationId xmlns:a16="http://schemas.microsoft.com/office/drawing/2014/main" id="{07DD83D2-B2F4-2B14-55BD-8C1A00B413ED}"/>
                      </a:ext>
                    </a:extLst>
                  </p:cNvPr>
                  <p:cNvGrpSpPr>
                    <a:grpSpLocks noChangeAspect="1"/>
                  </p:cNvGrpSpPr>
                  <p:nvPr/>
                </p:nvGrpSpPr>
                <p:grpSpPr bwMode="auto">
                  <a:xfrm>
                    <a:off x="3968" y="3441"/>
                    <a:ext cx="599" cy="207"/>
                    <a:chOff x="422" y="1632"/>
                    <a:chExt cx="829" cy="298"/>
                  </a:xfrm>
                </p:grpSpPr>
                <p:grpSp>
                  <p:nvGrpSpPr>
                    <p:cNvPr id="63" name="Group 48">
                      <a:extLst>
                        <a:ext uri="{FF2B5EF4-FFF2-40B4-BE49-F238E27FC236}">
                          <a16:creationId xmlns:a16="http://schemas.microsoft.com/office/drawing/2014/main" id="{FAEB3C71-EA26-0FB3-E28E-B64743204155}"/>
                        </a:ext>
                      </a:extLst>
                    </p:cNvPr>
                    <p:cNvGrpSpPr>
                      <a:grpSpLocks noChangeAspect="1"/>
                    </p:cNvGrpSpPr>
                    <p:nvPr/>
                  </p:nvGrpSpPr>
                  <p:grpSpPr bwMode="auto">
                    <a:xfrm>
                      <a:off x="422" y="1632"/>
                      <a:ext cx="822" cy="291"/>
                      <a:chOff x="422" y="1632"/>
                      <a:chExt cx="822" cy="291"/>
                    </a:xfrm>
                  </p:grpSpPr>
                  <p:sp>
                    <p:nvSpPr>
                      <p:cNvPr id="73" name="Freeform 49">
                        <a:extLst>
                          <a:ext uri="{FF2B5EF4-FFF2-40B4-BE49-F238E27FC236}">
                            <a16:creationId xmlns:a16="http://schemas.microsoft.com/office/drawing/2014/main" id="{4AB4D5BC-A593-8258-A046-B0A24F31C8D0}"/>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50">
                        <a:extLst>
                          <a:ext uri="{FF2B5EF4-FFF2-40B4-BE49-F238E27FC236}">
                            <a16:creationId xmlns:a16="http://schemas.microsoft.com/office/drawing/2014/main" id="{1A290ACF-B1BB-FCD4-823A-96D8541E73D9}"/>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 name="Freeform 51">
                        <a:extLst>
                          <a:ext uri="{FF2B5EF4-FFF2-40B4-BE49-F238E27FC236}">
                            <a16:creationId xmlns:a16="http://schemas.microsoft.com/office/drawing/2014/main" id="{408ACF56-0D48-7200-8537-2B8352366CD5}"/>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6" name="Freeform 52">
                        <a:extLst>
                          <a:ext uri="{FF2B5EF4-FFF2-40B4-BE49-F238E27FC236}">
                            <a16:creationId xmlns:a16="http://schemas.microsoft.com/office/drawing/2014/main" id="{737D325E-2C43-F97D-535C-42F0589BD815}"/>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 name="Freeform 53">
                        <a:extLst>
                          <a:ext uri="{FF2B5EF4-FFF2-40B4-BE49-F238E27FC236}">
                            <a16:creationId xmlns:a16="http://schemas.microsoft.com/office/drawing/2014/main" id="{97A60B28-1532-5BCB-38E4-1AAD55C6C7EE}"/>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54">
                        <a:extLst>
                          <a:ext uri="{FF2B5EF4-FFF2-40B4-BE49-F238E27FC236}">
                            <a16:creationId xmlns:a16="http://schemas.microsoft.com/office/drawing/2014/main" id="{ABF9101A-C898-7F84-0885-FC753FF23AE8}"/>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9" name="Freeform 55">
                        <a:extLst>
                          <a:ext uri="{FF2B5EF4-FFF2-40B4-BE49-F238E27FC236}">
                            <a16:creationId xmlns:a16="http://schemas.microsoft.com/office/drawing/2014/main" id="{2EF4838F-F870-89F0-88FB-294D7C08D5B5}"/>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0" name="Freeform 56">
                        <a:extLst>
                          <a:ext uri="{FF2B5EF4-FFF2-40B4-BE49-F238E27FC236}">
                            <a16:creationId xmlns:a16="http://schemas.microsoft.com/office/drawing/2014/main" id="{41CFE658-B711-5F10-DFC1-3CBCC3C97A8F}"/>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4" name="Group 57">
                      <a:extLst>
                        <a:ext uri="{FF2B5EF4-FFF2-40B4-BE49-F238E27FC236}">
                          <a16:creationId xmlns:a16="http://schemas.microsoft.com/office/drawing/2014/main" id="{7541668C-0E05-37AE-6EE2-D0825F717E2F}"/>
                        </a:ext>
                      </a:extLst>
                    </p:cNvPr>
                    <p:cNvGrpSpPr>
                      <a:grpSpLocks noChangeAspect="1"/>
                    </p:cNvGrpSpPr>
                    <p:nvPr/>
                  </p:nvGrpSpPr>
                  <p:grpSpPr bwMode="auto">
                    <a:xfrm>
                      <a:off x="429" y="1639"/>
                      <a:ext cx="822" cy="291"/>
                      <a:chOff x="429" y="1639"/>
                      <a:chExt cx="822" cy="291"/>
                    </a:xfrm>
                  </p:grpSpPr>
                  <p:sp>
                    <p:nvSpPr>
                      <p:cNvPr id="65" name="Freeform 58">
                        <a:extLst>
                          <a:ext uri="{FF2B5EF4-FFF2-40B4-BE49-F238E27FC236}">
                            <a16:creationId xmlns:a16="http://schemas.microsoft.com/office/drawing/2014/main" id="{561F3C95-A700-30A0-8292-169A976B4C91}"/>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 name="Freeform 59">
                        <a:extLst>
                          <a:ext uri="{FF2B5EF4-FFF2-40B4-BE49-F238E27FC236}">
                            <a16:creationId xmlns:a16="http://schemas.microsoft.com/office/drawing/2014/main" id="{9D58ADBC-115C-5E83-90C9-46F73F5A1483}"/>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 name="Freeform 60">
                        <a:extLst>
                          <a:ext uri="{FF2B5EF4-FFF2-40B4-BE49-F238E27FC236}">
                            <a16:creationId xmlns:a16="http://schemas.microsoft.com/office/drawing/2014/main" id="{0C03CCDE-55C8-20C1-091C-1ECEB43A0F3C}"/>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 name="Freeform 61">
                        <a:extLst>
                          <a:ext uri="{FF2B5EF4-FFF2-40B4-BE49-F238E27FC236}">
                            <a16:creationId xmlns:a16="http://schemas.microsoft.com/office/drawing/2014/main" id="{7770061D-8412-E3DB-EF8E-FE364357DB27}"/>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 name="Freeform 62">
                        <a:extLst>
                          <a:ext uri="{FF2B5EF4-FFF2-40B4-BE49-F238E27FC236}">
                            <a16:creationId xmlns:a16="http://schemas.microsoft.com/office/drawing/2014/main" id="{10AC041C-F0AF-8AF7-A4F1-398E2EDE9DD1}"/>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 name="Freeform 63">
                        <a:extLst>
                          <a:ext uri="{FF2B5EF4-FFF2-40B4-BE49-F238E27FC236}">
                            <a16:creationId xmlns:a16="http://schemas.microsoft.com/office/drawing/2014/main" id="{D4DF5D61-BCC3-AB8C-5BDD-D3CFA87E4F1A}"/>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 name="Freeform 64">
                        <a:extLst>
                          <a:ext uri="{FF2B5EF4-FFF2-40B4-BE49-F238E27FC236}">
                            <a16:creationId xmlns:a16="http://schemas.microsoft.com/office/drawing/2014/main" id="{EDD4D22E-16BF-4E73-993A-B9458A82ECFE}"/>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65">
                        <a:extLst>
                          <a:ext uri="{FF2B5EF4-FFF2-40B4-BE49-F238E27FC236}">
                            <a16:creationId xmlns:a16="http://schemas.microsoft.com/office/drawing/2014/main" id="{F2E1DEB4-E102-EAB7-3B49-13A409A16329}"/>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62" name="WordArt 66">
                    <a:extLst>
                      <a:ext uri="{FF2B5EF4-FFF2-40B4-BE49-F238E27FC236}">
                        <a16:creationId xmlns:a16="http://schemas.microsoft.com/office/drawing/2014/main" id="{5BC1DDF5-C4E0-0138-EF29-B48BC503635D}"/>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1</a:t>
                    </a:r>
                  </a:p>
                </p:txBody>
              </p:sp>
            </p:grpSp>
            <p:sp>
              <p:nvSpPr>
                <p:cNvPr id="19" name="Text Box 67">
                  <a:extLst>
                    <a:ext uri="{FF2B5EF4-FFF2-40B4-BE49-F238E27FC236}">
                      <a16:creationId xmlns:a16="http://schemas.microsoft.com/office/drawing/2014/main" id="{7274BDE1-C9C9-9A02-E8C8-B65D2D965648}"/>
                    </a:ext>
                  </a:extLst>
                </p:cNvPr>
                <p:cNvSpPr txBox="1">
                  <a:spLocks noChangeArrowheads="1"/>
                </p:cNvSpPr>
                <p:nvPr/>
              </p:nvSpPr>
              <p:spPr bwMode="auto">
                <a:xfrm>
                  <a:off x="3313" y="3770"/>
                  <a:ext cx="91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X.X.X.X/25</a:t>
                  </a:r>
                </a:p>
              </p:txBody>
            </p:sp>
            <p:grpSp>
              <p:nvGrpSpPr>
                <p:cNvPr id="20" name="Group 68">
                  <a:extLst>
                    <a:ext uri="{FF2B5EF4-FFF2-40B4-BE49-F238E27FC236}">
                      <a16:creationId xmlns:a16="http://schemas.microsoft.com/office/drawing/2014/main" id="{63B4B9E8-0FEE-3EDF-B51B-2807F1F78CC5}"/>
                    </a:ext>
                  </a:extLst>
                </p:cNvPr>
                <p:cNvGrpSpPr>
                  <a:grpSpLocks/>
                </p:cNvGrpSpPr>
                <p:nvPr/>
              </p:nvGrpSpPr>
              <p:grpSpPr bwMode="auto">
                <a:xfrm>
                  <a:off x="816" y="2974"/>
                  <a:ext cx="624" cy="384"/>
                  <a:chOff x="3792" y="3408"/>
                  <a:chExt cx="960" cy="528"/>
                </a:xfrm>
              </p:grpSpPr>
              <p:sp>
                <p:nvSpPr>
                  <p:cNvPr id="39" name="AutoShape 69">
                    <a:extLst>
                      <a:ext uri="{FF2B5EF4-FFF2-40B4-BE49-F238E27FC236}">
                        <a16:creationId xmlns:a16="http://schemas.microsoft.com/office/drawing/2014/main" id="{89393AC6-DDD1-96A7-4645-B26CFC107EF9}"/>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dirty="0"/>
                  </a:p>
                </p:txBody>
              </p:sp>
              <p:grpSp>
                <p:nvGrpSpPr>
                  <p:cNvPr id="40" name="Group 70">
                    <a:extLst>
                      <a:ext uri="{FF2B5EF4-FFF2-40B4-BE49-F238E27FC236}">
                        <a16:creationId xmlns:a16="http://schemas.microsoft.com/office/drawing/2014/main" id="{E9E1E518-2821-47A7-C5A9-9AF4D73347CB}"/>
                      </a:ext>
                    </a:extLst>
                  </p:cNvPr>
                  <p:cNvGrpSpPr>
                    <a:grpSpLocks noChangeAspect="1"/>
                  </p:cNvGrpSpPr>
                  <p:nvPr/>
                </p:nvGrpSpPr>
                <p:grpSpPr bwMode="auto">
                  <a:xfrm>
                    <a:off x="3968" y="3441"/>
                    <a:ext cx="599" cy="207"/>
                    <a:chOff x="422" y="1632"/>
                    <a:chExt cx="829" cy="298"/>
                  </a:xfrm>
                </p:grpSpPr>
                <p:grpSp>
                  <p:nvGrpSpPr>
                    <p:cNvPr id="42" name="Group 71">
                      <a:extLst>
                        <a:ext uri="{FF2B5EF4-FFF2-40B4-BE49-F238E27FC236}">
                          <a16:creationId xmlns:a16="http://schemas.microsoft.com/office/drawing/2014/main" id="{F54E6856-9015-C3B6-B5F2-E899DB29B81B}"/>
                        </a:ext>
                      </a:extLst>
                    </p:cNvPr>
                    <p:cNvGrpSpPr>
                      <a:grpSpLocks noChangeAspect="1"/>
                    </p:cNvGrpSpPr>
                    <p:nvPr/>
                  </p:nvGrpSpPr>
                  <p:grpSpPr bwMode="auto">
                    <a:xfrm>
                      <a:off x="422" y="1632"/>
                      <a:ext cx="822" cy="291"/>
                      <a:chOff x="422" y="1632"/>
                      <a:chExt cx="822" cy="291"/>
                    </a:xfrm>
                  </p:grpSpPr>
                  <p:sp>
                    <p:nvSpPr>
                      <p:cNvPr id="52" name="Freeform 72">
                        <a:extLst>
                          <a:ext uri="{FF2B5EF4-FFF2-40B4-BE49-F238E27FC236}">
                            <a16:creationId xmlns:a16="http://schemas.microsoft.com/office/drawing/2014/main" id="{FE4F4527-46EF-6471-CD38-D0C8B1A445AF}"/>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73">
                        <a:extLst>
                          <a:ext uri="{FF2B5EF4-FFF2-40B4-BE49-F238E27FC236}">
                            <a16:creationId xmlns:a16="http://schemas.microsoft.com/office/drawing/2014/main" id="{DA9CF040-7D76-9E08-ADAC-2C5F402E9ADD}"/>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74">
                        <a:extLst>
                          <a:ext uri="{FF2B5EF4-FFF2-40B4-BE49-F238E27FC236}">
                            <a16:creationId xmlns:a16="http://schemas.microsoft.com/office/drawing/2014/main" id="{20CE6864-61B8-2ED2-C2BF-C68D8AC3B3D1}"/>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75">
                        <a:extLst>
                          <a:ext uri="{FF2B5EF4-FFF2-40B4-BE49-F238E27FC236}">
                            <a16:creationId xmlns:a16="http://schemas.microsoft.com/office/drawing/2014/main" id="{C681875D-B42B-31D3-5371-FAA9E2BB1725}"/>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76">
                        <a:extLst>
                          <a:ext uri="{FF2B5EF4-FFF2-40B4-BE49-F238E27FC236}">
                            <a16:creationId xmlns:a16="http://schemas.microsoft.com/office/drawing/2014/main" id="{381823DC-5CA4-6365-69CD-73C2153E5F82}"/>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77">
                        <a:extLst>
                          <a:ext uri="{FF2B5EF4-FFF2-40B4-BE49-F238E27FC236}">
                            <a16:creationId xmlns:a16="http://schemas.microsoft.com/office/drawing/2014/main" id="{706C4352-2723-FBA8-B3A2-76310ACC41EF}"/>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 name="Freeform 78">
                        <a:extLst>
                          <a:ext uri="{FF2B5EF4-FFF2-40B4-BE49-F238E27FC236}">
                            <a16:creationId xmlns:a16="http://schemas.microsoft.com/office/drawing/2014/main" id="{24FBD23C-093C-BC09-0690-9EF11FC5A9EB}"/>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79">
                        <a:extLst>
                          <a:ext uri="{FF2B5EF4-FFF2-40B4-BE49-F238E27FC236}">
                            <a16:creationId xmlns:a16="http://schemas.microsoft.com/office/drawing/2014/main" id="{EA554487-9E9F-C1F8-130D-CEA3C9523C7C}"/>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3" name="Group 80">
                      <a:extLst>
                        <a:ext uri="{FF2B5EF4-FFF2-40B4-BE49-F238E27FC236}">
                          <a16:creationId xmlns:a16="http://schemas.microsoft.com/office/drawing/2014/main" id="{E17F2FB9-3C2D-9351-E43E-689B23406BB5}"/>
                        </a:ext>
                      </a:extLst>
                    </p:cNvPr>
                    <p:cNvGrpSpPr>
                      <a:grpSpLocks noChangeAspect="1"/>
                    </p:cNvGrpSpPr>
                    <p:nvPr/>
                  </p:nvGrpSpPr>
                  <p:grpSpPr bwMode="auto">
                    <a:xfrm>
                      <a:off x="429" y="1639"/>
                      <a:ext cx="822" cy="291"/>
                      <a:chOff x="429" y="1639"/>
                      <a:chExt cx="822" cy="291"/>
                    </a:xfrm>
                  </p:grpSpPr>
                  <p:sp>
                    <p:nvSpPr>
                      <p:cNvPr id="44" name="Freeform 81">
                        <a:extLst>
                          <a:ext uri="{FF2B5EF4-FFF2-40B4-BE49-F238E27FC236}">
                            <a16:creationId xmlns:a16="http://schemas.microsoft.com/office/drawing/2014/main" id="{57F96ED3-1DE7-1A9C-E76C-221E63B174C3}"/>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82">
                        <a:extLst>
                          <a:ext uri="{FF2B5EF4-FFF2-40B4-BE49-F238E27FC236}">
                            <a16:creationId xmlns:a16="http://schemas.microsoft.com/office/drawing/2014/main" id="{563270BD-FE56-5C59-EF63-5C8F23C15614}"/>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83">
                        <a:extLst>
                          <a:ext uri="{FF2B5EF4-FFF2-40B4-BE49-F238E27FC236}">
                            <a16:creationId xmlns:a16="http://schemas.microsoft.com/office/drawing/2014/main" id="{C9EBAB4C-1A1D-5B38-A47D-0C35114CA1C6}"/>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Freeform 84">
                        <a:extLst>
                          <a:ext uri="{FF2B5EF4-FFF2-40B4-BE49-F238E27FC236}">
                            <a16:creationId xmlns:a16="http://schemas.microsoft.com/office/drawing/2014/main" id="{7DBD83F0-4CC5-02F1-3EA5-B7218223BCB9}"/>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 name="Freeform 85">
                        <a:extLst>
                          <a:ext uri="{FF2B5EF4-FFF2-40B4-BE49-F238E27FC236}">
                            <a16:creationId xmlns:a16="http://schemas.microsoft.com/office/drawing/2014/main" id="{CC024E6D-4385-9FBF-A701-1747E1B95E8F}"/>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 name="Freeform 86">
                        <a:extLst>
                          <a:ext uri="{FF2B5EF4-FFF2-40B4-BE49-F238E27FC236}">
                            <a16:creationId xmlns:a16="http://schemas.microsoft.com/office/drawing/2014/main" id="{2B45E2A9-E413-76B3-8374-C88DC3E06F03}"/>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 name="Freeform 87">
                        <a:extLst>
                          <a:ext uri="{FF2B5EF4-FFF2-40B4-BE49-F238E27FC236}">
                            <a16:creationId xmlns:a16="http://schemas.microsoft.com/office/drawing/2014/main" id="{E09AD516-8427-E895-B9AD-C53CC27C70BB}"/>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88">
                        <a:extLst>
                          <a:ext uri="{FF2B5EF4-FFF2-40B4-BE49-F238E27FC236}">
                            <a16:creationId xmlns:a16="http://schemas.microsoft.com/office/drawing/2014/main" id="{C1818E2A-3730-F8AB-A175-BBE97B41A245}"/>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1" name="WordArt 89">
                    <a:extLst>
                      <a:ext uri="{FF2B5EF4-FFF2-40B4-BE49-F238E27FC236}">
                        <a16:creationId xmlns:a16="http://schemas.microsoft.com/office/drawing/2014/main" id="{A479B081-2761-1EB9-A619-D00F61BA3751}"/>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2</a:t>
                    </a:r>
                  </a:p>
                </p:txBody>
              </p:sp>
            </p:grpSp>
            <p:sp>
              <p:nvSpPr>
                <p:cNvPr id="21" name="Text Box 91">
                  <a:extLst>
                    <a:ext uri="{FF2B5EF4-FFF2-40B4-BE49-F238E27FC236}">
                      <a16:creationId xmlns:a16="http://schemas.microsoft.com/office/drawing/2014/main" id="{98D95968-8E3D-15B9-31F7-D2CB9E0E84CD}"/>
                    </a:ext>
                  </a:extLst>
                </p:cNvPr>
                <p:cNvSpPr txBox="1">
                  <a:spLocks noChangeArrowheads="1"/>
                </p:cNvSpPr>
                <p:nvPr/>
              </p:nvSpPr>
              <p:spPr bwMode="auto">
                <a:xfrm>
                  <a:off x="1704" y="3204"/>
                  <a:ext cx="84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10.0.3.0/30</a:t>
                  </a:r>
                </a:p>
              </p:txBody>
            </p:sp>
            <p:grpSp>
              <p:nvGrpSpPr>
                <p:cNvPr id="22" name="Group 92">
                  <a:extLst>
                    <a:ext uri="{FF2B5EF4-FFF2-40B4-BE49-F238E27FC236}">
                      <a16:creationId xmlns:a16="http://schemas.microsoft.com/office/drawing/2014/main" id="{8CFBC183-0E43-5901-F8D8-5404F8228DD0}"/>
                    </a:ext>
                  </a:extLst>
                </p:cNvPr>
                <p:cNvGrpSpPr>
                  <a:grpSpLocks/>
                </p:cNvGrpSpPr>
                <p:nvPr/>
              </p:nvGrpSpPr>
              <p:grpSpPr bwMode="auto">
                <a:xfrm>
                  <a:off x="1488" y="2820"/>
                  <a:ext cx="288" cy="240"/>
                  <a:chOff x="144" y="3264"/>
                  <a:chExt cx="288" cy="240"/>
                </a:xfrm>
              </p:grpSpPr>
              <p:sp>
                <p:nvSpPr>
                  <p:cNvPr id="37" name="Rectangle 93">
                    <a:extLst>
                      <a:ext uri="{FF2B5EF4-FFF2-40B4-BE49-F238E27FC236}">
                        <a16:creationId xmlns:a16="http://schemas.microsoft.com/office/drawing/2014/main" id="{6F35B61E-CB56-5EAB-C6DC-0DAA90EC7DA6}"/>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38" name="Rectangle 94">
                    <a:extLst>
                      <a:ext uri="{FF2B5EF4-FFF2-40B4-BE49-F238E27FC236}">
                        <a16:creationId xmlns:a16="http://schemas.microsoft.com/office/drawing/2014/main" id="{D1727A5A-82A8-42F3-DFB2-1F8519E0B2E1}"/>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2</a:t>
                    </a:r>
                  </a:p>
                </p:txBody>
              </p:sp>
            </p:grpSp>
            <p:grpSp>
              <p:nvGrpSpPr>
                <p:cNvPr id="23" name="Group 95">
                  <a:extLst>
                    <a:ext uri="{FF2B5EF4-FFF2-40B4-BE49-F238E27FC236}">
                      <a16:creationId xmlns:a16="http://schemas.microsoft.com/office/drawing/2014/main" id="{34BF79AB-0091-CF0B-FFE6-ACDC20AA1F7D}"/>
                    </a:ext>
                  </a:extLst>
                </p:cNvPr>
                <p:cNvGrpSpPr>
                  <a:grpSpLocks/>
                </p:cNvGrpSpPr>
                <p:nvPr/>
              </p:nvGrpSpPr>
              <p:grpSpPr bwMode="auto">
                <a:xfrm>
                  <a:off x="2352" y="2820"/>
                  <a:ext cx="288" cy="240"/>
                  <a:chOff x="144" y="3264"/>
                  <a:chExt cx="288" cy="240"/>
                </a:xfrm>
              </p:grpSpPr>
              <p:sp>
                <p:nvSpPr>
                  <p:cNvPr id="35" name="Rectangle 96">
                    <a:extLst>
                      <a:ext uri="{FF2B5EF4-FFF2-40B4-BE49-F238E27FC236}">
                        <a16:creationId xmlns:a16="http://schemas.microsoft.com/office/drawing/2014/main" id="{69E14E8E-CC63-E583-5A60-C6CF16D67557}"/>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eth2</a:t>
                    </a:r>
                  </a:p>
                </p:txBody>
              </p:sp>
              <p:sp>
                <p:nvSpPr>
                  <p:cNvPr id="36" name="Rectangle 97">
                    <a:extLst>
                      <a:ext uri="{FF2B5EF4-FFF2-40B4-BE49-F238E27FC236}">
                        <a16:creationId xmlns:a16="http://schemas.microsoft.com/office/drawing/2014/main" id="{C91F6C8E-1CE4-6989-F1B3-FCCA3661D504}"/>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x</a:t>
                    </a:r>
                  </a:p>
                </p:txBody>
              </p:sp>
            </p:grpSp>
            <p:grpSp>
              <p:nvGrpSpPr>
                <p:cNvPr id="24" name="Group 98">
                  <a:extLst>
                    <a:ext uri="{FF2B5EF4-FFF2-40B4-BE49-F238E27FC236}">
                      <a16:creationId xmlns:a16="http://schemas.microsoft.com/office/drawing/2014/main" id="{3AB5A9D4-E431-6FD4-13CA-60B32D8F8FBD}"/>
                    </a:ext>
                  </a:extLst>
                </p:cNvPr>
                <p:cNvGrpSpPr>
                  <a:grpSpLocks/>
                </p:cNvGrpSpPr>
                <p:nvPr/>
              </p:nvGrpSpPr>
              <p:grpSpPr bwMode="auto">
                <a:xfrm>
                  <a:off x="3072" y="3396"/>
                  <a:ext cx="288" cy="240"/>
                  <a:chOff x="144" y="3264"/>
                  <a:chExt cx="288" cy="240"/>
                </a:xfrm>
              </p:grpSpPr>
              <p:sp>
                <p:nvSpPr>
                  <p:cNvPr id="33" name="Rectangle 99">
                    <a:extLst>
                      <a:ext uri="{FF2B5EF4-FFF2-40B4-BE49-F238E27FC236}">
                        <a16:creationId xmlns:a16="http://schemas.microsoft.com/office/drawing/2014/main" id="{CE80EC53-380D-979A-AA50-AC3F9A62DCA4}"/>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4" name="Rectangle 100">
                    <a:extLst>
                      <a:ext uri="{FF2B5EF4-FFF2-40B4-BE49-F238E27FC236}">
                        <a16:creationId xmlns:a16="http://schemas.microsoft.com/office/drawing/2014/main" id="{7934E2DE-2416-3D42-9F2B-FC0A4CF5B7D1}"/>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x</a:t>
                    </a:r>
                  </a:p>
                </p:txBody>
              </p:sp>
            </p:grpSp>
            <p:sp>
              <p:nvSpPr>
                <p:cNvPr id="25" name="Line 101">
                  <a:extLst>
                    <a:ext uri="{FF2B5EF4-FFF2-40B4-BE49-F238E27FC236}">
                      <a16:creationId xmlns:a16="http://schemas.microsoft.com/office/drawing/2014/main" id="{1AE99F4E-C3B4-D158-4EBF-4EBBD8628961}"/>
                    </a:ext>
                  </a:extLst>
                </p:cNvPr>
                <p:cNvSpPr>
                  <a:spLocks noChangeShapeType="1"/>
                </p:cNvSpPr>
                <p:nvPr/>
              </p:nvSpPr>
              <p:spPr bwMode="auto">
                <a:xfrm flipH="1">
                  <a:off x="2832" y="3780"/>
                  <a:ext cx="230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6" name="Oval 102">
                  <a:extLst>
                    <a:ext uri="{FF2B5EF4-FFF2-40B4-BE49-F238E27FC236}">
                      <a16:creationId xmlns:a16="http://schemas.microsoft.com/office/drawing/2014/main" id="{6F29F84F-E3C2-878C-1007-6B6D46B68452}"/>
                    </a:ext>
                  </a:extLst>
                </p:cNvPr>
                <p:cNvSpPr>
                  <a:spLocks noChangeArrowheads="1"/>
                </p:cNvSpPr>
                <p:nvPr/>
              </p:nvSpPr>
              <p:spPr bwMode="auto">
                <a:xfrm flipH="1">
                  <a:off x="2688" y="3684"/>
                  <a:ext cx="192" cy="192"/>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1800" dirty="0">
                      <a:latin typeface="Tahoma" panose="020B0604030504040204" pitchFamily="34" charset="0"/>
                    </a:rPr>
                    <a:t>A1</a:t>
                  </a:r>
                </a:p>
              </p:txBody>
            </p:sp>
            <p:grpSp>
              <p:nvGrpSpPr>
                <p:cNvPr id="27" name="Group 103">
                  <a:extLst>
                    <a:ext uri="{FF2B5EF4-FFF2-40B4-BE49-F238E27FC236}">
                      <a16:creationId xmlns:a16="http://schemas.microsoft.com/office/drawing/2014/main" id="{93F72E92-9DAB-4F74-884E-FFBF9574EA64}"/>
                    </a:ext>
                  </a:extLst>
                </p:cNvPr>
                <p:cNvGrpSpPr>
                  <a:grpSpLocks/>
                </p:cNvGrpSpPr>
                <p:nvPr/>
              </p:nvGrpSpPr>
              <p:grpSpPr bwMode="auto">
                <a:xfrm>
                  <a:off x="3888" y="3396"/>
                  <a:ext cx="288" cy="240"/>
                  <a:chOff x="144" y="3264"/>
                  <a:chExt cx="288" cy="240"/>
                </a:xfrm>
              </p:grpSpPr>
              <p:sp>
                <p:nvSpPr>
                  <p:cNvPr id="31" name="Rectangle 104">
                    <a:extLst>
                      <a:ext uri="{FF2B5EF4-FFF2-40B4-BE49-F238E27FC236}">
                        <a16:creationId xmlns:a16="http://schemas.microsoft.com/office/drawing/2014/main" id="{844082CC-9945-D7F0-064A-F9BBF8D785AB}"/>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a:latin typeface="Courier New" panose="02070309020205020404" pitchFamily="49" charset="0"/>
                      </a:rPr>
                      <a:t>eth0</a:t>
                    </a:r>
                  </a:p>
                </p:txBody>
              </p:sp>
              <p:sp>
                <p:nvSpPr>
                  <p:cNvPr id="32" name="Rectangle 105">
                    <a:extLst>
                      <a:ext uri="{FF2B5EF4-FFF2-40B4-BE49-F238E27FC236}">
                        <a16:creationId xmlns:a16="http://schemas.microsoft.com/office/drawing/2014/main" id="{004FAE78-A33C-B4E8-3B4E-363F7E2AC7D3}"/>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3</a:t>
                    </a:r>
                  </a:p>
                </p:txBody>
              </p:sp>
            </p:grpSp>
          </p:grpSp>
          <p:sp>
            <p:nvSpPr>
              <p:cNvPr id="9" name="CasellaDiTesto 8">
                <a:extLst>
                  <a:ext uri="{FF2B5EF4-FFF2-40B4-BE49-F238E27FC236}">
                    <a16:creationId xmlns:a16="http://schemas.microsoft.com/office/drawing/2014/main" id="{6D5DB80B-CD49-B7EB-BFE2-412A693FF1FE}"/>
                  </a:ext>
                </a:extLst>
              </p:cNvPr>
              <p:cNvSpPr txBox="1"/>
              <p:nvPr/>
            </p:nvSpPr>
            <p:spPr>
              <a:xfrm>
                <a:off x="7457843" y="1674345"/>
                <a:ext cx="645459" cy="369332"/>
              </a:xfrm>
              <a:prstGeom prst="rect">
                <a:avLst/>
              </a:prstGeom>
              <a:noFill/>
            </p:spPr>
            <p:txBody>
              <a:bodyPr wrap="square" rtlCol="0">
                <a:spAutoFit/>
              </a:bodyPr>
              <a:lstStyle/>
              <a:p>
                <a:pPr algn="ctr"/>
                <a:r>
                  <a:rPr lang="en-US" dirty="0"/>
                  <a:t>pc1</a:t>
                </a:r>
              </a:p>
            </p:txBody>
          </p:sp>
        </p:grpSp>
        <p:sp>
          <p:nvSpPr>
            <p:cNvPr id="7" name="Oval 102">
              <a:extLst>
                <a:ext uri="{FF2B5EF4-FFF2-40B4-BE49-F238E27FC236}">
                  <a16:creationId xmlns:a16="http://schemas.microsoft.com/office/drawing/2014/main" id="{2BB31075-E079-A341-0289-B4FB9EE98425}"/>
                </a:ext>
              </a:extLst>
            </p:cNvPr>
            <p:cNvSpPr>
              <a:spLocks noChangeArrowheads="1"/>
            </p:cNvSpPr>
            <p:nvPr/>
          </p:nvSpPr>
          <p:spPr bwMode="auto">
            <a:xfrm flipH="1">
              <a:off x="4751294" y="3133131"/>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dirty="0">
                  <a:latin typeface="Tahoma" panose="020B0604030504040204" pitchFamily="34" charset="0"/>
                </a:rPr>
                <a:t>B</a:t>
              </a:r>
            </a:p>
          </p:txBody>
        </p:sp>
      </p:grpSp>
      <p:sp>
        <p:nvSpPr>
          <p:cNvPr id="81" name="Line 44">
            <a:extLst>
              <a:ext uri="{FF2B5EF4-FFF2-40B4-BE49-F238E27FC236}">
                <a16:creationId xmlns:a16="http://schemas.microsoft.com/office/drawing/2014/main" id="{F23D62FD-B92A-D78E-9CBC-15C8A34CB69D}"/>
              </a:ext>
            </a:extLst>
          </p:cNvPr>
          <p:cNvSpPr>
            <a:spLocks noChangeShapeType="1"/>
          </p:cNvSpPr>
          <p:nvPr/>
        </p:nvSpPr>
        <p:spPr bwMode="auto">
          <a:xfrm flipH="1" flipV="1">
            <a:off x="6444881" y="3209853"/>
            <a:ext cx="22500" cy="7636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 name="Line 101">
            <a:extLst>
              <a:ext uri="{FF2B5EF4-FFF2-40B4-BE49-F238E27FC236}">
                <a16:creationId xmlns:a16="http://schemas.microsoft.com/office/drawing/2014/main" id="{17913542-9C51-BAB0-E925-5EDBC82703D6}"/>
              </a:ext>
            </a:extLst>
          </p:cNvPr>
          <p:cNvSpPr>
            <a:spLocks noChangeShapeType="1"/>
          </p:cNvSpPr>
          <p:nvPr/>
        </p:nvSpPr>
        <p:spPr bwMode="auto">
          <a:xfrm flipH="1">
            <a:off x="6138494" y="3209853"/>
            <a:ext cx="3657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83" name="Oval 102">
            <a:extLst>
              <a:ext uri="{FF2B5EF4-FFF2-40B4-BE49-F238E27FC236}">
                <a16:creationId xmlns:a16="http://schemas.microsoft.com/office/drawing/2014/main" id="{999B55D7-30B9-6D9B-A705-A212867A7ADE}"/>
              </a:ext>
            </a:extLst>
          </p:cNvPr>
          <p:cNvSpPr>
            <a:spLocks noChangeArrowheads="1"/>
          </p:cNvSpPr>
          <p:nvPr/>
        </p:nvSpPr>
        <p:spPr bwMode="auto">
          <a:xfrm flipH="1">
            <a:off x="5909894" y="3057453"/>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1800" dirty="0">
                <a:latin typeface="Tahoma" panose="020B0604030504040204" pitchFamily="34" charset="0"/>
              </a:rPr>
              <a:t>A2</a:t>
            </a:r>
          </a:p>
        </p:txBody>
      </p:sp>
      <p:sp>
        <p:nvSpPr>
          <p:cNvPr id="84" name="Line 42">
            <a:extLst>
              <a:ext uri="{FF2B5EF4-FFF2-40B4-BE49-F238E27FC236}">
                <a16:creationId xmlns:a16="http://schemas.microsoft.com/office/drawing/2014/main" id="{06BDC4DA-3F06-624F-D733-44264F6E0527}"/>
              </a:ext>
            </a:extLst>
          </p:cNvPr>
          <p:cNvSpPr>
            <a:spLocks noChangeShapeType="1"/>
          </p:cNvSpPr>
          <p:nvPr/>
        </p:nvSpPr>
        <p:spPr bwMode="auto">
          <a:xfrm flipH="1">
            <a:off x="7759607" y="2441433"/>
            <a:ext cx="3175" cy="762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5" name="Picture 43">
            <a:extLst>
              <a:ext uri="{FF2B5EF4-FFF2-40B4-BE49-F238E27FC236}">
                <a16:creationId xmlns:a16="http://schemas.microsoft.com/office/drawing/2014/main" id="{DA95D0F4-69AF-AC42-DF42-1B270A459E1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782" y="1679433"/>
            <a:ext cx="9096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6" name="Rectangle 107">
            <a:extLst>
              <a:ext uri="{FF2B5EF4-FFF2-40B4-BE49-F238E27FC236}">
                <a16:creationId xmlns:a16="http://schemas.microsoft.com/office/drawing/2014/main" id="{DF6BCCF6-BF7F-9892-C33B-F38319885234}"/>
              </a:ext>
            </a:extLst>
          </p:cNvPr>
          <p:cNvSpPr>
            <a:spLocks noChangeArrowheads="1"/>
          </p:cNvSpPr>
          <p:nvPr/>
        </p:nvSpPr>
        <p:spPr bwMode="auto">
          <a:xfrm>
            <a:off x="7835807" y="2777983"/>
            <a:ext cx="457200" cy="196850"/>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88" name="Rectangle 108">
            <a:extLst>
              <a:ext uri="{FF2B5EF4-FFF2-40B4-BE49-F238E27FC236}">
                <a16:creationId xmlns:a16="http://schemas.microsoft.com/office/drawing/2014/main" id="{21C6B786-4C68-5125-2474-05966C0D62C2}"/>
              </a:ext>
            </a:extLst>
          </p:cNvPr>
          <p:cNvSpPr>
            <a:spLocks noChangeArrowheads="1"/>
          </p:cNvSpPr>
          <p:nvPr/>
        </p:nvSpPr>
        <p:spPr bwMode="auto">
          <a:xfrm>
            <a:off x="7835807" y="2593833"/>
            <a:ext cx="457200" cy="1841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130</a:t>
            </a:r>
          </a:p>
        </p:txBody>
      </p:sp>
      <p:sp>
        <p:nvSpPr>
          <p:cNvPr id="89" name="CasellaDiTesto 88">
            <a:extLst>
              <a:ext uri="{FF2B5EF4-FFF2-40B4-BE49-F238E27FC236}">
                <a16:creationId xmlns:a16="http://schemas.microsoft.com/office/drawing/2014/main" id="{4690636E-96E3-BA33-7FA2-09DD12154704}"/>
              </a:ext>
            </a:extLst>
          </p:cNvPr>
          <p:cNvSpPr txBox="1"/>
          <p:nvPr/>
        </p:nvSpPr>
        <p:spPr>
          <a:xfrm>
            <a:off x="7474928" y="1788503"/>
            <a:ext cx="645459" cy="369332"/>
          </a:xfrm>
          <a:prstGeom prst="rect">
            <a:avLst/>
          </a:prstGeom>
          <a:noFill/>
        </p:spPr>
        <p:txBody>
          <a:bodyPr wrap="square" rtlCol="0">
            <a:spAutoFit/>
          </a:bodyPr>
          <a:lstStyle/>
          <a:p>
            <a:pPr algn="ctr"/>
            <a:r>
              <a:rPr lang="en-US" dirty="0"/>
              <a:t>pc2</a:t>
            </a:r>
          </a:p>
        </p:txBody>
      </p:sp>
      <p:sp>
        <p:nvSpPr>
          <p:cNvPr id="90" name="Text Box 67">
            <a:extLst>
              <a:ext uri="{FF2B5EF4-FFF2-40B4-BE49-F238E27FC236}">
                <a16:creationId xmlns:a16="http://schemas.microsoft.com/office/drawing/2014/main" id="{3E967755-D793-26EF-E9A4-C02B236B2FF0}"/>
              </a:ext>
            </a:extLst>
          </p:cNvPr>
          <p:cNvSpPr txBox="1">
            <a:spLocks noChangeArrowheads="1"/>
          </p:cNvSpPr>
          <p:nvPr/>
        </p:nvSpPr>
        <p:spPr bwMode="auto">
          <a:xfrm>
            <a:off x="7106350" y="3203433"/>
            <a:ext cx="14478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X.X.X.X/25</a:t>
            </a:r>
          </a:p>
        </p:txBody>
      </p:sp>
      <p:sp>
        <p:nvSpPr>
          <p:cNvPr id="91" name="Rectangle 99">
            <a:extLst>
              <a:ext uri="{FF2B5EF4-FFF2-40B4-BE49-F238E27FC236}">
                <a16:creationId xmlns:a16="http://schemas.microsoft.com/office/drawing/2014/main" id="{8F068D40-09E6-C380-06C5-D05EAA044B08}"/>
              </a:ext>
            </a:extLst>
          </p:cNvPr>
          <p:cNvSpPr>
            <a:spLocks noChangeArrowheads="1"/>
          </p:cNvSpPr>
          <p:nvPr/>
        </p:nvSpPr>
        <p:spPr bwMode="auto">
          <a:xfrm>
            <a:off x="6540313" y="3586185"/>
            <a:ext cx="457200" cy="196850"/>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eth1</a:t>
            </a:r>
          </a:p>
        </p:txBody>
      </p:sp>
      <p:sp>
        <p:nvSpPr>
          <p:cNvPr id="92" name="Rectangle 100">
            <a:extLst>
              <a:ext uri="{FF2B5EF4-FFF2-40B4-BE49-F238E27FC236}">
                <a16:creationId xmlns:a16="http://schemas.microsoft.com/office/drawing/2014/main" id="{B05EDCB4-057D-4439-2A53-C0CB738A0D6E}"/>
              </a:ext>
            </a:extLst>
          </p:cNvPr>
          <p:cNvSpPr>
            <a:spLocks noChangeArrowheads="1"/>
          </p:cNvSpPr>
          <p:nvPr/>
        </p:nvSpPr>
        <p:spPr bwMode="auto">
          <a:xfrm>
            <a:off x="6540313" y="3402035"/>
            <a:ext cx="457200" cy="1841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x</a:t>
            </a:r>
          </a:p>
        </p:txBody>
      </p:sp>
      <p:sp>
        <p:nvSpPr>
          <p:cNvPr id="10" name="AutoShape 62">
            <a:extLst>
              <a:ext uri="{FF2B5EF4-FFF2-40B4-BE49-F238E27FC236}">
                <a16:creationId xmlns:a16="http://schemas.microsoft.com/office/drawing/2014/main" id="{42C90796-76EC-E751-878F-1624B5D02BE4}"/>
              </a:ext>
            </a:extLst>
          </p:cNvPr>
          <p:cNvSpPr>
            <a:spLocks noChangeArrowheads="1"/>
          </p:cNvSpPr>
          <p:nvPr/>
        </p:nvSpPr>
        <p:spPr bwMode="auto">
          <a:xfrm>
            <a:off x="152012" y="1226047"/>
            <a:ext cx="5526105" cy="2262981"/>
          </a:xfrm>
          <a:prstGeom prst="wedgeRoundRectCallout">
            <a:avLst>
              <a:gd name="adj1" fmla="val -891"/>
              <a:gd name="adj2" fmla="val 69496"/>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noProof="0" dirty="0">
                <a:latin typeface="Arial" panose="020B0604020202020204" pitchFamily="34" charset="0"/>
                <a:cs typeface="Arial" panose="020B0604020202020204" pitchFamily="34" charset="0"/>
              </a:rPr>
              <a:t>In the</a:t>
            </a:r>
            <a:r>
              <a:rPr lang="en-US" sz="1600" dirty="0">
                <a:latin typeface="Arial" panose="020B0604020202020204" pitchFamily="34" charset="0"/>
                <a:cs typeface="Arial" panose="020B0604020202020204" pitchFamily="34" charset="0"/>
              </a:rPr>
              <a:t> provided configuration router2 has </a:t>
            </a:r>
            <a:r>
              <a:rPr lang="en-US" sz="1600" b="1" dirty="0">
                <a:latin typeface="Arial" panose="020B0604020202020204" pitchFamily="34" charset="0"/>
                <a:cs typeface="Arial" panose="020B0604020202020204" pitchFamily="34" charset="0"/>
              </a:rPr>
              <a:t>two different entries</a:t>
            </a:r>
            <a:r>
              <a:rPr lang="en-US" sz="1600" dirty="0">
                <a:latin typeface="Arial" panose="020B0604020202020204" pitchFamily="34" charset="0"/>
                <a:cs typeface="Arial" panose="020B0604020202020204" pitchFamily="34" charset="0"/>
              </a:rPr>
              <a:t> (corresponding to the /25 prefixes) in the routing table. </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Can we provide the same connectivity adding a single entry in the routing table?</a:t>
            </a:r>
          </a:p>
          <a:p>
            <a:pPr eaLnBrk="1" hangingPunct="1">
              <a:spcBef>
                <a:spcPct val="0"/>
              </a:spcBef>
              <a:buClrTx/>
              <a:buSzTx/>
              <a:buFontTx/>
              <a:buNone/>
            </a:pP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Modify router 2 commands and try to see if it works.</a:t>
            </a:r>
            <a:endParaRPr lang="en-US" sz="1600"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3814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A2D8F-2302-DD30-0F50-74EB44BB03B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F5A92D9-B3F1-5940-2072-21984FD3A800}"/>
              </a:ext>
            </a:extLst>
          </p:cNvPr>
          <p:cNvSpPr>
            <a:spLocks noGrp="1"/>
          </p:cNvSpPr>
          <p:nvPr>
            <p:ph type="title"/>
          </p:nvPr>
        </p:nvSpPr>
        <p:spPr/>
        <p:txBody>
          <a:bodyPr/>
          <a:lstStyle/>
          <a:p>
            <a:r>
              <a:rPr lang="en-US" dirty="0"/>
              <a:t>lab-4-lan: complete the configurations</a:t>
            </a:r>
          </a:p>
        </p:txBody>
      </p:sp>
      <p:sp>
        <p:nvSpPr>
          <p:cNvPr id="4" name="Segnaposto data 3">
            <a:extLst>
              <a:ext uri="{FF2B5EF4-FFF2-40B4-BE49-F238E27FC236}">
                <a16:creationId xmlns:a16="http://schemas.microsoft.com/office/drawing/2014/main" id="{DAA9A88F-F96E-A7EC-F2FC-E1A58EA2A0C2}"/>
              </a:ext>
            </a:extLst>
          </p:cNvPr>
          <p:cNvSpPr>
            <a:spLocks noGrp="1"/>
          </p:cNvSpPr>
          <p:nvPr>
            <p:ph type="dt" sz="half" idx="10"/>
          </p:nvPr>
        </p:nvSpPr>
        <p:spPr/>
        <p:txBody>
          <a:bodyPr/>
          <a:lstStyle/>
          <a:p>
            <a:pPr>
              <a:defRPr/>
            </a:pPr>
            <a:r>
              <a:rPr lang="en-US" altLang="it-IT" dirty="0"/>
              <a:t>last update: Nov 2025</a:t>
            </a:r>
            <a:endParaRPr lang="it-IT" altLang="it-IT" dirty="0"/>
          </a:p>
        </p:txBody>
      </p:sp>
      <p:sp>
        <p:nvSpPr>
          <p:cNvPr id="5" name="Segnaposto piè di pagina 4">
            <a:extLst>
              <a:ext uri="{FF2B5EF4-FFF2-40B4-BE49-F238E27FC236}">
                <a16:creationId xmlns:a16="http://schemas.microsoft.com/office/drawing/2014/main" id="{F7434257-7FF5-67D0-8424-1D21F30FECE4}"/>
              </a:ext>
            </a:extLst>
          </p:cNvPr>
          <p:cNvSpPr>
            <a:spLocks noGrp="1"/>
          </p:cNvSpPr>
          <p:nvPr>
            <p:ph type="ftr" sz="quarter" idx="11"/>
          </p:nvPr>
        </p:nvSpPr>
        <p:spPr>
          <a:xfrm>
            <a:off x="3205985" y="6452215"/>
            <a:ext cx="5951415" cy="333375"/>
          </a:xfrm>
        </p:spPr>
        <p:txBody>
          <a:bodyPr/>
          <a:lstStyle/>
          <a:p>
            <a:pPr>
              <a:defRPr/>
            </a:pPr>
            <a:r>
              <a:rPr lang="it-IT" altLang="it-IT"/>
              <a:t>kathara – [ lab: basic-ipv4 ]</a:t>
            </a:r>
            <a:endParaRPr lang="it-IT" altLang="it-IT" dirty="0"/>
          </a:p>
        </p:txBody>
      </p:sp>
      <p:sp>
        <p:nvSpPr>
          <p:cNvPr id="11" name="Line 38">
            <a:extLst>
              <a:ext uri="{FF2B5EF4-FFF2-40B4-BE49-F238E27FC236}">
                <a16:creationId xmlns:a16="http://schemas.microsoft.com/office/drawing/2014/main" id="{314038EF-8229-60F8-7886-0EFB88F37300}"/>
              </a:ext>
            </a:extLst>
          </p:cNvPr>
          <p:cNvSpPr>
            <a:spLocks noChangeShapeType="1"/>
          </p:cNvSpPr>
          <p:nvPr/>
        </p:nvSpPr>
        <p:spPr bwMode="auto">
          <a:xfrm flipH="1">
            <a:off x="1168374" y="4092481"/>
            <a:ext cx="990600"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39">
            <a:extLst>
              <a:ext uri="{FF2B5EF4-FFF2-40B4-BE49-F238E27FC236}">
                <a16:creationId xmlns:a16="http://schemas.microsoft.com/office/drawing/2014/main" id="{582B7026-02BA-4558-DC50-C5E0320D7DDF}"/>
              </a:ext>
            </a:extLst>
          </p:cNvPr>
          <p:cNvSpPr>
            <a:spLocks noChangeShapeType="1"/>
          </p:cNvSpPr>
          <p:nvPr/>
        </p:nvSpPr>
        <p:spPr bwMode="auto">
          <a:xfrm flipH="1">
            <a:off x="2692374" y="4065493"/>
            <a:ext cx="28241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8" name="Group 45">
            <a:extLst>
              <a:ext uri="{FF2B5EF4-FFF2-40B4-BE49-F238E27FC236}">
                <a16:creationId xmlns:a16="http://schemas.microsoft.com/office/drawing/2014/main" id="{E0F48D0E-72B8-382B-8BBC-8F45CDD342A2}"/>
              </a:ext>
            </a:extLst>
          </p:cNvPr>
          <p:cNvGrpSpPr>
            <a:grpSpLocks/>
          </p:cNvGrpSpPr>
          <p:nvPr/>
        </p:nvGrpSpPr>
        <p:grpSpPr bwMode="auto">
          <a:xfrm>
            <a:off x="4906937" y="3760693"/>
            <a:ext cx="990600" cy="609600"/>
            <a:chOff x="3792" y="3408"/>
            <a:chExt cx="960" cy="528"/>
          </a:xfrm>
        </p:grpSpPr>
        <p:sp>
          <p:nvSpPr>
            <p:cNvPr id="60" name="AutoShape 46">
              <a:extLst>
                <a:ext uri="{FF2B5EF4-FFF2-40B4-BE49-F238E27FC236}">
                  <a16:creationId xmlns:a16="http://schemas.microsoft.com/office/drawing/2014/main" id="{7E9C280B-E62C-E7CC-D868-FE598E7363AC}"/>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a:p>
          </p:txBody>
        </p:sp>
        <p:grpSp>
          <p:nvGrpSpPr>
            <p:cNvPr id="61" name="Group 47">
              <a:extLst>
                <a:ext uri="{FF2B5EF4-FFF2-40B4-BE49-F238E27FC236}">
                  <a16:creationId xmlns:a16="http://schemas.microsoft.com/office/drawing/2014/main" id="{AFD37744-20DC-BC75-88B2-A6457F17F966}"/>
                </a:ext>
              </a:extLst>
            </p:cNvPr>
            <p:cNvGrpSpPr>
              <a:grpSpLocks noChangeAspect="1"/>
            </p:cNvGrpSpPr>
            <p:nvPr/>
          </p:nvGrpSpPr>
          <p:grpSpPr bwMode="auto">
            <a:xfrm>
              <a:off x="3968" y="3441"/>
              <a:ext cx="599" cy="207"/>
              <a:chOff x="422" y="1632"/>
              <a:chExt cx="829" cy="298"/>
            </a:xfrm>
          </p:grpSpPr>
          <p:grpSp>
            <p:nvGrpSpPr>
              <p:cNvPr id="63" name="Group 48">
                <a:extLst>
                  <a:ext uri="{FF2B5EF4-FFF2-40B4-BE49-F238E27FC236}">
                    <a16:creationId xmlns:a16="http://schemas.microsoft.com/office/drawing/2014/main" id="{CFFAE0E1-DEF0-C690-1752-14837F37B10C}"/>
                  </a:ext>
                </a:extLst>
              </p:cNvPr>
              <p:cNvGrpSpPr>
                <a:grpSpLocks noChangeAspect="1"/>
              </p:cNvGrpSpPr>
              <p:nvPr/>
            </p:nvGrpSpPr>
            <p:grpSpPr bwMode="auto">
              <a:xfrm>
                <a:off x="422" y="1632"/>
                <a:ext cx="822" cy="291"/>
                <a:chOff x="422" y="1632"/>
                <a:chExt cx="822" cy="291"/>
              </a:xfrm>
            </p:grpSpPr>
            <p:sp>
              <p:nvSpPr>
                <p:cNvPr id="73" name="Freeform 49">
                  <a:extLst>
                    <a:ext uri="{FF2B5EF4-FFF2-40B4-BE49-F238E27FC236}">
                      <a16:creationId xmlns:a16="http://schemas.microsoft.com/office/drawing/2014/main" id="{B92BB534-56B1-005E-F62F-13DA58D59A7D}"/>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50">
                  <a:extLst>
                    <a:ext uri="{FF2B5EF4-FFF2-40B4-BE49-F238E27FC236}">
                      <a16:creationId xmlns:a16="http://schemas.microsoft.com/office/drawing/2014/main" id="{D23F1D52-C0A7-BE8E-F7E2-E91216A7A0E2}"/>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 name="Freeform 51">
                  <a:extLst>
                    <a:ext uri="{FF2B5EF4-FFF2-40B4-BE49-F238E27FC236}">
                      <a16:creationId xmlns:a16="http://schemas.microsoft.com/office/drawing/2014/main" id="{398A0039-0A05-DD09-058D-55F261A2C73A}"/>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6" name="Freeform 52">
                  <a:extLst>
                    <a:ext uri="{FF2B5EF4-FFF2-40B4-BE49-F238E27FC236}">
                      <a16:creationId xmlns:a16="http://schemas.microsoft.com/office/drawing/2014/main" id="{591BEA45-7FC1-7905-935B-A92E79CA350D}"/>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 name="Freeform 53">
                  <a:extLst>
                    <a:ext uri="{FF2B5EF4-FFF2-40B4-BE49-F238E27FC236}">
                      <a16:creationId xmlns:a16="http://schemas.microsoft.com/office/drawing/2014/main" id="{6183D202-2F9F-EA74-C106-629318F824AF}"/>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54">
                  <a:extLst>
                    <a:ext uri="{FF2B5EF4-FFF2-40B4-BE49-F238E27FC236}">
                      <a16:creationId xmlns:a16="http://schemas.microsoft.com/office/drawing/2014/main" id="{5BE1BB6D-43B1-B949-09C8-2C5CA73F1E7A}"/>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9" name="Freeform 55">
                  <a:extLst>
                    <a:ext uri="{FF2B5EF4-FFF2-40B4-BE49-F238E27FC236}">
                      <a16:creationId xmlns:a16="http://schemas.microsoft.com/office/drawing/2014/main" id="{E0783049-5CB6-BDAB-BEA4-150BF1263AB7}"/>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0" name="Freeform 56">
                  <a:extLst>
                    <a:ext uri="{FF2B5EF4-FFF2-40B4-BE49-F238E27FC236}">
                      <a16:creationId xmlns:a16="http://schemas.microsoft.com/office/drawing/2014/main" id="{15F72152-5906-B071-BCB2-134F9CFCD676}"/>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4" name="Group 57">
                <a:extLst>
                  <a:ext uri="{FF2B5EF4-FFF2-40B4-BE49-F238E27FC236}">
                    <a16:creationId xmlns:a16="http://schemas.microsoft.com/office/drawing/2014/main" id="{9B760B61-4513-D24C-9F06-0F742A0365F9}"/>
                  </a:ext>
                </a:extLst>
              </p:cNvPr>
              <p:cNvGrpSpPr>
                <a:grpSpLocks noChangeAspect="1"/>
              </p:cNvGrpSpPr>
              <p:nvPr/>
            </p:nvGrpSpPr>
            <p:grpSpPr bwMode="auto">
              <a:xfrm>
                <a:off x="429" y="1639"/>
                <a:ext cx="822" cy="291"/>
                <a:chOff x="429" y="1639"/>
                <a:chExt cx="822" cy="291"/>
              </a:xfrm>
            </p:grpSpPr>
            <p:sp>
              <p:nvSpPr>
                <p:cNvPr id="65" name="Freeform 58">
                  <a:extLst>
                    <a:ext uri="{FF2B5EF4-FFF2-40B4-BE49-F238E27FC236}">
                      <a16:creationId xmlns:a16="http://schemas.microsoft.com/office/drawing/2014/main" id="{226B7A80-C26D-3979-3BBB-3463C3252957}"/>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 name="Freeform 59">
                  <a:extLst>
                    <a:ext uri="{FF2B5EF4-FFF2-40B4-BE49-F238E27FC236}">
                      <a16:creationId xmlns:a16="http://schemas.microsoft.com/office/drawing/2014/main" id="{6BE4599A-CF50-BFAA-6268-F48E7A582787}"/>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 name="Freeform 60">
                  <a:extLst>
                    <a:ext uri="{FF2B5EF4-FFF2-40B4-BE49-F238E27FC236}">
                      <a16:creationId xmlns:a16="http://schemas.microsoft.com/office/drawing/2014/main" id="{CF0E036A-F269-3F6F-9C66-309B39552BC9}"/>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 name="Freeform 61">
                  <a:extLst>
                    <a:ext uri="{FF2B5EF4-FFF2-40B4-BE49-F238E27FC236}">
                      <a16:creationId xmlns:a16="http://schemas.microsoft.com/office/drawing/2014/main" id="{387E17CD-B531-6A8A-B536-FF7AF9CFFDF5}"/>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 name="Freeform 62">
                  <a:extLst>
                    <a:ext uri="{FF2B5EF4-FFF2-40B4-BE49-F238E27FC236}">
                      <a16:creationId xmlns:a16="http://schemas.microsoft.com/office/drawing/2014/main" id="{65D7F610-6896-29D3-5D64-CDC338DCFDBC}"/>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 name="Freeform 63">
                  <a:extLst>
                    <a:ext uri="{FF2B5EF4-FFF2-40B4-BE49-F238E27FC236}">
                      <a16:creationId xmlns:a16="http://schemas.microsoft.com/office/drawing/2014/main" id="{76A8AC7D-E40F-1854-DEE0-C91A42A60323}"/>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 name="Freeform 64">
                  <a:extLst>
                    <a:ext uri="{FF2B5EF4-FFF2-40B4-BE49-F238E27FC236}">
                      <a16:creationId xmlns:a16="http://schemas.microsoft.com/office/drawing/2014/main" id="{5B3E9F8C-EBC6-12F9-3C0F-15FD31CCCE3F}"/>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65">
                  <a:extLst>
                    <a:ext uri="{FF2B5EF4-FFF2-40B4-BE49-F238E27FC236}">
                      <a16:creationId xmlns:a16="http://schemas.microsoft.com/office/drawing/2014/main" id="{C9416405-7BA1-1DFF-978D-0E1723B83A20}"/>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62" name="WordArt 66">
              <a:extLst>
                <a:ext uri="{FF2B5EF4-FFF2-40B4-BE49-F238E27FC236}">
                  <a16:creationId xmlns:a16="http://schemas.microsoft.com/office/drawing/2014/main" id="{78BBCA50-19AE-3322-68D5-64EBF8636B8B}"/>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dirty="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1</a:t>
              </a:r>
            </a:p>
          </p:txBody>
        </p:sp>
      </p:grpSp>
      <p:grpSp>
        <p:nvGrpSpPr>
          <p:cNvPr id="20" name="Group 68">
            <a:extLst>
              <a:ext uri="{FF2B5EF4-FFF2-40B4-BE49-F238E27FC236}">
                <a16:creationId xmlns:a16="http://schemas.microsoft.com/office/drawing/2014/main" id="{B3A3AF6F-0901-EFD3-1850-028818EDF38E}"/>
              </a:ext>
            </a:extLst>
          </p:cNvPr>
          <p:cNvGrpSpPr>
            <a:grpSpLocks/>
          </p:cNvGrpSpPr>
          <p:nvPr/>
        </p:nvGrpSpPr>
        <p:grpSpPr bwMode="auto">
          <a:xfrm>
            <a:off x="1930374" y="3760693"/>
            <a:ext cx="990600" cy="609600"/>
            <a:chOff x="3792" y="3408"/>
            <a:chExt cx="960" cy="528"/>
          </a:xfrm>
        </p:grpSpPr>
        <p:sp>
          <p:nvSpPr>
            <p:cNvPr id="39" name="AutoShape 69">
              <a:extLst>
                <a:ext uri="{FF2B5EF4-FFF2-40B4-BE49-F238E27FC236}">
                  <a16:creationId xmlns:a16="http://schemas.microsoft.com/office/drawing/2014/main" id="{C5757118-636D-42BA-A5AB-E8C4B4A949CB}"/>
                </a:ext>
              </a:extLst>
            </p:cNvPr>
            <p:cNvSpPr>
              <a:spLocks noChangeAspect="1" noChangeArrowheads="1"/>
            </p:cNvSpPr>
            <p:nvPr/>
          </p:nvSpPr>
          <p:spPr bwMode="auto">
            <a:xfrm>
              <a:off x="3792" y="3408"/>
              <a:ext cx="960" cy="528"/>
            </a:xfrm>
            <a:prstGeom prst="can">
              <a:avLst>
                <a:gd name="adj" fmla="val 50000"/>
              </a:avLst>
            </a:prstGeom>
            <a:gradFill rotWithShape="0">
              <a:gsLst>
                <a:gs pos="0">
                  <a:srgbClr val="002F5E"/>
                </a:gs>
                <a:gs pos="50000">
                  <a:srgbClr val="0066CC"/>
                </a:gs>
                <a:gs pos="100000">
                  <a:srgbClr val="002F5E"/>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it-IT" altLang="it-IT" sz="2400" dirty="0"/>
            </a:p>
          </p:txBody>
        </p:sp>
        <p:grpSp>
          <p:nvGrpSpPr>
            <p:cNvPr id="40" name="Group 70">
              <a:extLst>
                <a:ext uri="{FF2B5EF4-FFF2-40B4-BE49-F238E27FC236}">
                  <a16:creationId xmlns:a16="http://schemas.microsoft.com/office/drawing/2014/main" id="{C4155699-23BA-108A-91EA-95D200F62195}"/>
                </a:ext>
              </a:extLst>
            </p:cNvPr>
            <p:cNvGrpSpPr>
              <a:grpSpLocks noChangeAspect="1"/>
            </p:cNvGrpSpPr>
            <p:nvPr/>
          </p:nvGrpSpPr>
          <p:grpSpPr bwMode="auto">
            <a:xfrm>
              <a:off x="3968" y="3441"/>
              <a:ext cx="599" cy="207"/>
              <a:chOff x="422" y="1632"/>
              <a:chExt cx="829" cy="298"/>
            </a:xfrm>
          </p:grpSpPr>
          <p:grpSp>
            <p:nvGrpSpPr>
              <p:cNvPr id="42" name="Group 71">
                <a:extLst>
                  <a:ext uri="{FF2B5EF4-FFF2-40B4-BE49-F238E27FC236}">
                    <a16:creationId xmlns:a16="http://schemas.microsoft.com/office/drawing/2014/main" id="{802B60A3-FE76-27E4-CEA4-F1283408A2C5}"/>
                  </a:ext>
                </a:extLst>
              </p:cNvPr>
              <p:cNvGrpSpPr>
                <a:grpSpLocks noChangeAspect="1"/>
              </p:cNvGrpSpPr>
              <p:nvPr/>
            </p:nvGrpSpPr>
            <p:grpSpPr bwMode="auto">
              <a:xfrm>
                <a:off x="422" y="1632"/>
                <a:ext cx="822" cy="291"/>
                <a:chOff x="422" y="1632"/>
                <a:chExt cx="822" cy="291"/>
              </a:xfrm>
            </p:grpSpPr>
            <p:sp>
              <p:nvSpPr>
                <p:cNvPr id="52" name="Freeform 72">
                  <a:extLst>
                    <a:ext uri="{FF2B5EF4-FFF2-40B4-BE49-F238E27FC236}">
                      <a16:creationId xmlns:a16="http://schemas.microsoft.com/office/drawing/2014/main" id="{564F945F-B654-9832-11B8-3FA41BC8E0C3}"/>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73">
                  <a:extLst>
                    <a:ext uri="{FF2B5EF4-FFF2-40B4-BE49-F238E27FC236}">
                      <a16:creationId xmlns:a16="http://schemas.microsoft.com/office/drawing/2014/main" id="{460A40B5-C29C-69B3-DE0C-1FBE4A512E0D}"/>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74">
                  <a:extLst>
                    <a:ext uri="{FF2B5EF4-FFF2-40B4-BE49-F238E27FC236}">
                      <a16:creationId xmlns:a16="http://schemas.microsoft.com/office/drawing/2014/main" id="{BD14854F-712A-F63B-0B07-A0AB33CA7094}"/>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75">
                  <a:extLst>
                    <a:ext uri="{FF2B5EF4-FFF2-40B4-BE49-F238E27FC236}">
                      <a16:creationId xmlns:a16="http://schemas.microsoft.com/office/drawing/2014/main" id="{0F5B079D-60C9-3C90-3D60-76148090DDEE}"/>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76">
                  <a:extLst>
                    <a:ext uri="{FF2B5EF4-FFF2-40B4-BE49-F238E27FC236}">
                      <a16:creationId xmlns:a16="http://schemas.microsoft.com/office/drawing/2014/main" id="{E2BEFA78-FB56-D9BC-9B59-FD0660ADD056}"/>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77">
                  <a:extLst>
                    <a:ext uri="{FF2B5EF4-FFF2-40B4-BE49-F238E27FC236}">
                      <a16:creationId xmlns:a16="http://schemas.microsoft.com/office/drawing/2014/main" id="{16D74BB7-8BBA-D2DE-769B-E61C8612217F}"/>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 name="Freeform 78">
                  <a:extLst>
                    <a:ext uri="{FF2B5EF4-FFF2-40B4-BE49-F238E27FC236}">
                      <a16:creationId xmlns:a16="http://schemas.microsoft.com/office/drawing/2014/main" id="{94B98F0B-198D-E589-BCB3-B1D49BDAA00E}"/>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79">
                  <a:extLst>
                    <a:ext uri="{FF2B5EF4-FFF2-40B4-BE49-F238E27FC236}">
                      <a16:creationId xmlns:a16="http://schemas.microsoft.com/office/drawing/2014/main" id="{5D273874-786F-FB47-E782-D07635BD164E}"/>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3" name="Group 80">
                <a:extLst>
                  <a:ext uri="{FF2B5EF4-FFF2-40B4-BE49-F238E27FC236}">
                    <a16:creationId xmlns:a16="http://schemas.microsoft.com/office/drawing/2014/main" id="{524BFAEA-7A95-F2AF-FFD1-6180B50AD78C}"/>
                  </a:ext>
                </a:extLst>
              </p:cNvPr>
              <p:cNvGrpSpPr>
                <a:grpSpLocks noChangeAspect="1"/>
              </p:cNvGrpSpPr>
              <p:nvPr/>
            </p:nvGrpSpPr>
            <p:grpSpPr bwMode="auto">
              <a:xfrm>
                <a:off x="429" y="1639"/>
                <a:ext cx="822" cy="291"/>
                <a:chOff x="429" y="1639"/>
                <a:chExt cx="822" cy="291"/>
              </a:xfrm>
            </p:grpSpPr>
            <p:sp>
              <p:nvSpPr>
                <p:cNvPr id="44" name="Freeform 81">
                  <a:extLst>
                    <a:ext uri="{FF2B5EF4-FFF2-40B4-BE49-F238E27FC236}">
                      <a16:creationId xmlns:a16="http://schemas.microsoft.com/office/drawing/2014/main" id="{8D06AB8D-BC69-05D6-3D66-84BEAC3A779D}"/>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82">
                  <a:extLst>
                    <a:ext uri="{FF2B5EF4-FFF2-40B4-BE49-F238E27FC236}">
                      <a16:creationId xmlns:a16="http://schemas.microsoft.com/office/drawing/2014/main" id="{7B6703FA-513E-7C38-8B4C-F65F7586297B}"/>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83">
                  <a:extLst>
                    <a:ext uri="{FF2B5EF4-FFF2-40B4-BE49-F238E27FC236}">
                      <a16:creationId xmlns:a16="http://schemas.microsoft.com/office/drawing/2014/main" id="{5C41A56A-FA28-9A15-1836-0CF107FBF871}"/>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Freeform 84">
                  <a:extLst>
                    <a:ext uri="{FF2B5EF4-FFF2-40B4-BE49-F238E27FC236}">
                      <a16:creationId xmlns:a16="http://schemas.microsoft.com/office/drawing/2014/main" id="{77648AA0-0E4F-3597-963A-0ADFA4DFED28}"/>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 name="Freeform 85">
                  <a:extLst>
                    <a:ext uri="{FF2B5EF4-FFF2-40B4-BE49-F238E27FC236}">
                      <a16:creationId xmlns:a16="http://schemas.microsoft.com/office/drawing/2014/main" id="{61AC5A54-1169-4B0A-2F8A-928EB31E1AE3}"/>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 name="Freeform 86">
                  <a:extLst>
                    <a:ext uri="{FF2B5EF4-FFF2-40B4-BE49-F238E27FC236}">
                      <a16:creationId xmlns:a16="http://schemas.microsoft.com/office/drawing/2014/main" id="{6BD58975-9CC0-9FFD-8B78-2442E5A235C3}"/>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 name="Freeform 87">
                  <a:extLst>
                    <a:ext uri="{FF2B5EF4-FFF2-40B4-BE49-F238E27FC236}">
                      <a16:creationId xmlns:a16="http://schemas.microsoft.com/office/drawing/2014/main" id="{15FE3B51-6BD2-684C-968A-199AB99456CA}"/>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88">
                  <a:extLst>
                    <a:ext uri="{FF2B5EF4-FFF2-40B4-BE49-F238E27FC236}">
                      <a16:creationId xmlns:a16="http://schemas.microsoft.com/office/drawing/2014/main" id="{8E282807-6174-17A6-1B67-B5D697DC9595}"/>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1" name="WordArt 89">
              <a:extLst>
                <a:ext uri="{FF2B5EF4-FFF2-40B4-BE49-F238E27FC236}">
                  <a16:creationId xmlns:a16="http://schemas.microsoft.com/office/drawing/2014/main" id="{521BFB3A-DF2A-F69A-61AE-DC1488978438}"/>
                </a:ext>
              </a:extLst>
            </p:cNvPr>
            <p:cNvSpPr>
              <a:spLocks noChangeAspect="1" noChangeArrowheads="1" noChangeShapeType="1" noTextEdit="1"/>
            </p:cNvSpPr>
            <p:nvPr/>
          </p:nvSpPr>
          <p:spPr bwMode="auto">
            <a:xfrm>
              <a:off x="3840" y="3624"/>
              <a:ext cx="864" cy="259"/>
            </a:xfrm>
            <a:prstGeom prst="rect">
              <a:avLst/>
            </a:prstGeom>
          </p:spPr>
          <p:txBody>
            <a:bodyPr wrap="none" fromWordArt="1">
              <a:prstTxWarp prst="textCanDown">
                <a:avLst>
                  <a:gd name="adj" fmla="val 33333"/>
                </a:avLst>
              </a:prstTxWarp>
            </a:bodyPr>
            <a:lstStyle/>
            <a:p>
              <a:pPr algn="ctr"/>
              <a:r>
                <a:rPr lang="en-US"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router 2</a:t>
              </a:r>
            </a:p>
          </p:txBody>
        </p:sp>
      </p:grpSp>
      <p:sp>
        <p:nvSpPr>
          <p:cNvPr id="21" name="Text Box 91">
            <a:extLst>
              <a:ext uri="{FF2B5EF4-FFF2-40B4-BE49-F238E27FC236}">
                <a16:creationId xmlns:a16="http://schemas.microsoft.com/office/drawing/2014/main" id="{FF2C6971-F670-17F5-ED7F-D5707936B561}"/>
              </a:ext>
            </a:extLst>
          </p:cNvPr>
          <p:cNvSpPr txBox="1">
            <a:spLocks noChangeArrowheads="1"/>
          </p:cNvSpPr>
          <p:nvPr/>
        </p:nvSpPr>
        <p:spPr bwMode="auto">
          <a:xfrm>
            <a:off x="3340074" y="4125818"/>
            <a:ext cx="147348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10.0.13.0/30</a:t>
            </a:r>
          </a:p>
        </p:txBody>
      </p:sp>
      <p:grpSp>
        <p:nvGrpSpPr>
          <p:cNvPr id="22" name="Group 92">
            <a:extLst>
              <a:ext uri="{FF2B5EF4-FFF2-40B4-BE49-F238E27FC236}">
                <a16:creationId xmlns:a16="http://schemas.microsoft.com/office/drawing/2014/main" id="{D5D899D3-8E8F-8D67-C956-AC66634C07BA}"/>
              </a:ext>
            </a:extLst>
          </p:cNvPr>
          <p:cNvGrpSpPr>
            <a:grpSpLocks/>
          </p:cNvGrpSpPr>
          <p:nvPr/>
        </p:nvGrpSpPr>
        <p:grpSpPr bwMode="auto">
          <a:xfrm>
            <a:off x="2997174" y="3516218"/>
            <a:ext cx="457200" cy="381000"/>
            <a:chOff x="144" y="3264"/>
            <a:chExt cx="288" cy="240"/>
          </a:xfrm>
        </p:grpSpPr>
        <p:sp>
          <p:nvSpPr>
            <p:cNvPr id="37" name="Rectangle 93">
              <a:extLst>
                <a:ext uri="{FF2B5EF4-FFF2-40B4-BE49-F238E27FC236}">
                  <a16:creationId xmlns:a16="http://schemas.microsoft.com/office/drawing/2014/main" id="{C5238823-BD16-BD18-E646-B9379FFDCF85}"/>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38" name="Rectangle 94">
              <a:extLst>
                <a:ext uri="{FF2B5EF4-FFF2-40B4-BE49-F238E27FC236}">
                  <a16:creationId xmlns:a16="http://schemas.microsoft.com/office/drawing/2014/main" id="{56BC765A-7ACE-66AD-F3D0-E59F543AE677}"/>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1</a:t>
              </a:r>
            </a:p>
          </p:txBody>
        </p:sp>
      </p:grpSp>
      <p:grpSp>
        <p:nvGrpSpPr>
          <p:cNvPr id="23" name="Group 95">
            <a:extLst>
              <a:ext uri="{FF2B5EF4-FFF2-40B4-BE49-F238E27FC236}">
                <a16:creationId xmlns:a16="http://schemas.microsoft.com/office/drawing/2014/main" id="{9370B198-73CB-4504-355C-4526DDBC7A26}"/>
              </a:ext>
            </a:extLst>
          </p:cNvPr>
          <p:cNvGrpSpPr>
            <a:grpSpLocks/>
          </p:cNvGrpSpPr>
          <p:nvPr/>
        </p:nvGrpSpPr>
        <p:grpSpPr bwMode="auto">
          <a:xfrm>
            <a:off x="4368774" y="3516218"/>
            <a:ext cx="457200" cy="381000"/>
            <a:chOff x="144" y="3264"/>
            <a:chExt cx="288" cy="240"/>
          </a:xfrm>
        </p:grpSpPr>
        <p:sp>
          <p:nvSpPr>
            <p:cNvPr id="35" name="Rectangle 96">
              <a:extLst>
                <a:ext uri="{FF2B5EF4-FFF2-40B4-BE49-F238E27FC236}">
                  <a16:creationId xmlns:a16="http://schemas.microsoft.com/office/drawing/2014/main" id="{21DE1AE0-144A-9D33-C8E9-BD5615C6924D}"/>
                </a:ext>
              </a:extLst>
            </p:cNvPr>
            <p:cNvSpPr>
              <a:spLocks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36" name="Rectangle 97">
              <a:extLst>
                <a:ext uri="{FF2B5EF4-FFF2-40B4-BE49-F238E27FC236}">
                  <a16:creationId xmlns:a16="http://schemas.microsoft.com/office/drawing/2014/main" id="{62135FAC-6303-BD86-CD61-D8F25273830F}"/>
                </a:ext>
              </a:extLst>
            </p:cNvPr>
            <p:cNvSpPr>
              <a:spLocks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2</a:t>
              </a:r>
            </a:p>
          </p:txBody>
        </p:sp>
      </p:grpSp>
      <p:sp>
        <p:nvSpPr>
          <p:cNvPr id="7" name="Oval 102">
            <a:extLst>
              <a:ext uri="{FF2B5EF4-FFF2-40B4-BE49-F238E27FC236}">
                <a16:creationId xmlns:a16="http://schemas.microsoft.com/office/drawing/2014/main" id="{7409489D-CF9E-F15A-AEBB-7BAF9740A2F8}"/>
              </a:ext>
            </a:extLst>
          </p:cNvPr>
          <p:cNvSpPr>
            <a:spLocks noChangeArrowheads="1"/>
          </p:cNvSpPr>
          <p:nvPr/>
        </p:nvSpPr>
        <p:spPr bwMode="auto">
          <a:xfrm flipH="1">
            <a:off x="3759174" y="3904655"/>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2000" dirty="0">
                <a:latin typeface="Tahoma" panose="020B0604030504040204" pitchFamily="34" charset="0"/>
              </a:rPr>
              <a:t>B</a:t>
            </a:r>
          </a:p>
        </p:txBody>
      </p:sp>
      <p:sp>
        <p:nvSpPr>
          <p:cNvPr id="83" name="Oval 102">
            <a:extLst>
              <a:ext uri="{FF2B5EF4-FFF2-40B4-BE49-F238E27FC236}">
                <a16:creationId xmlns:a16="http://schemas.microsoft.com/office/drawing/2014/main" id="{0507DBE9-FCD6-7949-AFF7-CC6A12F3DE66}"/>
              </a:ext>
            </a:extLst>
          </p:cNvPr>
          <p:cNvSpPr>
            <a:spLocks noChangeArrowheads="1"/>
          </p:cNvSpPr>
          <p:nvPr/>
        </p:nvSpPr>
        <p:spPr bwMode="auto">
          <a:xfrm flipH="1">
            <a:off x="9987473" y="6035289"/>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1800" dirty="0">
                <a:latin typeface="Tahoma" panose="020B0604030504040204" pitchFamily="34" charset="0"/>
              </a:rPr>
              <a:t>A4</a:t>
            </a:r>
          </a:p>
        </p:txBody>
      </p:sp>
      <p:sp>
        <p:nvSpPr>
          <p:cNvPr id="82" name="Line 101">
            <a:extLst>
              <a:ext uri="{FF2B5EF4-FFF2-40B4-BE49-F238E27FC236}">
                <a16:creationId xmlns:a16="http://schemas.microsoft.com/office/drawing/2014/main" id="{AE5E12F4-3964-67EB-219D-83AA4E0764E4}"/>
              </a:ext>
            </a:extLst>
          </p:cNvPr>
          <p:cNvSpPr>
            <a:spLocks noChangeShapeType="1"/>
          </p:cNvSpPr>
          <p:nvPr/>
        </p:nvSpPr>
        <p:spPr bwMode="auto">
          <a:xfrm flipH="1">
            <a:off x="6954161" y="2095448"/>
            <a:ext cx="299355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dirty="0"/>
          </a:p>
        </p:txBody>
      </p:sp>
      <p:sp>
        <p:nvSpPr>
          <p:cNvPr id="84" name="Line 42">
            <a:extLst>
              <a:ext uri="{FF2B5EF4-FFF2-40B4-BE49-F238E27FC236}">
                <a16:creationId xmlns:a16="http://schemas.microsoft.com/office/drawing/2014/main" id="{F533A175-3E09-6F91-486C-BCB6556A7E6E}"/>
              </a:ext>
            </a:extLst>
          </p:cNvPr>
          <p:cNvSpPr>
            <a:spLocks noChangeShapeType="1"/>
          </p:cNvSpPr>
          <p:nvPr/>
        </p:nvSpPr>
        <p:spPr bwMode="auto">
          <a:xfrm flipH="1">
            <a:off x="7621832" y="1559818"/>
            <a:ext cx="1587" cy="5554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115" name="Gruppo 114">
            <a:extLst>
              <a:ext uri="{FF2B5EF4-FFF2-40B4-BE49-F238E27FC236}">
                <a16:creationId xmlns:a16="http://schemas.microsoft.com/office/drawing/2014/main" id="{B97AD25C-CBB7-5F23-F79E-44A506237DC7}"/>
              </a:ext>
            </a:extLst>
          </p:cNvPr>
          <p:cNvGrpSpPr/>
          <p:nvPr/>
        </p:nvGrpSpPr>
        <p:grpSpPr>
          <a:xfrm>
            <a:off x="8113258" y="1570692"/>
            <a:ext cx="457200" cy="381000"/>
            <a:chOff x="7835807" y="2593833"/>
            <a:chExt cx="457200" cy="381000"/>
          </a:xfrm>
        </p:grpSpPr>
        <p:sp>
          <p:nvSpPr>
            <p:cNvPr id="86" name="Rectangle 107">
              <a:extLst>
                <a:ext uri="{FF2B5EF4-FFF2-40B4-BE49-F238E27FC236}">
                  <a16:creationId xmlns:a16="http://schemas.microsoft.com/office/drawing/2014/main" id="{AEB55252-FD9F-F61C-F6FE-A20D9EE1B7D9}"/>
                </a:ext>
              </a:extLst>
            </p:cNvPr>
            <p:cNvSpPr>
              <a:spLocks noChangeArrowheads="1"/>
            </p:cNvSpPr>
            <p:nvPr/>
          </p:nvSpPr>
          <p:spPr bwMode="auto">
            <a:xfrm>
              <a:off x="7835807" y="2777983"/>
              <a:ext cx="457200" cy="196850"/>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88" name="Rectangle 108">
              <a:extLst>
                <a:ext uri="{FF2B5EF4-FFF2-40B4-BE49-F238E27FC236}">
                  <a16:creationId xmlns:a16="http://schemas.microsoft.com/office/drawing/2014/main" id="{2844CA67-FDBA-8491-385F-DC8CEBD64A6C}"/>
                </a:ext>
              </a:extLst>
            </p:cNvPr>
            <p:cNvSpPr>
              <a:spLocks noChangeArrowheads="1"/>
            </p:cNvSpPr>
            <p:nvPr/>
          </p:nvSpPr>
          <p:spPr bwMode="auto">
            <a:xfrm>
              <a:off x="7835807" y="2593833"/>
              <a:ext cx="457200" cy="1841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87</a:t>
              </a:r>
            </a:p>
          </p:txBody>
        </p:sp>
      </p:grpSp>
      <p:grpSp>
        <p:nvGrpSpPr>
          <p:cNvPr id="114" name="Gruppo 113">
            <a:extLst>
              <a:ext uri="{FF2B5EF4-FFF2-40B4-BE49-F238E27FC236}">
                <a16:creationId xmlns:a16="http://schemas.microsoft.com/office/drawing/2014/main" id="{E309801E-0B89-CAF2-70EA-19D32CD41EE0}"/>
              </a:ext>
            </a:extLst>
          </p:cNvPr>
          <p:cNvGrpSpPr/>
          <p:nvPr/>
        </p:nvGrpSpPr>
        <p:grpSpPr>
          <a:xfrm>
            <a:off x="7265823" y="977640"/>
            <a:ext cx="819275" cy="740636"/>
            <a:chOff x="7381782" y="1679433"/>
            <a:chExt cx="909638" cy="822325"/>
          </a:xfrm>
        </p:grpSpPr>
        <p:pic>
          <p:nvPicPr>
            <p:cNvPr id="85" name="Picture 43">
              <a:extLst>
                <a:ext uri="{FF2B5EF4-FFF2-40B4-BE49-F238E27FC236}">
                  <a16:creationId xmlns:a16="http://schemas.microsoft.com/office/drawing/2014/main" id="{54EF120B-15D6-12C6-4294-2A618CEFE52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782" y="1679433"/>
              <a:ext cx="9096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 name="CasellaDiTesto 88">
              <a:extLst>
                <a:ext uri="{FF2B5EF4-FFF2-40B4-BE49-F238E27FC236}">
                  <a16:creationId xmlns:a16="http://schemas.microsoft.com/office/drawing/2014/main" id="{0340AA68-8C5D-0C06-83BE-4157528EAF76}"/>
                </a:ext>
              </a:extLst>
            </p:cNvPr>
            <p:cNvSpPr txBox="1"/>
            <p:nvPr/>
          </p:nvSpPr>
          <p:spPr>
            <a:xfrm>
              <a:off x="7474928" y="1788503"/>
              <a:ext cx="645459" cy="410068"/>
            </a:xfrm>
            <a:prstGeom prst="rect">
              <a:avLst/>
            </a:prstGeom>
            <a:noFill/>
          </p:spPr>
          <p:txBody>
            <a:bodyPr wrap="square" rtlCol="0">
              <a:spAutoFit/>
            </a:bodyPr>
            <a:lstStyle/>
            <a:p>
              <a:pPr algn="ctr"/>
              <a:r>
                <a:rPr lang="en-US" dirty="0"/>
                <a:t>pc1</a:t>
              </a:r>
            </a:p>
          </p:txBody>
        </p:sp>
      </p:grpSp>
      <p:sp>
        <p:nvSpPr>
          <p:cNvPr id="90" name="Text Box 67">
            <a:extLst>
              <a:ext uri="{FF2B5EF4-FFF2-40B4-BE49-F238E27FC236}">
                <a16:creationId xmlns:a16="http://schemas.microsoft.com/office/drawing/2014/main" id="{B6E60A43-BD1F-EFEA-F087-614DADCFF50D}"/>
              </a:ext>
            </a:extLst>
          </p:cNvPr>
          <p:cNvSpPr txBox="1">
            <a:spLocks noChangeArrowheads="1"/>
          </p:cNvSpPr>
          <p:nvPr/>
        </p:nvSpPr>
        <p:spPr bwMode="auto">
          <a:xfrm>
            <a:off x="7623419" y="2067383"/>
            <a:ext cx="17876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100.50.25.X/26</a:t>
            </a:r>
          </a:p>
        </p:txBody>
      </p:sp>
      <p:sp>
        <p:nvSpPr>
          <p:cNvPr id="3" name="Oval 102">
            <a:extLst>
              <a:ext uri="{FF2B5EF4-FFF2-40B4-BE49-F238E27FC236}">
                <a16:creationId xmlns:a16="http://schemas.microsoft.com/office/drawing/2014/main" id="{E42A9A7C-75AC-FEFA-AC90-B33888CB1097}"/>
              </a:ext>
            </a:extLst>
          </p:cNvPr>
          <p:cNvSpPr>
            <a:spLocks noChangeArrowheads="1"/>
          </p:cNvSpPr>
          <p:nvPr/>
        </p:nvSpPr>
        <p:spPr bwMode="auto">
          <a:xfrm flipH="1">
            <a:off x="9869905" y="1943048"/>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1800" dirty="0">
                <a:latin typeface="Tahoma" panose="020B0604030504040204" pitchFamily="34" charset="0"/>
              </a:rPr>
              <a:t>A1</a:t>
            </a:r>
          </a:p>
        </p:txBody>
      </p:sp>
      <p:sp>
        <p:nvSpPr>
          <p:cNvPr id="112" name="Line 101">
            <a:extLst>
              <a:ext uri="{FF2B5EF4-FFF2-40B4-BE49-F238E27FC236}">
                <a16:creationId xmlns:a16="http://schemas.microsoft.com/office/drawing/2014/main" id="{2D8C5629-249C-F318-06BF-0A1413B2B7DF}"/>
              </a:ext>
            </a:extLst>
          </p:cNvPr>
          <p:cNvSpPr>
            <a:spLocks noChangeShapeType="1"/>
          </p:cNvSpPr>
          <p:nvPr/>
        </p:nvSpPr>
        <p:spPr bwMode="auto">
          <a:xfrm flipH="1">
            <a:off x="5803475" y="3597726"/>
            <a:ext cx="299355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dirty="0"/>
          </a:p>
        </p:txBody>
      </p:sp>
      <p:sp>
        <p:nvSpPr>
          <p:cNvPr id="125" name="Line 42">
            <a:extLst>
              <a:ext uri="{FF2B5EF4-FFF2-40B4-BE49-F238E27FC236}">
                <a16:creationId xmlns:a16="http://schemas.microsoft.com/office/drawing/2014/main" id="{D3380F06-04F8-D6C2-CCA7-0E106B039EBC}"/>
              </a:ext>
            </a:extLst>
          </p:cNvPr>
          <p:cNvSpPr>
            <a:spLocks noChangeShapeType="1"/>
          </p:cNvSpPr>
          <p:nvPr/>
        </p:nvSpPr>
        <p:spPr bwMode="auto">
          <a:xfrm flipH="1">
            <a:off x="7461746" y="3062096"/>
            <a:ext cx="1587" cy="5554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126" name="Gruppo 125">
            <a:extLst>
              <a:ext uri="{FF2B5EF4-FFF2-40B4-BE49-F238E27FC236}">
                <a16:creationId xmlns:a16="http://schemas.microsoft.com/office/drawing/2014/main" id="{0FFA6F2B-F6A3-87D2-C52C-F2AB05784FD7}"/>
              </a:ext>
            </a:extLst>
          </p:cNvPr>
          <p:cNvGrpSpPr/>
          <p:nvPr/>
        </p:nvGrpSpPr>
        <p:grpSpPr>
          <a:xfrm>
            <a:off x="7890608" y="3150918"/>
            <a:ext cx="457200" cy="381000"/>
            <a:chOff x="7835807" y="2593833"/>
            <a:chExt cx="457200" cy="381000"/>
          </a:xfrm>
        </p:grpSpPr>
        <p:sp>
          <p:nvSpPr>
            <p:cNvPr id="131" name="Rectangle 107">
              <a:extLst>
                <a:ext uri="{FF2B5EF4-FFF2-40B4-BE49-F238E27FC236}">
                  <a16:creationId xmlns:a16="http://schemas.microsoft.com/office/drawing/2014/main" id="{CF4DA076-878F-77E1-58C2-3466DE0D76ED}"/>
                </a:ext>
              </a:extLst>
            </p:cNvPr>
            <p:cNvSpPr>
              <a:spLocks noChangeArrowheads="1"/>
            </p:cNvSpPr>
            <p:nvPr/>
          </p:nvSpPr>
          <p:spPr bwMode="auto">
            <a:xfrm>
              <a:off x="7835807" y="2777983"/>
              <a:ext cx="457200" cy="196850"/>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132" name="Rectangle 108">
              <a:extLst>
                <a:ext uri="{FF2B5EF4-FFF2-40B4-BE49-F238E27FC236}">
                  <a16:creationId xmlns:a16="http://schemas.microsoft.com/office/drawing/2014/main" id="{CB3B5DE4-EB5A-C571-0452-609150B142F0}"/>
                </a:ext>
              </a:extLst>
            </p:cNvPr>
            <p:cNvSpPr>
              <a:spLocks noChangeArrowheads="1"/>
            </p:cNvSpPr>
            <p:nvPr/>
          </p:nvSpPr>
          <p:spPr bwMode="auto">
            <a:xfrm>
              <a:off x="7835807" y="2593833"/>
              <a:ext cx="457200" cy="1841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214</a:t>
              </a:r>
            </a:p>
          </p:txBody>
        </p:sp>
      </p:grpSp>
      <p:grpSp>
        <p:nvGrpSpPr>
          <p:cNvPr id="127" name="Gruppo 126">
            <a:extLst>
              <a:ext uri="{FF2B5EF4-FFF2-40B4-BE49-F238E27FC236}">
                <a16:creationId xmlns:a16="http://schemas.microsoft.com/office/drawing/2014/main" id="{4DF1436B-591F-6F3A-9D8E-44BD2C56A4D5}"/>
              </a:ext>
            </a:extLst>
          </p:cNvPr>
          <p:cNvGrpSpPr/>
          <p:nvPr/>
        </p:nvGrpSpPr>
        <p:grpSpPr>
          <a:xfrm>
            <a:off x="7105737" y="2479918"/>
            <a:ext cx="819275" cy="740636"/>
            <a:chOff x="7381782" y="1679433"/>
            <a:chExt cx="909638" cy="822325"/>
          </a:xfrm>
        </p:grpSpPr>
        <p:pic>
          <p:nvPicPr>
            <p:cNvPr id="129" name="Picture 43">
              <a:extLst>
                <a:ext uri="{FF2B5EF4-FFF2-40B4-BE49-F238E27FC236}">
                  <a16:creationId xmlns:a16="http://schemas.microsoft.com/office/drawing/2014/main" id="{CA0A36C9-2DC3-FFCC-76EA-9AB93F1839A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782" y="1679433"/>
              <a:ext cx="9096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0" name="CasellaDiTesto 129">
              <a:extLst>
                <a:ext uri="{FF2B5EF4-FFF2-40B4-BE49-F238E27FC236}">
                  <a16:creationId xmlns:a16="http://schemas.microsoft.com/office/drawing/2014/main" id="{6341670C-450E-8983-DD86-5D20E572CD98}"/>
                </a:ext>
              </a:extLst>
            </p:cNvPr>
            <p:cNvSpPr txBox="1"/>
            <p:nvPr/>
          </p:nvSpPr>
          <p:spPr>
            <a:xfrm>
              <a:off x="7474928" y="1788503"/>
              <a:ext cx="645459" cy="369332"/>
            </a:xfrm>
            <a:prstGeom prst="rect">
              <a:avLst/>
            </a:prstGeom>
            <a:noFill/>
          </p:spPr>
          <p:txBody>
            <a:bodyPr wrap="square" rtlCol="0">
              <a:spAutoFit/>
            </a:bodyPr>
            <a:lstStyle/>
            <a:p>
              <a:pPr algn="ctr"/>
              <a:r>
                <a:rPr lang="en-US" dirty="0"/>
                <a:t>pc2</a:t>
              </a:r>
            </a:p>
          </p:txBody>
        </p:sp>
      </p:grpSp>
      <p:sp>
        <p:nvSpPr>
          <p:cNvPr id="128" name="Text Box 67">
            <a:extLst>
              <a:ext uri="{FF2B5EF4-FFF2-40B4-BE49-F238E27FC236}">
                <a16:creationId xmlns:a16="http://schemas.microsoft.com/office/drawing/2014/main" id="{0D1EA3A1-2809-8CB8-4839-063E5C135FB7}"/>
              </a:ext>
            </a:extLst>
          </p:cNvPr>
          <p:cNvSpPr txBox="1">
            <a:spLocks noChangeArrowheads="1"/>
          </p:cNvSpPr>
          <p:nvPr/>
        </p:nvSpPr>
        <p:spPr bwMode="auto">
          <a:xfrm>
            <a:off x="6472733" y="3569661"/>
            <a:ext cx="17876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100.50.25.X/26</a:t>
            </a:r>
          </a:p>
        </p:txBody>
      </p:sp>
      <p:sp>
        <p:nvSpPr>
          <p:cNvPr id="145" name="Line 101">
            <a:extLst>
              <a:ext uri="{FF2B5EF4-FFF2-40B4-BE49-F238E27FC236}">
                <a16:creationId xmlns:a16="http://schemas.microsoft.com/office/drawing/2014/main" id="{07613A0C-5955-1582-1CA5-EE2E8C7BD63B}"/>
              </a:ext>
            </a:extLst>
          </p:cNvPr>
          <p:cNvSpPr>
            <a:spLocks noChangeShapeType="1"/>
          </p:cNvSpPr>
          <p:nvPr/>
        </p:nvSpPr>
        <p:spPr bwMode="auto">
          <a:xfrm flipH="1">
            <a:off x="5947067" y="5210024"/>
            <a:ext cx="299355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dirty="0"/>
          </a:p>
        </p:txBody>
      </p:sp>
      <p:sp>
        <p:nvSpPr>
          <p:cNvPr id="147" name="Line 42">
            <a:extLst>
              <a:ext uri="{FF2B5EF4-FFF2-40B4-BE49-F238E27FC236}">
                <a16:creationId xmlns:a16="http://schemas.microsoft.com/office/drawing/2014/main" id="{267ECF66-822D-74CB-49E6-285C4C3F2FD8}"/>
              </a:ext>
            </a:extLst>
          </p:cNvPr>
          <p:cNvSpPr>
            <a:spLocks noChangeShapeType="1"/>
          </p:cNvSpPr>
          <p:nvPr/>
        </p:nvSpPr>
        <p:spPr bwMode="auto">
          <a:xfrm flipH="1">
            <a:off x="7408488" y="4674394"/>
            <a:ext cx="1587" cy="5554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148" name="Gruppo 147">
            <a:extLst>
              <a:ext uri="{FF2B5EF4-FFF2-40B4-BE49-F238E27FC236}">
                <a16:creationId xmlns:a16="http://schemas.microsoft.com/office/drawing/2014/main" id="{A70F9709-E3F7-E602-8358-747F3F6771F0}"/>
              </a:ext>
            </a:extLst>
          </p:cNvPr>
          <p:cNvGrpSpPr/>
          <p:nvPr/>
        </p:nvGrpSpPr>
        <p:grpSpPr>
          <a:xfrm>
            <a:off x="7820163" y="4738762"/>
            <a:ext cx="457200" cy="381000"/>
            <a:chOff x="7835807" y="2593833"/>
            <a:chExt cx="457200" cy="381000"/>
          </a:xfrm>
        </p:grpSpPr>
        <p:sp>
          <p:nvSpPr>
            <p:cNvPr id="153" name="Rectangle 107">
              <a:extLst>
                <a:ext uri="{FF2B5EF4-FFF2-40B4-BE49-F238E27FC236}">
                  <a16:creationId xmlns:a16="http://schemas.microsoft.com/office/drawing/2014/main" id="{73D2DCC2-3AD4-1D09-7546-8D9B329E0AD7}"/>
                </a:ext>
              </a:extLst>
            </p:cNvPr>
            <p:cNvSpPr>
              <a:spLocks noChangeArrowheads="1"/>
            </p:cNvSpPr>
            <p:nvPr/>
          </p:nvSpPr>
          <p:spPr bwMode="auto">
            <a:xfrm>
              <a:off x="7835807" y="2777983"/>
              <a:ext cx="457200" cy="196850"/>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154" name="Rectangle 108">
              <a:extLst>
                <a:ext uri="{FF2B5EF4-FFF2-40B4-BE49-F238E27FC236}">
                  <a16:creationId xmlns:a16="http://schemas.microsoft.com/office/drawing/2014/main" id="{426BF939-F6E3-43AE-B8F0-8F57139CEFA9}"/>
                </a:ext>
              </a:extLst>
            </p:cNvPr>
            <p:cNvSpPr>
              <a:spLocks noChangeArrowheads="1"/>
            </p:cNvSpPr>
            <p:nvPr/>
          </p:nvSpPr>
          <p:spPr bwMode="auto">
            <a:xfrm>
              <a:off x="7835807" y="2593833"/>
              <a:ext cx="457200" cy="1841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16</a:t>
              </a:r>
            </a:p>
          </p:txBody>
        </p:sp>
      </p:grpSp>
      <p:grpSp>
        <p:nvGrpSpPr>
          <p:cNvPr id="149" name="Gruppo 148">
            <a:extLst>
              <a:ext uri="{FF2B5EF4-FFF2-40B4-BE49-F238E27FC236}">
                <a16:creationId xmlns:a16="http://schemas.microsoft.com/office/drawing/2014/main" id="{D970291A-93AD-704E-5F21-EC04C0543061}"/>
              </a:ext>
            </a:extLst>
          </p:cNvPr>
          <p:cNvGrpSpPr/>
          <p:nvPr/>
        </p:nvGrpSpPr>
        <p:grpSpPr>
          <a:xfrm>
            <a:off x="7052479" y="4092216"/>
            <a:ext cx="819275" cy="740636"/>
            <a:chOff x="7381782" y="1679433"/>
            <a:chExt cx="909638" cy="822325"/>
          </a:xfrm>
        </p:grpSpPr>
        <p:pic>
          <p:nvPicPr>
            <p:cNvPr id="151" name="Picture 43">
              <a:extLst>
                <a:ext uri="{FF2B5EF4-FFF2-40B4-BE49-F238E27FC236}">
                  <a16:creationId xmlns:a16="http://schemas.microsoft.com/office/drawing/2014/main" id="{25F92BBD-5F64-F9CC-2570-9F3867997B3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782" y="1679433"/>
              <a:ext cx="9096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2" name="CasellaDiTesto 151">
              <a:extLst>
                <a:ext uri="{FF2B5EF4-FFF2-40B4-BE49-F238E27FC236}">
                  <a16:creationId xmlns:a16="http://schemas.microsoft.com/office/drawing/2014/main" id="{70B44DB0-E210-D5DF-0D05-0DBB50ED188B}"/>
                </a:ext>
              </a:extLst>
            </p:cNvPr>
            <p:cNvSpPr txBox="1"/>
            <p:nvPr/>
          </p:nvSpPr>
          <p:spPr>
            <a:xfrm>
              <a:off x="7474928" y="1788503"/>
              <a:ext cx="645459" cy="410068"/>
            </a:xfrm>
            <a:prstGeom prst="rect">
              <a:avLst/>
            </a:prstGeom>
            <a:noFill/>
          </p:spPr>
          <p:txBody>
            <a:bodyPr wrap="square" rtlCol="0">
              <a:spAutoFit/>
            </a:bodyPr>
            <a:lstStyle/>
            <a:p>
              <a:pPr algn="ctr"/>
              <a:r>
                <a:rPr lang="en-US" dirty="0"/>
                <a:t>pc3</a:t>
              </a:r>
            </a:p>
          </p:txBody>
        </p:sp>
      </p:grpSp>
      <p:sp>
        <p:nvSpPr>
          <p:cNvPr id="150" name="Text Box 67">
            <a:extLst>
              <a:ext uri="{FF2B5EF4-FFF2-40B4-BE49-F238E27FC236}">
                <a16:creationId xmlns:a16="http://schemas.microsoft.com/office/drawing/2014/main" id="{A9524029-63ED-2088-24D4-8F22E8657897}"/>
              </a:ext>
            </a:extLst>
          </p:cNvPr>
          <p:cNvSpPr txBox="1">
            <a:spLocks noChangeArrowheads="1"/>
          </p:cNvSpPr>
          <p:nvPr/>
        </p:nvSpPr>
        <p:spPr bwMode="auto">
          <a:xfrm>
            <a:off x="6616325" y="5181959"/>
            <a:ext cx="17876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100.50.25.X/26</a:t>
            </a:r>
          </a:p>
        </p:txBody>
      </p:sp>
      <p:sp>
        <p:nvSpPr>
          <p:cNvPr id="156" name="Line 101">
            <a:extLst>
              <a:ext uri="{FF2B5EF4-FFF2-40B4-BE49-F238E27FC236}">
                <a16:creationId xmlns:a16="http://schemas.microsoft.com/office/drawing/2014/main" id="{BCAF9AF6-A1A4-4EFA-BBB8-FA1081AF6EDB}"/>
              </a:ext>
            </a:extLst>
          </p:cNvPr>
          <p:cNvSpPr>
            <a:spLocks noChangeShapeType="1"/>
          </p:cNvSpPr>
          <p:nvPr/>
        </p:nvSpPr>
        <p:spPr bwMode="auto">
          <a:xfrm flipH="1">
            <a:off x="6993920" y="6195895"/>
            <a:ext cx="299355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dirty="0"/>
          </a:p>
        </p:txBody>
      </p:sp>
      <p:sp>
        <p:nvSpPr>
          <p:cNvPr id="158" name="Line 42">
            <a:extLst>
              <a:ext uri="{FF2B5EF4-FFF2-40B4-BE49-F238E27FC236}">
                <a16:creationId xmlns:a16="http://schemas.microsoft.com/office/drawing/2014/main" id="{32405639-D4AE-C6F8-6821-E3A0A6E8F983}"/>
              </a:ext>
            </a:extLst>
          </p:cNvPr>
          <p:cNvSpPr>
            <a:spLocks noChangeShapeType="1"/>
          </p:cNvSpPr>
          <p:nvPr/>
        </p:nvSpPr>
        <p:spPr bwMode="auto">
          <a:xfrm flipH="1">
            <a:off x="9675211" y="5630182"/>
            <a:ext cx="1587" cy="5554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159" name="Gruppo 158">
            <a:extLst>
              <a:ext uri="{FF2B5EF4-FFF2-40B4-BE49-F238E27FC236}">
                <a16:creationId xmlns:a16="http://schemas.microsoft.com/office/drawing/2014/main" id="{608AA36C-7136-67D8-3592-040881CEA89D}"/>
              </a:ext>
            </a:extLst>
          </p:cNvPr>
          <p:cNvGrpSpPr/>
          <p:nvPr/>
        </p:nvGrpSpPr>
        <p:grpSpPr>
          <a:xfrm>
            <a:off x="10174705" y="5541187"/>
            <a:ext cx="457200" cy="381000"/>
            <a:chOff x="7835807" y="2593833"/>
            <a:chExt cx="457200" cy="381000"/>
          </a:xfrm>
        </p:grpSpPr>
        <p:sp>
          <p:nvSpPr>
            <p:cNvPr id="164" name="Rectangle 107">
              <a:extLst>
                <a:ext uri="{FF2B5EF4-FFF2-40B4-BE49-F238E27FC236}">
                  <a16:creationId xmlns:a16="http://schemas.microsoft.com/office/drawing/2014/main" id="{A4BABA4C-C411-BCB9-D8BE-6079BE1CBB16}"/>
                </a:ext>
              </a:extLst>
            </p:cNvPr>
            <p:cNvSpPr>
              <a:spLocks noChangeArrowheads="1"/>
            </p:cNvSpPr>
            <p:nvPr/>
          </p:nvSpPr>
          <p:spPr bwMode="auto">
            <a:xfrm>
              <a:off x="7835807" y="2777983"/>
              <a:ext cx="457200" cy="196850"/>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eth0</a:t>
              </a:r>
            </a:p>
          </p:txBody>
        </p:sp>
        <p:sp>
          <p:nvSpPr>
            <p:cNvPr id="165" name="Rectangle 108">
              <a:extLst>
                <a:ext uri="{FF2B5EF4-FFF2-40B4-BE49-F238E27FC236}">
                  <a16:creationId xmlns:a16="http://schemas.microsoft.com/office/drawing/2014/main" id="{DE70AB8E-9CF2-9084-587A-50820FD8A7DC}"/>
                </a:ext>
              </a:extLst>
            </p:cNvPr>
            <p:cNvSpPr>
              <a:spLocks noChangeArrowheads="1"/>
            </p:cNvSpPr>
            <p:nvPr/>
          </p:nvSpPr>
          <p:spPr bwMode="auto">
            <a:xfrm>
              <a:off x="7835807" y="2593833"/>
              <a:ext cx="457200" cy="1841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156</a:t>
              </a:r>
            </a:p>
          </p:txBody>
        </p:sp>
      </p:grpSp>
      <p:grpSp>
        <p:nvGrpSpPr>
          <p:cNvPr id="160" name="Gruppo 159">
            <a:extLst>
              <a:ext uri="{FF2B5EF4-FFF2-40B4-BE49-F238E27FC236}">
                <a16:creationId xmlns:a16="http://schemas.microsoft.com/office/drawing/2014/main" id="{0E5CA7A3-F1E9-E8E9-E90A-37CF7A99EF46}"/>
              </a:ext>
            </a:extLst>
          </p:cNvPr>
          <p:cNvGrpSpPr/>
          <p:nvPr/>
        </p:nvGrpSpPr>
        <p:grpSpPr>
          <a:xfrm>
            <a:off x="9260180" y="5008247"/>
            <a:ext cx="819275" cy="740636"/>
            <a:chOff x="7381783" y="1679433"/>
            <a:chExt cx="909638" cy="822325"/>
          </a:xfrm>
        </p:grpSpPr>
        <p:pic>
          <p:nvPicPr>
            <p:cNvPr id="162" name="Picture 43">
              <a:extLst>
                <a:ext uri="{FF2B5EF4-FFF2-40B4-BE49-F238E27FC236}">
                  <a16:creationId xmlns:a16="http://schemas.microsoft.com/office/drawing/2014/main" id="{DFC80D00-6799-5ACD-ADC7-3B5AF210531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783" y="1679433"/>
              <a:ext cx="9096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 name="CasellaDiTesto 162">
              <a:extLst>
                <a:ext uri="{FF2B5EF4-FFF2-40B4-BE49-F238E27FC236}">
                  <a16:creationId xmlns:a16="http://schemas.microsoft.com/office/drawing/2014/main" id="{6A49C2A8-A3BA-D9D6-3C71-0E48A24395AD}"/>
                </a:ext>
              </a:extLst>
            </p:cNvPr>
            <p:cNvSpPr txBox="1"/>
            <p:nvPr/>
          </p:nvSpPr>
          <p:spPr>
            <a:xfrm>
              <a:off x="7474928" y="1788503"/>
              <a:ext cx="645459" cy="410068"/>
            </a:xfrm>
            <a:prstGeom prst="rect">
              <a:avLst/>
            </a:prstGeom>
            <a:noFill/>
          </p:spPr>
          <p:txBody>
            <a:bodyPr wrap="square" rtlCol="0">
              <a:spAutoFit/>
            </a:bodyPr>
            <a:lstStyle/>
            <a:p>
              <a:pPr algn="ctr"/>
              <a:r>
                <a:rPr lang="en-US" dirty="0"/>
                <a:t>pc4</a:t>
              </a:r>
            </a:p>
          </p:txBody>
        </p:sp>
      </p:grpSp>
      <p:sp>
        <p:nvSpPr>
          <p:cNvPr id="161" name="Text Box 67">
            <a:extLst>
              <a:ext uri="{FF2B5EF4-FFF2-40B4-BE49-F238E27FC236}">
                <a16:creationId xmlns:a16="http://schemas.microsoft.com/office/drawing/2014/main" id="{4698DD29-37FF-2EA2-62F9-F8A6D60940EF}"/>
              </a:ext>
            </a:extLst>
          </p:cNvPr>
          <p:cNvSpPr txBox="1">
            <a:spLocks noChangeArrowheads="1"/>
          </p:cNvSpPr>
          <p:nvPr/>
        </p:nvSpPr>
        <p:spPr bwMode="auto">
          <a:xfrm>
            <a:off x="7663178" y="6167830"/>
            <a:ext cx="17876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it-IT" sz="2000" dirty="0"/>
              <a:t>100.50.25.X/26</a:t>
            </a:r>
          </a:p>
        </p:txBody>
      </p:sp>
      <p:cxnSp>
        <p:nvCxnSpPr>
          <p:cNvPr id="176" name="Connettore a gomito 175">
            <a:extLst>
              <a:ext uri="{FF2B5EF4-FFF2-40B4-BE49-F238E27FC236}">
                <a16:creationId xmlns:a16="http://schemas.microsoft.com/office/drawing/2014/main" id="{906AC5B9-29C5-DE0A-DB71-3F3B2BD84B8B}"/>
              </a:ext>
            </a:extLst>
          </p:cNvPr>
          <p:cNvCxnSpPr>
            <a:cxnSpLocks/>
            <a:stCxn id="60" idx="1"/>
            <a:endCxn id="82" idx="1"/>
          </p:cNvCxnSpPr>
          <p:nvPr/>
        </p:nvCxnSpPr>
        <p:spPr>
          <a:xfrm rot="5400000" flipH="1" flipV="1">
            <a:off x="5345577" y="2152109"/>
            <a:ext cx="1665244" cy="1551924"/>
          </a:xfrm>
          <a:prstGeom prst="bentConnector3">
            <a:avLst>
              <a:gd name="adj1" fmla="val 99619"/>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77" name="Connettore a gomito 176">
            <a:extLst>
              <a:ext uri="{FF2B5EF4-FFF2-40B4-BE49-F238E27FC236}">
                <a16:creationId xmlns:a16="http://schemas.microsoft.com/office/drawing/2014/main" id="{A5F9D2C2-13DC-8786-D220-105E67EA72D2}"/>
              </a:ext>
            </a:extLst>
          </p:cNvPr>
          <p:cNvCxnSpPr>
            <a:cxnSpLocks/>
            <a:endCxn id="156" idx="1"/>
          </p:cNvCxnSpPr>
          <p:nvPr/>
        </p:nvCxnSpPr>
        <p:spPr>
          <a:xfrm rot="16200000" flipH="1">
            <a:off x="5253527" y="4455502"/>
            <a:ext cx="1889103" cy="1591683"/>
          </a:xfrm>
          <a:prstGeom prst="bentConnector3">
            <a:avLst>
              <a:gd name="adj1" fmla="val 100421"/>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82" name="Connettore a gomito 181">
            <a:extLst>
              <a:ext uri="{FF2B5EF4-FFF2-40B4-BE49-F238E27FC236}">
                <a16:creationId xmlns:a16="http://schemas.microsoft.com/office/drawing/2014/main" id="{95B35806-B048-39E7-4B6D-3171751A34D3}"/>
              </a:ext>
            </a:extLst>
          </p:cNvPr>
          <p:cNvCxnSpPr>
            <a:cxnSpLocks/>
            <a:endCxn id="145" idx="1"/>
          </p:cNvCxnSpPr>
          <p:nvPr/>
        </p:nvCxnSpPr>
        <p:spPr>
          <a:xfrm rot="16200000" flipH="1">
            <a:off x="5385389" y="4648347"/>
            <a:ext cx="941768" cy="181588"/>
          </a:xfrm>
          <a:prstGeom prst="bentConnector3">
            <a:avLst>
              <a:gd name="adj1" fmla="val 99221"/>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86" name="Connettore a gomito 185">
            <a:extLst>
              <a:ext uri="{FF2B5EF4-FFF2-40B4-BE49-F238E27FC236}">
                <a16:creationId xmlns:a16="http://schemas.microsoft.com/office/drawing/2014/main" id="{19DE5836-063F-0EAA-FD7F-7EC05C7ECDED}"/>
              </a:ext>
            </a:extLst>
          </p:cNvPr>
          <p:cNvCxnSpPr>
            <a:cxnSpLocks/>
            <a:endCxn id="112" idx="1"/>
          </p:cNvCxnSpPr>
          <p:nvPr/>
        </p:nvCxnSpPr>
        <p:spPr>
          <a:xfrm rot="5400000" flipH="1" flipV="1">
            <a:off x="5643168" y="3628450"/>
            <a:ext cx="191030" cy="129584"/>
          </a:xfrm>
          <a:prstGeom prst="bentConnector3">
            <a:avLst>
              <a:gd name="adj1" fmla="val 106649"/>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91" name="Oval 102">
            <a:extLst>
              <a:ext uri="{FF2B5EF4-FFF2-40B4-BE49-F238E27FC236}">
                <a16:creationId xmlns:a16="http://schemas.microsoft.com/office/drawing/2014/main" id="{C38D22A5-9339-2E30-2CE6-49FDF200F48E}"/>
              </a:ext>
            </a:extLst>
          </p:cNvPr>
          <p:cNvSpPr>
            <a:spLocks noChangeArrowheads="1"/>
          </p:cNvSpPr>
          <p:nvPr/>
        </p:nvSpPr>
        <p:spPr bwMode="auto">
          <a:xfrm flipH="1">
            <a:off x="8811438" y="3436092"/>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1800" dirty="0">
                <a:latin typeface="Tahoma" panose="020B0604030504040204" pitchFamily="34" charset="0"/>
              </a:rPr>
              <a:t>A2</a:t>
            </a:r>
          </a:p>
        </p:txBody>
      </p:sp>
      <p:sp>
        <p:nvSpPr>
          <p:cNvPr id="192" name="Oval 102">
            <a:extLst>
              <a:ext uri="{FF2B5EF4-FFF2-40B4-BE49-F238E27FC236}">
                <a16:creationId xmlns:a16="http://schemas.microsoft.com/office/drawing/2014/main" id="{E212C3F6-3271-AD44-7D1F-8C861D437DED}"/>
              </a:ext>
            </a:extLst>
          </p:cNvPr>
          <p:cNvSpPr>
            <a:spLocks noChangeArrowheads="1"/>
          </p:cNvSpPr>
          <p:nvPr/>
        </p:nvSpPr>
        <p:spPr bwMode="auto">
          <a:xfrm flipH="1">
            <a:off x="8787776" y="5037969"/>
            <a:ext cx="304800" cy="3048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it-IT" altLang="it-IT" sz="1800" dirty="0">
                <a:latin typeface="Tahoma" panose="020B0604030504040204" pitchFamily="34" charset="0"/>
              </a:rPr>
              <a:t>A3</a:t>
            </a:r>
          </a:p>
        </p:txBody>
      </p:sp>
      <p:grpSp>
        <p:nvGrpSpPr>
          <p:cNvPr id="193" name="Gruppo 192">
            <a:extLst>
              <a:ext uri="{FF2B5EF4-FFF2-40B4-BE49-F238E27FC236}">
                <a16:creationId xmlns:a16="http://schemas.microsoft.com/office/drawing/2014/main" id="{EE6AB7EC-C76D-1F4B-9A84-005F40D21124}"/>
              </a:ext>
            </a:extLst>
          </p:cNvPr>
          <p:cNvGrpSpPr/>
          <p:nvPr/>
        </p:nvGrpSpPr>
        <p:grpSpPr>
          <a:xfrm>
            <a:off x="4903643" y="2955478"/>
            <a:ext cx="457200" cy="381000"/>
            <a:chOff x="7835807" y="2593833"/>
            <a:chExt cx="457200" cy="381000"/>
          </a:xfrm>
        </p:grpSpPr>
        <p:sp>
          <p:nvSpPr>
            <p:cNvPr id="194" name="Rectangle 107">
              <a:extLst>
                <a:ext uri="{FF2B5EF4-FFF2-40B4-BE49-F238E27FC236}">
                  <a16:creationId xmlns:a16="http://schemas.microsoft.com/office/drawing/2014/main" id="{706416A7-8A5F-3989-FA45-28B1D449A458}"/>
                </a:ext>
              </a:extLst>
            </p:cNvPr>
            <p:cNvSpPr>
              <a:spLocks noChangeArrowheads="1"/>
            </p:cNvSpPr>
            <p:nvPr/>
          </p:nvSpPr>
          <p:spPr bwMode="auto">
            <a:xfrm>
              <a:off x="7835807" y="2777983"/>
              <a:ext cx="457200" cy="196850"/>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eth1</a:t>
              </a:r>
            </a:p>
          </p:txBody>
        </p:sp>
        <p:sp>
          <p:nvSpPr>
            <p:cNvPr id="195" name="Rectangle 108">
              <a:extLst>
                <a:ext uri="{FF2B5EF4-FFF2-40B4-BE49-F238E27FC236}">
                  <a16:creationId xmlns:a16="http://schemas.microsoft.com/office/drawing/2014/main" id="{643869C9-B98B-E806-C75E-CD934A958343}"/>
                </a:ext>
              </a:extLst>
            </p:cNvPr>
            <p:cNvSpPr>
              <a:spLocks noChangeArrowheads="1"/>
            </p:cNvSpPr>
            <p:nvPr/>
          </p:nvSpPr>
          <p:spPr bwMode="auto">
            <a:xfrm>
              <a:off x="7835807" y="2593833"/>
              <a:ext cx="457200" cy="1841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76</a:t>
              </a:r>
            </a:p>
          </p:txBody>
        </p:sp>
      </p:grpSp>
      <p:grpSp>
        <p:nvGrpSpPr>
          <p:cNvPr id="196" name="Gruppo 195">
            <a:extLst>
              <a:ext uri="{FF2B5EF4-FFF2-40B4-BE49-F238E27FC236}">
                <a16:creationId xmlns:a16="http://schemas.microsoft.com/office/drawing/2014/main" id="{0024BCE4-62DC-4AB8-A6EC-3AB264B9A696}"/>
              </a:ext>
            </a:extLst>
          </p:cNvPr>
          <p:cNvGrpSpPr/>
          <p:nvPr/>
        </p:nvGrpSpPr>
        <p:grpSpPr>
          <a:xfrm>
            <a:off x="5697477" y="3147384"/>
            <a:ext cx="457200" cy="381000"/>
            <a:chOff x="7835807" y="2593833"/>
            <a:chExt cx="457200" cy="381000"/>
          </a:xfrm>
        </p:grpSpPr>
        <p:sp>
          <p:nvSpPr>
            <p:cNvPr id="197" name="Rectangle 107">
              <a:extLst>
                <a:ext uri="{FF2B5EF4-FFF2-40B4-BE49-F238E27FC236}">
                  <a16:creationId xmlns:a16="http://schemas.microsoft.com/office/drawing/2014/main" id="{A968F5A8-CA23-D0CC-2B6B-D5AD8735EBF8}"/>
                </a:ext>
              </a:extLst>
            </p:cNvPr>
            <p:cNvSpPr>
              <a:spLocks noChangeArrowheads="1"/>
            </p:cNvSpPr>
            <p:nvPr/>
          </p:nvSpPr>
          <p:spPr bwMode="auto">
            <a:xfrm>
              <a:off x="7835807" y="2777983"/>
              <a:ext cx="457200" cy="196850"/>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eth2</a:t>
              </a:r>
            </a:p>
          </p:txBody>
        </p:sp>
        <p:sp>
          <p:nvSpPr>
            <p:cNvPr id="198" name="Rectangle 108">
              <a:extLst>
                <a:ext uri="{FF2B5EF4-FFF2-40B4-BE49-F238E27FC236}">
                  <a16:creationId xmlns:a16="http://schemas.microsoft.com/office/drawing/2014/main" id="{BD39B720-06EC-DCB0-AE00-E9E70A5B9D1D}"/>
                </a:ext>
              </a:extLst>
            </p:cNvPr>
            <p:cNvSpPr>
              <a:spLocks noChangeArrowheads="1"/>
            </p:cNvSpPr>
            <p:nvPr/>
          </p:nvSpPr>
          <p:spPr bwMode="auto">
            <a:xfrm>
              <a:off x="7835807" y="2593833"/>
              <a:ext cx="457200" cy="1841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206</a:t>
              </a:r>
            </a:p>
          </p:txBody>
        </p:sp>
      </p:grpSp>
      <p:grpSp>
        <p:nvGrpSpPr>
          <p:cNvPr id="199" name="Gruppo 198">
            <a:extLst>
              <a:ext uri="{FF2B5EF4-FFF2-40B4-BE49-F238E27FC236}">
                <a16:creationId xmlns:a16="http://schemas.microsoft.com/office/drawing/2014/main" id="{EDBDF5DB-D111-1B2C-5B84-41CF867CCF9A}"/>
              </a:ext>
            </a:extLst>
          </p:cNvPr>
          <p:cNvGrpSpPr/>
          <p:nvPr/>
        </p:nvGrpSpPr>
        <p:grpSpPr>
          <a:xfrm>
            <a:off x="5685184" y="4359899"/>
            <a:ext cx="457200" cy="381000"/>
            <a:chOff x="7835807" y="2593833"/>
            <a:chExt cx="457200" cy="381000"/>
          </a:xfrm>
        </p:grpSpPr>
        <p:sp>
          <p:nvSpPr>
            <p:cNvPr id="200" name="Rectangle 107">
              <a:extLst>
                <a:ext uri="{FF2B5EF4-FFF2-40B4-BE49-F238E27FC236}">
                  <a16:creationId xmlns:a16="http://schemas.microsoft.com/office/drawing/2014/main" id="{1B5CEBA9-CDB4-D9DC-90EB-8F3A215BECCE}"/>
                </a:ext>
              </a:extLst>
            </p:cNvPr>
            <p:cNvSpPr>
              <a:spLocks noChangeArrowheads="1"/>
            </p:cNvSpPr>
            <p:nvPr/>
          </p:nvSpPr>
          <p:spPr bwMode="auto">
            <a:xfrm>
              <a:off x="7835807" y="2777983"/>
              <a:ext cx="457200" cy="196850"/>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eth3</a:t>
              </a:r>
            </a:p>
          </p:txBody>
        </p:sp>
        <p:sp>
          <p:nvSpPr>
            <p:cNvPr id="201" name="Rectangle 108">
              <a:extLst>
                <a:ext uri="{FF2B5EF4-FFF2-40B4-BE49-F238E27FC236}">
                  <a16:creationId xmlns:a16="http://schemas.microsoft.com/office/drawing/2014/main" id="{26111501-DEC7-CC40-08E6-584723415910}"/>
                </a:ext>
              </a:extLst>
            </p:cNvPr>
            <p:cNvSpPr>
              <a:spLocks noChangeArrowheads="1"/>
            </p:cNvSpPr>
            <p:nvPr/>
          </p:nvSpPr>
          <p:spPr bwMode="auto">
            <a:xfrm>
              <a:off x="7835807" y="2593833"/>
              <a:ext cx="457200" cy="1841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11</a:t>
              </a:r>
            </a:p>
          </p:txBody>
        </p:sp>
      </p:grpSp>
      <p:grpSp>
        <p:nvGrpSpPr>
          <p:cNvPr id="202" name="Gruppo 201">
            <a:extLst>
              <a:ext uri="{FF2B5EF4-FFF2-40B4-BE49-F238E27FC236}">
                <a16:creationId xmlns:a16="http://schemas.microsoft.com/office/drawing/2014/main" id="{3D31B26F-3D83-B69B-ADCD-867A90A66C4F}"/>
              </a:ext>
            </a:extLst>
          </p:cNvPr>
          <p:cNvGrpSpPr/>
          <p:nvPr/>
        </p:nvGrpSpPr>
        <p:grpSpPr>
          <a:xfrm>
            <a:off x="4886165" y="4461942"/>
            <a:ext cx="469900" cy="387350"/>
            <a:chOff x="7835807" y="2587483"/>
            <a:chExt cx="469900" cy="387350"/>
          </a:xfrm>
        </p:grpSpPr>
        <p:sp>
          <p:nvSpPr>
            <p:cNvPr id="203" name="Rectangle 107">
              <a:extLst>
                <a:ext uri="{FF2B5EF4-FFF2-40B4-BE49-F238E27FC236}">
                  <a16:creationId xmlns:a16="http://schemas.microsoft.com/office/drawing/2014/main" id="{E674CB61-43A2-A7F0-49F7-EB141153825A}"/>
                </a:ext>
              </a:extLst>
            </p:cNvPr>
            <p:cNvSpPr>
              <a:spLocks noChangeArrowheads="1"/>
            </p:cNvSpPr>
            <p:nvPr/>
          </p:nvSpPr>
          <p:spPr bwMode="auto">
            <a:xfrm>
              <a:off x="7835807" y="2777983"/>
              <a:ext cx="457200" cy="196850"/>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eth4</a:t>
              </a:r>
            </a:p>
          </p:txBody>
        </p:sp>
        <p:sp>
          <p:nvSpPr>
            <p:cNvPr id="204" name="Rectangle 108">
              <a:extLst>
                <a:ext uri="{FF2B5EF4-FFF2-40B4-BE49-F238E27FC236}">
                  <a16:creationId xmlns:a16="http://schemas.microsoft.com/office/drawing/2014/main" id="{730D0205-F8BB-F317-093E-80465788F1B9}"/>
                </a:ext>
              </a:extLst>
            </p:cNvPr>
            <p:cNvSpPr>
              <a:spLocks noChangeArrowheads="1"/>
            </p:cNvSpPr>
            <p:nvPr/>
          </p:nvSpPr>
          <p:spPr bwMode="auto">
            <a:xfrm>
              <a:off x="7848507" y="2587483"/>
              <a:ext cx="457200" cy="1841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it-IT" altLang="it-IT" sz="1400" b="1" dirty="0">
                  <a:latin typeface="Courier New" panose="02070309020205020404" pitchFamily="49" charset="0"/>
                </a:rPr>
                <a:t>145</a:t>
              </a:r>
            </a:p>
          </p:txBody>
        </p:sp>
      </p:grpSp>
      <p:sp>
        <p:nvSpPr>
          <p:cNvPr id="205" name="AutoShape 104">
            <a:extLst>
              <a:ext uri="{FF2B5EF4-FFF2-40B4-BE49-F238E27FC236}">
                <a16:creationId xmlns:a16="http://schemas.microsoft.com/office/drawing/2014/main" id="{FC872621-B812-2C1A-EFDE-AECEDC345400}"/>
              </a:ext>
            </a:extLst>
          </p:cNvPr>
          <p:cNvSpPr>
            <a:spLocks noChangeArrowheads="1"/>
          </p:cNvSpPr>
          <p:nvPr/>
        </p:nvSpPr>
        <p:spPr bwMode="auto">
          <a:xfrm>
            <a:off x="227353" y="1238723"/>
            <a:ext cx="4583025" cy="2070364"/>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None/>
            </a:pPr>
            <a:r>
              <a:rPr lang="en-US" sz="1800" dirty="0">
                <a:latin typeface="Arial" panose="020B0604020202020204" pitchFamily="34" charset="0"/>
                <a:cs typeface="Arial" panose="020B0604020202020204" pitchFamily="34" charset="0"/>
              </a:rPr>
              <a:t>The configuration of router2 </a:t>
            </a:r>
            <a:r>
              <a:rPr lang="en-US" sz="1800" noProof="0" dirty="0">
                <a:latin typeface="Arial" panose="020B0604020202020204" pitchFamily="34" charset="0"/>
                <a:cs typeface="Arial" panose="020B0604020202020204" pitchFamily="34" charset="0"/>
              </a:rPr>
              <a:t>is not complete. </a:t>
            </a:r>
            <a:br>
              <a:rPr lang="en-US" sz="1800" noProof="0" dirty="0">
                <a:latin typeface="Arial" panose="020B0604020202020204" pitchFamily="34" charset="0"/>
                <a:cs typeface="Arial" panose="020B0604020202020204" pitchFamily="34" charset="0"/>
              </a:rPr>
            </a:br>
            <a:br>
              <a:rPr lang="en-US" sz="1800" noProof="0" dirty="0">
                <a:latin typeface="Arial" panose="020B0604020202020204" pitchFamily="34" charset="0"/>
                <a:cs typeface="Arial" panose="020B0604020202020204" pitchFamily="34" charset="0"/>
              </a:rPr>
            </a:br>
            <a:r>
              <a:rPr lang="en-US" sz="1800" noProof="0" dirty="0">
                <a:latin typeface="Arial" panose="020B0604020202020204" pitchFamily="34" charset="0"/>
                <a:cs typeface="Arial" panose="020B0604020202020204" pitchFamily="34" charset="0"/>
              </a:rPr>
              <a:t>Complete the configuration </a:t>
            </a:r>
            <a:r>
              <a:rPr lang="en-GB" sz="1800" dirty="0">
                <a:latin typeface="Arial" panose="020B0604020202020204" pitchFamily="34" charset="0"/>
                <a:cs typeface="Arial" panose="020B0604020202020204" pitchFamily="34" charset="0"/>
              </a:rPr>
              <a:t>by filling in the </a:t>
            </a:r>
          </a:p>
          <a:p>
            <a:pPr eaLnBrk="1" hangingPunct="1">
              <a:spcBef>
                <a:spcPct val="0"/>
              </a:spcBef>
              <a:buClrTx/>
              <a:buSzTx/>
              <a:buNone/>
            </a:pPr>
            <a:r>
              <a:rPr lang="en-GB" sz="1800" dirty="0">
                <a:latin typeface="Arial" panose="020B0604020202020204" pitchFamily="34" charset="0"/>
                <a:cs typeface="Arial" panose="020B0604020202020204" pitchFamily="34" charset="0"/>
              </a:rPr>
              <a:t>fields marked with </a:t>
            </a:r>
            <a:r>
              <a:rPr lang="en-GB" sz="1800" b="1" dirty="0" err="1">
                <a:latin typeface="Arial" panose="020B0604020202020204" pitchFamily="34" charset="0"/>
                <a:cs typeface="Arial" panose="020B0604020202020204" pitchFamily="34" charset="0"/>
              </a:rPr>
              <a:t>X</a:t>
            </a:r>
            <a:r>
              <a:rPr lang="en-GB" sz="1800" dirty="0" err="1">
                <a:latin typeface="Arial" panose="020B0604020202020204" pitchFamily="34" charset="0"/>
                <a:cs typeface="Arial" panose="020B0604020202020204" pitchFamily="34" charset="0"/>
              </a:rPr>
              <a:t>s</a:t>
            </a:r>
            <a:r>
              <a:rPr lang="en-GB" sz="1800" dirty="0">
                <a:latin typeface="Arial" panose="020B0604020202020204" pitchFamily="34" charset="0"/>
                <a:cs typeface="Arial" panose="020B0604020202020204" pitchFamily="34" charset="0"/>
              </a:rPr>
              <a:t>.</a:t>
            </a:r>
          </a:p>
          <a:p>
            <a:pPr eaLnBrk="1" hangingPunct="1">
              <a:spcBef>
                <a:spcPct val="0"/>
              </a:spcBef>
              <a:buClrTx/>
              <a:buSzTx/>
              <a:buFontTx/>
              <a:buNone/>
            </a:pPr>
            <a:endParaRPr lang="en-US" sz="1800" noProof="0" dirty="0">
              <a:latin typeface="Arial" panose="020B0604020202020204" pitchFamily="34" charset="0"/>
              <a:cs typeface="Arial" panose="020B0604020202020204" pitchFamily="34" charset="0"/>
            </a:endParaRPr>
          </a:p>
          <a:p>
            <a:pPr eaLnBrk="1" hangingPunct="1">
              <a:spcBef>
                <a:spcPct val="0"/>
              </a:spcBef>
              <a:buClrTx/>
              <a:buSzTx/>
              <a:buFontTx/>
              <a:buNone/>
            </a:pPr>
            <a:r>
              <a:rPr lang="en-US" sz="1800" dirty="0">
                <a:latin typeface="Arial" panose="020B0604020202020204" pitchFamily="34" charset="0"/>
                <a:cs typeface="Arial" panose="020B0604020202020204" pitchFamily="34" charset="0"/>
              </a:rPr>
              <a:t>Verify your work by pinging the PCs from </a:t>
            </a:r>
          </a:p>
          <a:p>
            <a:pPr eaLnBrk="1" hangingPunct="1">
              <a:spcBef>
                <a:spcPct val="0"/>
              </a:spcBef>
              <a:buClrTx/>
              <a:buSzTx/>
              <a:buFontTx/>
              <a:buNone/>
            </a:pPr>
            <a:r>
              <a:rPr lang="en-US" sz="1800" dirty="0">
                <a:latin typeface="Arial" panose="020B0604020202020204" pitchFamily="34" charset="0"/>
                <a:cs typeface="Arial" panose="020B0604020202020204" pitchFamily="34" charset="0"/>
              </a:rPr>
              <a:t>r</a:t>
            </a:r>
            <a:r>
              <a:rPr lang="en-US" sz="1800" noProof="0" dirty="0">
                <a:latin typeface="Arial" panose="020B0604020202020204" pitchFamily="34" charset="0"/>
                <a:cs typeface="Arial" panose="020B0604020202020204" pitchFamily="34" charset="0"/>
              </a:rPr>
              <a:t>outer2.</a:t>
            </a:r>
          </a:p>
        </p:txBody>
      </p:sp>
    </p:spTree>
    <p:extLst>
      <p:ext uri="{BB962C8B-B14F-4D97-AF65-F5344CB8AC3E}">
        <p14:creationId xmlns:p14="http://schemas.microsoft.com/office/powerpoint/2010/main" val="3850295781"/>
      </p:ext>
    </p:extLst>
  </p:cSld>
  <p:clrMapOvr>
    <a:masterClrMapping/>
  </p:clrMapOvr>
</p:sld>
</file>

<file path=ppt/theme/theme1.xml><?xml version="1.0" encoding="utf-8"?>
<a:theme xmlns:a="http://schemas.openxmlformats.org/drawingml/2006/main" name="slides-template">
  <a:themeElements>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fontScheme name="slides-templat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lides-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lides-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lides-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lides-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lides-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lides-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lides-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lides-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lides-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lides-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lides-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lides-template 13">
        <a:dk1>
          <a:srgbClr val="000000"/>
        </a:dk1>
        <a:lt1>
          <a:srgbClr val="FFFFFF"/>
        </a:lt1>
        <a:dk2>
          <a:srgbClr val="FF0000"/>
        </a:dk2>
        <a:lt2>
          <a:srgbClr val="808080"/>
        </a:lt2>
        <a:accent1>
          <a:srgbClr val="99C4DF"/>
        </a:accent1>
        <a:accent2>
          <a:srgbClr val="FCEA04"/>
        </a:accent2>
        <a:accent3>
          <a:srgbClr val="FFFFFF"/>
        </a:accent3>
        <a:accent4>
          <a:srgbClr val="000000"/>
        </a:accent4>
        <a:accent5>
          <a:srgbClr val="CADEEC"/>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2" id="{CEF9E157-3A07-1948-A978-1A0E0EF844D0}" vid="{6931B5DE-37A9-0140-8222-582175C387CF}"/>
    </a:ext>
  </a:extLst>
</a:theme>
</file>

<file path=ppt/theme/theme2.xml><?xml version="1.0" encoding="utf-8"?>
<a:theme xmlns:a="http://schemas.openxmlformats.org/drawingml/2006/main" name="Tema di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F8297A7-B94C-483D-AD38-856490F0F154}">
  <we:reference id="WA200005566" version="3.0.0.3" store="Omex"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7EB2CA632F902743835D1E561AFB238F" ma:contentTypeVersion="16" ma:contentTypeDescription="Creare un nuovo documento." ma:contentTypeScope="" ma:versionID="3212e702edaf026d34f3f463c2b197f1">
  <xsd:schema xmlns:xsd="http://www.w3.org/2001/XMLSchema" xmlns:xs="http://www.w3.org/2001/XMLSchema" xmlns:p="http://schemas.microsoft.com/office/2006/metadata/properties" xmlns:ns3="81e8b71c-ed62-4b5a-8a6a-dfc35b998427" xmlns:ns4="37c45f14-d49a-44b2-a48a-3f25cba2ab6d" targetNamespace="http://schemas.microsoft.com/office/2006/metadata/properties" ma:root="true" ma:fieldsID="c7890791843b95e4852a59e66f9e0c3a" ns3:_="" ns4:_="">
    <xsd:import namespace="81e8b71c-ed62-4b5a-8a6a-dfc35b998427"/>
    <xsd:import namespace="37c45f14-d49a-44b2-a48a-3f25cba2ab6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GenerationTime" minOccurs="0"/>
                <xsd:element ref="ns4:MediaServiceEventHashCode" minOccurs="0"/>
                <xsd:element ref="ns4:MediaServiceLocation" minOccurs="0"/>
                <xsd:element ref="ns4:MediaLengthInSeconds" minOccurs="0"/>
                <xsd:element ref="ns4:MediaServiceAutoKeyPoints" minOccurs="0"/>
                <xsd:element ref="ns4:MediaServiceKeyPoints"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e8b71c-ed62-4b5a-8a6a-dfc35b998427" elementFormDefault="qualified">
    <xsd:import namespace="http://schemas.microsoft.com/office/2006/documentManagement/types"/>
    <xsd:import namespace="http://schemas.microsoft.com/office/infopath/2007/PartnerControls"/>
    <xsd:element name="SharedWithUsers" ma:index="8" nillable="true" ma:displayName="Condiviso con"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description="" ma:internalName="SharedWithDetails" ma:readOnly="true">
      <xsd:simpleType>
        <xsd:restriction base="dms:Note">
          <xsd:maxLength value="255"/>
        </xsd:restriction>
      </xsd:simpleType>
    </xsd:element>
    <xsd:element name="SharingHintHash" ma:index="10" nillable="true" ma:displayName="Hash suggerimento condivisione"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c45f14-d49a-44b2-a48a-3f25cba2ab6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37c45f14-d49a-44b2-a48a-3f25cba2ab6d" xsi:nil="true"/>
  </documentManagement>
</p:properties>
</file>

<file path=customXml/itemProps1.xml><?xml version="1.0" encoding="utf-8"?>
<ds:datastoreItem xmlns:ds="http://schemas.openxmlformats.org/officeDocument/2006/customXml" ds:itemID="{7F04DE2C-E681-4AC7-A274-897442D1E104}">
  <ds:schemaRefs>
    <ds:schemaRef ds:uri="http://schemas.microsoft.com/sharepoint/v3/contenttype/forms"/>
  </ds:schemaRefs>
</ds:datastoreItem>
</file>

<file path=customXml/itemProps2.xml><?xml version="1.0" encoding="utf-8"?>
<ds:datastoreItem xmlns:ds="http://schemas.openxmlformats.org/officeDocument/2006/customXml" ds:itemID="{D71EC864-2156-4B21-A067-1D25A4DE593D}">
  <ds:schemaRefs>
    <ds:schemaRef ds:uri="37c45f14-d49a-44b2-a48a-3f25cba2ab6d"/>
    <ds:schemaRef ds:uri="81e8b71c-ed62-4b5a-8a6a-dfc35b99842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33CB6BD-420D-45A7-A697-6C9DAB4721DA}">
  <ds:schemaRefs>
    <ds:schemaRef ds:uri="http://www.w3.org/XML/1998/namespace"/>
    <ds:schemaRef ds:uri="http://schemas.microsoft.com/office/2006/metadata/properties"/>
    <ds:schemaRef ds:uri="http://schemas.microsoft.com/office/infopath/2007/PartnerControls"/>
    <ds:schemaRef ds:uri="http://purl.org/dc/elements/1.1/"/>
    <ds:schemaRef ds:uri="http://purl.org/dc/dcmitype/"/>
    <ds:schemaRef ds:uri="81e8b71c-ed62-4b5a-8a6a-dfc35b998427"/>
    <ds:schemaRef ds:uri="http://schemas.microsoft.com/office/2006/documentManagement/types"/>
    <ds:schemaRef ds:uri="http://schemas.openxmlformats.org/package/2006/metadata/core-properties"/>
    <ds:schemaRef ds:uri="37c45f14-d49a-44b2-a48a-3f25cba2ab6d"/>
    <ds:schemaRef ds:uri="http://purl.org/dc/terms/"/>
  </ds:schemaRefs>
</ds:datastoreItem>
</file>

<file path=docProps/app.xml><?xml version="1.0" encoding="utf-8"?>
<Properties xmlns="http://schemas.openxmlformats.org/officeDocument/2006/extended-properties" xmlns:vt="http://schemas.openxmlformats.org/officeDocument/2006/docPropsVTypes">
  <Template>Kathara Template new Logo</Template>
  <TotalTime>697</TotalTime>
  <Words>1269</Words>
  <Application>Microsoft Office PowerPoint</Application>
  <PresentationFormat>Widescreen</PresentationFormat>
  <Paragraphs>362</Paragraphs>
  <Slides>14</Slides>
  <Notes>1</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14</vt:i4>
      </vt:variant>
    </vt:vector>
  </HeadingPairs>
  <TitlesOfParts>
    <vt:vector size="22" baseType="lpstr">
      <vt:lpstr>Arial</vt:lpstr>
      <vt:lpstr>Calibri</vt:lpstr>
      <vt:lpstr>Courier New</vt:lpstr>
      <vt:lpstr>Lucida Console</vt:lpstr>
      <vt:lpstr>Tahoma</vt:lpstr>
      <vt:lpstr>Times New Roman</vt:lpstr>
      <vt:lpstr>Wingdings</vt:lpstr>
      <vt:lpstr>slides-template</vt:lpstr>
      <vt:lpstr>kathara lab</vt:lpstr>
      <vt:lpstr>copyright notice</vt:lpstr>
      <vt:lpstr>lab-1-lan: analyze the scenario</vt:lpstr>
      <vt:lpstr>lab-1-lan: configurations</vt:lpstr>
      <vt:lpstr>lab-1-lan: configurations</vt:lpstr>
      <vt:lpstr>lab-1-lan: questions</vt:lpstr>
      <vt:lpstr>lab-1-lan: inspecting the routing table</vt:lpstr>
      <vt:lpstr>lab-1-lan: inspecting the routing table</vt:lpstr>
      <vt:lpstr>lab-1-lan: checking the broadcast address</vt:lpstr>
      <vt:lpstr>lab-1-lan: checking the broadcast addresses</vt:lpstr>
      <vt:lpstr>lab-2-lan: complete the configurations</vt:lpstr>
      <vt:lpstr>lab-2-lan: complete the configurations</vt:lpstr>
      <vt:lpstr>lab-2-lan: modify router2 commands</vt:lpstr>
      <vt:lpstr>lab-4-lan: complete the configurations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Netkit lab - arp</dc:title>
  <dc:subject>Address Resolution Protocol for local and non local traffic</dc:subject>
  <dc:creator>G. Di Battista, M. Patrignani, M. Pizzonia, F. Ricci, M. Rimondini</dc:creator>
  <cp:keywords>Netkit, ARP</cp:keywords>
  <cp:lastModifiedBy>Tommaso Caiazzi</cp:lastModifiedBy>
  <cp:revision>18</cp:revision>
  <cp:lastPrinted>2001-12-19T21:14:42Z</cp:lastPrinted>
  <dcterms:created xsi:type="dcterms:W3CDTF">2000-11-11T21:58:48Z</dcterms:created>
  <dcterms:modified xsi:type="dcterms:W3CDTF">2026-10-25T17:11:11Z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80</vt:i4>
  </property>
  <property fmtid="{D5CDD505-2E9C-101B-9397-08002B2CF9AE}" pid="5" name="ScreenSize">
    <vt:i4>2</vt:i4>
  </property>
  <property fmtid="{D5CDD505-2E9C-101B-9397-08002B2CF9AE}" pid="6" name="ScreenUsage">
    <vt:i4>1</vt:i4>
  </property>
  <property fmtid="{D5CDD505-2E9C-101B-9397-08002B2CF9AE}" pid="7" name="MailAddress">
    <vt:lpwstr>patrigna@dia.uniroma3.it</vt:lpwstr>
  </property>
  <property fmtid="{D5CDD505-2E9C-101B-9397-08002B2CF9AE}" pid="8" name="HomePage">
    <vt:lpwstr>http://www.dia.uniroma3.it/~patrigna</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C:\titto\teaching\ie</vt:lpwstr>
  </property>
  <property fmtid="{D5CDD505-2E9C-101B-9397-08002B2CF9AE}" pid="22" name="ContentTypeId">
    <vt:lpwstr>0x0101007EB2CA632F902743835D1E561AFB238F</vt:lpwstr>
  </property>
</Properties>
</file>