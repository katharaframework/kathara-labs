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2" Type="http://schemas.openxmlformats.org/officeDocument/2006/relationships/officeDocument" Target="ppt/presentation.xml"/><Relationship Id="rId1" Type="http://schemas.microsoft.com/office/2011/relationships/webextensiontaskpanes" Target="ppt/webextensions/taskpanes.xml"/><Relationship Id="rId6" Type="http://schemas.openxmlformats.org/officeDocument/2006/relationships/custom-properties" Target="docProps/custom.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p:sldMasterIdLst>
    <p:sldMasterId id="2147483773" r:id="rId4"/>
  </p:sldMasterIdLst>
  <p:notesMasterIdLst>
    <p:notesMasterId r:id="rId57"/>
  </p:notesMasterIdLst>
  <p:handoutMasterIdLst>
    <p:handoutMasterId r:id="rId58"/>
  </p:handoutMasterIdLst>
  <p:sldIdLst>
    <p:sldId id="353" r:id="rId5"/>
    <p:sldId id="392" r:id="rId6"/>
    <p:sldId id="394" r:id="rId7"/>
    <p:sldId id="421" r:id="rId8"/>
    <p:sldId id="343" r:id="rId9"/>
    <p:sldId id="436" r:id="rId10"/>
    <p:sldId id="341" r:id="rId11"/>
    <p:sldId id="397" r:id="rId12"/>
    <p:sldId id="345" r:id="rId13"/>
    <p:sldId id="407" r:id="rId14"/>
    <p:sldId id="408" r:id="rId15"/>
    <p:sldId id="437" r:id="rId16"/>
    <p:sldId id="378" r:id="rId17"/>
    <p:sldId id="410" r:id="rId18"/>
    <p:sldId id="438" r:id="rId19"/>
    <p:sldId id="439" r:id="rId20"/>
    <p:sldId id="395" r:id="rId21"/>
    <p:sldId id="422" r:id="rId22"/>
    <p:sldId id="404" r:id="rId23"/>
    <p:sldId id="413" r:id="rId24"/>
    <p:sldId id="414" r:id="rId25"/>
    <p:sldId id="400" r:id="rId26"/>
    <p:sldId id="423" r:id="rId27"/>
    <p:sldId id="398" r:id="rId28"/>
    <p:sldId id="364" r:id="rId29"/>
    <p:sldId id="415" r:id="rId30"/>
    <p:sldId id="441" r:id="rId31"/>
    <p:sldId id="371" r:id="rId32"/>
    <p:sldId id="380" r:id="rId33"/>
    <p:sldId id="402" r:id="rId34"/>
    <p:sldId id="418" r:id="rId35"/>
    <p:sldId id="419" r:id="rId36"/>
    <p:sldId id="420" r:id="rId37"/>
    <p:sldId id="424" r:id="rId38"/>
    <p:sldId id="440" r:id="rId39"/>
    <p:sldId id="425" r:id="rId40"/>
    <p:sldId id="382" r:id="rId41"/>
    <p:sldId id="416" r:id="rId42"/>
    <p:sldId id="417" r:id="rId43"/>
    <p:sldId id="427" r:id="rId44"/>
    <p:sldId id="377" r:id="rId45"/>
    <p:sldId id="428" r:id="rId46"/>
    <p:sldId id="430" r:id="rId47"/>
    <p:sldId id="429" r:id="rId48"/>
    <p:sldId id="431" r:id="rId49"/>
    <p:sldId id="432" r:id="rId50"/>
    <p:sldId id="433" r:id="rId51"/>
    <p:sldId id="434" r:id="rId52"/>
    <p:sldId id="435" r:id="rId53"/>
    <p:sldId id="442" r:id="rId54"/>
    <p:sldId id="443" r:id="rId55"/>
    <p:sldId id="391" r:id="rId56"/>
  </p:sldIdLst>
  <p:sldSz cx="12192000" cy="6858000"/>
  <p:notesSz cx="6858000" cy="9144000"/>
  <p:defaultTex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p:defaultTextStyle>
  <p:extLst>
    <p:ext uri="{EFAFB233-063F-42B5-8137-9DF3F51BA10A}">
      <p15:sldGuideLst xmlns:p15="http://schemas.microsoft.com/office/powerpoint/2012/main">
        <p15:guide id="1" orient="horz" pos="2137"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43654"/>
    <a:srgbClr val="72829E"/>
    <a:srgbClr val="5B7BB5"/>
    <a:srgbClr val="486AC8"/>
    <a:srgbClr val="339933"/>
    <a:srgbClr val="FF572F"/>
    <a:srgbClr val="FF6600"/>
    <a:srgbClr val="FEF8B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9D049BA-DB32-453D-B6B1-B7729B759B20}" v="63" dt="2025-11-04T13:15:31.327"/>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3880"/>
    <p:restoredTop sz="94667"/>
  </p:normalViewPr>
  <p:slideViewPr>
    <p:cSldViewPr snapToGrid="0">
      <p:cViewPr varScale="1">
        <p:scale>
          <a:sx n="80" d="100"/>
          <a:sy n="80" d="100"/>
        </p:scale>
        <p:origin x="603" y="51"/>
      </p:cViewPr>
      <p:guideLst>
        <p:guide orient="horz" pos="2137"/>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slide" Target="slides/slide43.xml"/><Relationship Id="rId50" Type="http://schemas.openxmlformats.org/officeDocument/2006/relationships/slide" Target="slides/slide46.xml"/><Relationship Id="rId55" Type="http://schemas.openxmlformats.org/officeDocument/2006/relationships/slide" Target="slides/slide51.xml"/><Relationship Id="rId63" Type="http://schemas.microsoft.com/office/2016/11/relationships/changesInfo" Target="changesInfos/changesInfo1.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slide" Target="slides/slide49.xml"/><Relationship Id="rId58" Type="http://schemas.openxmlformats.org/officeDocument/2006/relationships/handoutMaster" Target="handoutMasters/handoutMaster1.xml"/><Relationship Id="rId5" Type="http://schemas.openxmlformats.org/officeDocument/2006/relationships/slide" Target="slides/slide1.xml"/><Relationship Id="rId61" Type="http://schemas.openxmlformats.org/officeDocument/2006/relationships/theme" Target="theme/theme1.xml"/><Relationship Id="rId19" Type="http://schemas.openxmlformats.org/officeDocument/2006/relationships/slide" Target="slides/slide1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slide" Target="slides/slide52.xml"/><Relationship Id="rId64" Type="http://schemas.microsoft.com/office/2015/10/relationships/revisionInfo" Target="revisionInfo.xml"/><Relationship Id="rId8" Type="http://schemas.openxmlformats.org/officeDocument/2006/relationships/slide" Target="slides/slide4.xml"/><Relationship Id="rId51" Type="http://schemas.openxmlformats.org/officeDocument/2006/relationships/slide" Target="slides/slide47.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presProps" Target="presProps.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notesMaster" Target="notesMasters/notesMaster1.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5.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Tommaso Caiazzi" userId="4467b6bb-f22e-43e1-9cfc-2b9dfdaab12b" providerId="ADAL" clId="{7D8E847D-69B8-40EC-B31B-66968959F711}"/>
    <pc:docChg chg="undo custSel addSld modSld">
      <pc:chgData name="Tommaso Caiazzi" userId="4467b6bb-f22e-43e1-9cfc-2b9dfdaab12b" providerId="ADAL" clId="{7D8E847D-69B8-40EC-B31B-66968959F711}" dt="2025-11-04T13:15:40.979" v="256" actId="1036"/>
      <pc:docMkLst>
        <pc:docMk/>
      </pc:docMkLst>
      <pc:sldChg chg="modSp mod">
        <pc:chgData name="Tommaso Caiazzi" userId="4467b6bb-f22e-43e1-9cfc-2b9dfdaab12b" providerId="ADAL" clId="{7D8E847D-69B8-40EC-B31B-66968959F711}" dt="2025-11-04T13:01:35.094" v="12" actId="20577"/>
        <pc:sldMkLst>
          <pc:docMk/>
          <pc:sldMk cId="0" sldId="377"/>
        </pc:sldMkLst>
        <pc:spChg chg="mod">
          <ac:chgData name="Tommaso Caiazzi" userId="4467b6bb-f22e-43e1-9cfc-2b9dfdaab12b" providerId="ADAL" clId="{7D8E847D-69B8-40EC-B31B-66968959F711}" dt="2025-11-04T13:01:35.094" v="12" actId="20577"/>
          <ac:spMkLst>
            <pc:docMk/>
            <pc:sldMk cId="0" sldId="377"/>
            <ac:spMk id="36869" creationId="{78BA95E1-DD9C-0DD8-974E-67CA12DD470F}"/>
          </ac:spMkLst>
        </pc:spChg>
      </pc:sldChg>
      <pc:sldChg chg="addSp delSp modSp add mod">
        <pc:chgData name="Tommaso Caiazzi" userId="4467b6bb-f22e-43e1-9cfc-2b9dfdaab12b" providerId="ADAL" clId="{7D8E847D-69B8-40EC-B31B-66968959F711}" dt="2025-11-04T13:15:40.979" v="256" actId="1036"/>
        <pc:sldMkLst>
          <pc:docMk/>
          <pc:sldMk cId="2289180836" sldId="442"/>
        </pc:sldMkLst>
        <pc:spChg chg="add mod">
          <ac:chgData name="Tommaso Caiazzi" userId="4467b6bb-f22e-43e1-9cfc-2b9dfdaab12b" providerId="ADAL" clId="{7D8E847D-69B8-40EC-B31B-66968959F711}" dt="2025-11-04T13:07:07.133" v="184" actId="1076"/>
          <ac:spMkLst>
            <pc:docMk/>
            <pc:sldMk cId="2289180836" sldId="442"/>
            <ac:spMk id="2" creationId="{255A3CFB-6EE8-6FCA-5427-E37B34B3280B}"/>
          </ac:spMkLst>
        </pc:spChg>
        <pc:spChg chg="add mod">
          <ac:chgData name="Tommaso Caiazzi" userId="4467b6bb-f22e-43e1-9cfc-2b9dfdaab12b" providerId="ADAL" clId="{7D8E847D-69B8-40EC-B31B-66968959F711}" dt="2025-11-04T13:07:07.133" v="184" actId="1076"/>
          <ac:spMkLst>
            <pc:docMk/>
            <pc:sldMk cId="2289180836" sldId="442"/>
            <ac:spMk id="3" creationId="{8BD93CCE-41C1-A919-141B-FF737799D053}"/>
          </ac:spMkLst>
        </pc:spChg>
        <pc:spChg chg="add mod">
          <ac:chgData name="Tommaso Caiazzi" userId="4467b6bb-f22e-43e1-9cfc-2b9dfdaab12b" providerId="ADAL" clId="{7D8E847D-69B8-40EC-B31B-66968959F711}" dt="2025-11-04T13:07:07.133" v="184" actId="1076"/>
          <ac:spMkLst>
            <pc:docMk/>
            <pc:sldMk cId="2289180836" sldId="442"/>
            <ac:spMk id="4" creationId="{5A4CCB3E-0DA9-DF22-058C-7AB888298C81}"/>
          </ac:spMkLst>
        </pc:spChg>
        <pc:spChg chg="add mod">
          <ac:chgData name="Tommaso Caiazzi" userId="4467b6bb-f22e-43e1-9cfc-2b9dfdaab12b" providerId="ADAL" clId="{7D8E847D-69B8-40EC-B31B-66968959F711}" dt="2025-11-04T13:07:07.133" v="184" actId="1076"/>
          <ac:spMkLst>
            <pc:docMk/>
            <pc:sldMk cId="2289180836" sldId="442"/>
            <ac:spMk id="5" creationId="{769468C3-E31C-5EE6-1023-16A62043486B}"/>
          </ac:spMkLst>
        </pc:spChg>
        <pc:spChg chg="add mod">
          <ac:chgData name="Tommaso Caiazzi" userId="4467b6bb-f22e-43e1-9cfc-2b9dfdaab12b" providerId="ADAL" clId="{7D8E847D-69B8-40EC-B31B-66968959F711}" dt="2025-11-04T13:06:53.504" v="183" actId="1076"/>
          <ac:spMkLst>
            <pc:docMk/>
            <pc:sldMk cId="2289180836" sldId="442"/>
            <ac:spMk id="6" creationId="{46BAD9DD-24C4-FCC8-53C4-637A4BAA01F7}"/>
          </ac:spMkLst>
        </pc:spChg>
        <pc:spChg chg="add mod">
          <ac:chgData name="Tommaso Caiazzi" userId="4467b6bb-f22e-43e1-9cfc-2b9dfdaab12b" providerId="ADAL" clId="{7D8E847D-69B8-40EC-B31B-66968959F711}" dt="2025-11-04T13:12:09.640" v="248" actId="14100"/>
          <ac:spMkLst>
            <pc:docMk/>
            <pc:sldMk cId="2289180836" sldId="442"/>
            <ac:spMk id="7" creationId="{60660E56-13AA-41B4-D14B-CBB1C35938A1}"/>
          </ac:spMkLst>
        </pc:spChg>
        <pc:spChg chg="add mod">
          <ac:chgData name="Tommaso Caiazzi" userId="4467b6bb-f22e-43e1-9cfc-2b9dfdaab12b" providerId="ADAL" clId="{7D8E847D-69B8-40EC-B31B-66968959F711}" dt="2025-11-04T13:06:53.504" v="183" actId="1076"/>
          <ac:spMkLst>
            <pc:docMk/>
            <pc:sldMk cId="2289180836" sldId="442"/>
            <ac:spMk id="8" creationId="{20128F4C-D0EC-30FD-5A62-4D06B7C4109D}"/>
          </ac:spMkLst>
        </pc:spChg>
        <pc:spChg chg="add mod">
          <ac:chgData name="Tommaso Caiazzi" userId="4467b6bb-f22e-43e1-9cfc-2b9dfdaab12b" providerId="ADAL" clId="{7D8E847D-69B8-40EC-B31B-66968959F711}" dt="2025-11-04T13:06:53.504" v="183" actId="1076"/>
          <ac:spMkLst>
            <pc:docMk/>
            <pc:sldMk cId="2289180836" sldId="442"/>
            <ac:spMk id="9" creationId="{5FE97DE8-AA16-9846-D075-390318353BDB}"/>
          </ac:spMkLst>
        </pc:spChg>
        <pc:spChg chg="add mod">
          <ac:chgData name="Tommaso Caiazzi" userId="4467b6bb-f22e-43e1-9cfc-2b9dfdaab12b" providerId="ADAL" clId="{7D8E847D-69B8-40EC-B31B-66968959F711}" dt="2025-11-04T13:11:30.650" v="238" actId="208"/>
          <ac:spMkLst>
            <pc:docMk/>
            <pc:sldMk cId="2289180836" sldId="442"/>
            <ac:spMk id="10" creationId="{BC2B9B62-F418-57A0-8EE3-A022B11B68C3}"/>
          </ac:spMkLst>
        </pc:spChg>
        <pc:spChg chg="add mod">
          <ac:chgData name="Tommaso Caiazzi" userId="4467b6bb-f22e-43e1-9cfc-2b9dfdaab12b" providerId="ADAL" clId="{7D8E847D-69B8-40EC-B31B-66968959F711}" dt="2025-11-04T13:11:44.114" v="242" actId="207"/>
          <ac:spMkLst>
            <pc:docMk/>
            <pc:sldMk cId="2289180836" sldId="442"/>
            <ac:spMk id="11" creationId="{F29C2D40-591D-E3AE-1B0A-2C7BA38CBA82}"/>
          </ac:spMkLst>
        </pc:spChg>
        <pc:spChg chg="add mod">
          <ac:chgData name="Tommaso Caiazzi" userId="4467b6bb-f22e-43e1-9cfc-2b9dfdaab12b" providerId="ADAL" clId="{7D8E847D-69B8-40EC-B31B-66968959F711}" dt="2025-11-04T13:11:37.856" v="241" actId="207"/>
          <ac:spMkLst>
            <pc:docMk/>
            <pc:sldMk cId="2289180836" sldId="442"/>
            <ac:spMk id="12" creationId="{E664D223-5253-B6DA-9D0D-F7F4BC6079EC}"/>
          </ac:spMkLst>
        </pc:spChg>
        <pc:spChg chg="add mod">
          <ac:chgData name="Tommaso Caiazzi" userId="4467b6bb-f22e-43e1-9cfc-2b9dfdaab12b" providerId="ADAL" clId="{7D8E847D-69B8-40EC-B31B-66968959F711}" dt="2025-11-04T13:15:40.979" v="256" actId="1036"/>
          <ac:spMkLst>
            <pc:docMk/>
            <pc:sldMk cId="2289180836" sldId="442"/>
            <ac:spMk id="13" creationId="{A3D82279-F0D5-8B97-FC73-581E41B55991}"/>
          </ac:spMkLst>
        </pc:spChg>
        <pc:spChg chg="add mod">
          <ac:chgData name="Tommaso Caiazzi" userId="4467b6bb-f22e-43e1-9cfc-2b9dfdaab12b" providerId="ADAL" clId="{7D8E847D-69B8-40EC-B31B-66968959F711}" dt="2025-11-04T13:15:40.979" v="256" actId="1036"/>
          <ac:spMkLst>
            <pc:docMk/>
            <pc:sldMk cId="2289180836" sldId="442"/>
            <ac:spMk id="14" creationId="{CB866D4E-B7B0-F7F3-3A9A-E75A23D157A5}"/>
          </ac:spMkLst>
        </pc:spChg>
        <pc:spChg chg="add mod">
          <ac:chgData name="Tommaso Caiazzi" userId="4467b6bb-f22e-43e1-9cfc-2b9dfdaab12b" providerId="ADAL" clId="{7D8E847D-69B8-40EC-B31B-66968959F711}" dt="2025-11-04T13:15:40.979" v="256" actId="1036"/>
          <ac:spMkLst>
            <pc:docMk/>
            <pc:sldMk cId="2289180836" sldId="442"/>
            <ac:spMk id="15" creationId="{53D5A52D-CDF1-5C67-7F94-CFE9C017A0D2}"/>
          </ac:spMkLst>
        </pc:spChg>
        <pc:spChg chg="add mod">
          <ac:chgData name="Tommaso Caiazzi" userId="4467b6bb-f22e-43e1-9cfc-2b9dfdaab12b" providerId="ADAL" clId="{7D8E847D-69B8-40EC-B31B-66968959F711}" dt="2025-11-04T13:12:02.176" v="246" actId="1076"/>
          <ac:spMkLst>
            <pc:docMk/>
            <pc:sldMk cId="2289180836" sldId="442"/>
            <ac:spMk id="16" creationId="{C64A699E-C1A8-4DD9-9D36-A19E21CECD33}"/>
          </ac:spMkLst>
        </pc:spChg>
        <pc:spChg chg="add mod">
          <ac:chgData name="Tommaso Caiazzi" userId="4467b6bb-f22e-43e1-9cfc-2b9dfdaab12b" providerId="ADAL" clId="{7D8E847D-69B8-40EC-B31B-66968959F711}" dt="2025-11-04T13:12:02.176" v="246" actId="1076"/>
          <ac:spMkLst>
            <pc:docMk/>
            <pc:sldMk cId="2289180836" sldId="442"/>
            <ac:spMk id="17" creationId="{2050A22F-E0A7-4141-8B92-F0C4CDD650C1}"/>
          </ac:spMkLst>
        </pc:spChg>
        <pc:spChg chg="add mod">
          <ac:chgData name="Tommaso Caiazzi" userId="4467b6bb-f22e-43e1-9cfc-2b9dfdaab12b" providerId="ADAL" clId="{7D8E847D-69B8-40EC-B31B-66968959F711}" dt="2025-11-04T13:12:02.176" v="246" actId="1076"/>
          <ac:spMkLst>
            <pc:docMk/>
            <pc:sldMk cId="2289180836" sldId="442"/>
            <ac:spMk id="18" creationId="{6C2902E5-B6CB-0721-8683-80155569721D}"/>
          </ac:spMkLst>
        </pc:spChg>
        <pc:spChg chg="mod">
          <ac:chgData name="Tommaso Caiazzi" userId="4467b6bb-f22e-43e1-9cfc-2b9dfdaab12b" providerId="ADAL" clId="{7D8E847D-69B8-40EC-B31B-66968959F711}" dt="2025-11-04T13:01:57.130" v="49" actId="1038"/>
          <ac:spMkLst>
            <pc:docMk/>
            <pc:sldMk cId="2289180836" sldId="442"/>
            <ac:spMk id="36869" creationId="{08DF9FAF-DAC9-565A-50FA-E6AD46E9434B}"/>
          </ac:spMkLst>
        </pc:spChg>
        <pc:spChg chg="mod">
          <ac:chgData name="Tommaso Caiazzi" userId="4467b6bb-f22e-43e1-9cfc-2b9dfdaab12b" providerId="ADAL" clId="{7D8E847D-69B8-40EC-B31B-66968959F711}" dt="2025-11-04T13:15:31.327" v="252" actId="1038"/>
          <ac:spMkLst>
            <pc:docMk/>
            <pc:sldMk cId="2289180836" sldId="442"/>
            <ac:spMk id="36880" creationId="{C184651E-DB96-8C28-4C90-7CCFBA888C0C}"/>
          </ac:spMkLst>
        </pc:spChg>
        <pc:spChg chg="mod">
          <ac:chgData name="Tommaso Caiazzi" userId="4467b6bb-f22e-43e1-9cfc-2b9dfdaab12b" providerId="ADAL" clId="{7D8E847D-69B8-40EC-B31B-66968959F711}" dt="2025-11-04T13:07:25.273" v="187" actId="1037"/>
          <ac:spMkLst>
            <pc:docMk/>
            <pc:sldMk cId="2289180836" sldId="442"/>
            <ac:spMk id="36881" creationId="{AFA4793A-804D-EF47-F8AD-AD327114B152}"/>
          </ac:spMkLst>
        </pc:spChg>
        <pc:spChg chg="mod">
          <ac:chgData name="Tommaso Caiazzi" userId="4467b6bb-f22e-43e1-9cfc-2b9dfdaab12b" providerId="ADAL" clId="{7D8E847D-69B8-40EC-B31B-66968959F711}" dt="2025-11-04T13:07:19.297" v="186" actId="1037"/>
          <ac:spMkLst>
            <pc:docMk/>
            <pc:sldMk cId="2289180836" sldId="442"/>
            <ac:spMk id="36882" creationId="{E28C114C-8D85-545D-0A5D-26BFE8A6B90A}"/>
          </ac:spMkLst>
        </pc:spChg>
        <pc:spChg chg="del">
          <ac:chgData name="Tommaso Caiazzi" userId="4467b6bb-f22e-43e1-9cfc-2b9dfdaab12b" providerId="ADAL" clId="{7D8E847D-69B8-40EC-B31B-66968959F711}" dt="2025-11-04T13:03:17.150" v="130" actId="478"/>
          <ac:spMkLst>
            <pc:docMk/>
            <pc:sldMk cId="2289180836" sldId="442"/>
            <ac:spMk id="36883" creationId="{E8B620E2-4489-FBEF-2CCB-2622FBF5838E}"/>
          </ac:spMkLst>
        </pc:spChg>
        <pc:spChg chg="del">
          <ac:chgData name="Tommaso Caiazzi" userId="4467b6bb-f22e-43e1-9cfc-2b9dfdaab12b" providerId="ADAL" clId="{7D8E847D-69B8-40EC-B31B-66968959F711}" dt="2025-11-04T13:04:48.418" v="141" actId="478"/>
          <ac:spMkLst>
            <pc:docMk/>
            <pc:sldMk cId="2289180836" sldId="442"/>
            <ac:spMk id="36884" creationId="{9B0C91EE-844D-23E0-70B1-878B944AF5A7}"/>
          </ac:spMkLst>
        </pc:spChg>
        <pc:spChg chg="del">
          <ac:chgData name="Tommaso Caiazzi" userId="4467b6bb-f22e-43e1-9cfc-2b9dfdaab12b" providerId="ADAL" clId="{7D8E847D-69B8-40EC-B31B-66968959F711}" dt="2025-11-04T13:04:48.418" v="141" actId="478"/>
          <ac:spMkLst>
            <pc:docMk/>
            <pc:sldMk cId="2289180836" sldId="442"/>
            <ac:spMk id="36885" creationId="{9C8F7671-049F-DD0E-5204-73AC0FCAEBF9}"/>
          </ac:spMkLst>
        </pc:spChg>
        <pc:spChg chg="del">
          <ac:chgData name="Tommaso Caiazzi" userId="4467b6bb-f22e-43e1-9cfc-2b9dfdaab12b" providerId="ADAL" clId="{7D8E847D-69B8-40EC-B31B-66968959F711}" dt="2025-11-04T13:04:48.418" v="141" actId="478"/>
          <ac:spMkLst>
            <pc:docMk/>
            <pc:sldMk cId="2289180836" sldId="442"/>
            <ac:spMk id="36886" creationId="{BC678FBA-091A-2A95-710B-8B61DC5AE64E}"/>
          </ac:spMkLst>
        </pc:spChg>
        <pc:spChg chg="del">
          <ac:chgData name="Tommaso Caiazzi" userId="4467b6bb-f22e-43e1-9cfc-2b9dfdaab12b" providerId="ADAL" clId="{7D8E847D-69B8-40EC-B31B-66968959F711}" dt="2025-11-04T13:05:52.703" v="152" actId="478"/>
          <ac:spMkLst>
            <pc:docMk/>
            <pc:sldMk cId="2289180836" sldId="442"/>
            <ac:spMk id="36887" creationId="{648E8A8A-5A2A-6F16-C66D-004162814794}"/>
          </ac:spMkLst>
        </pc:spChg>
        <pc:spChg chg="del">
          <ac:chgData name="Tommaso Caiazzi" userId="4467b6bb-f22e-43e1-9cfc-2b9dfdaab12b" providerId="ADAL" clId="{7D8E847D-69B8-40EC-B31B-66968959F711}" dt="2025-11-04T13:05:52.703" v="152" actId="478"/>
          <ac:spMkLst>
            <pc:docMk/>
            <pc:sldMk cId="2289180836" sldId="442"/>
            <ac:spMk id="36889" creationId="{3243DE91-E26B-FEEE-B2E0-4C8B2573634D}"/>
          </ac:spMkLst>
        </pc:spChg>
        <pc:spChg chg="del">
          <ac:chgData name="Tommaso Caiazzi" userId="4467b6bb-f22e-43e1-9cfc-2b9dfdaab12b" providerId="ADAL" clId="{7D8E847D-69B8-40EC-B31B-66968959F711}" dt="2025-11-04T13:05:52.703" v="152" actId="478"/>
          <ac:spMkLst>
            <pc:docMk/>
            <pc:sldMk cId="2289180836" sldId="442"/>
            <ac:spMk id="36890" creationId="{7BFA8A8E-3EAA-5851-2444-0A9A678BADF2}"/>
          </ac:spMkLst>
        </pc:spChg>
        <pc:spChg chg="del">
          <ac:chgData name="Tommaso Caiazzi" userId="4467b6bb-f22e-43e1-9cfc-2b9dfdaab12b" providerId="ADAL" clId="{7D8E847D-69B8-40EC-B31B-66968959F711}" dt="2025-11-04T13:05:52.703" v="152" actId="478"/>
          <ac:spMkLst>
            <pc:docMk/>
            <pc:sldMk cId="2289180836" sldId="442"/>
            <ac:spMk id="36891" creationId="{BFBFB290-EE0D-CB03-289C-7E98183921E9}"/>
          </ac:spMkLst>
        </pc:spChg>
        <pc:spChg chg="mod">
          <ac:chgData name="Tommaso Caiazzi" userId="4467b6bb-f22e-43e1-9cfc-2b9dfdaab12b" providerId="ADAL" clId="{7D8E847D-69B8-40EC-B31B-66968959F711}" dt="2025-11-04T13:04:11.637" v="140" actId="1076"/>
          <ac:spMkLst>
            <pc:docMk/>
            <pc:sldMk cId="2289180836" sldId="442"/>
            <ac:spMk id="36893" creationId="{334374A0-5419-F5AC-0234-CFD8687888E8}"/>
          </ac:spMkLst>
        </pc:spChg>
        <pc:spChg chg="mod">
          <ac:chgData name="Tommaso Caiazzi" userId="4467b6bb-f22e-43e1-9cfc-2b9dfdaab12b" providerId="ADAL" clId="{7D8E847D-69B8-40EC-B31B-66968959F711}" dt="2025-11-04T13:02:49.440" v="113" actId="1076"/>
          <ac:spMkLst>
            <pc:docMk/>
            <pc:sldMk cId="2289180836" sldId="442"/>
            <ac:spMk id="36894" creationId="{CECA3BE2-D430-E2B2-2006-F5B3D45BB538}"/>
          </ac:spMkLst>
        </pc:spChg>
        <pc:spChg chg="del">
          <ac:chgData name="Tommaso Caiazzi" userId="4467b6bb-f22e-43e1-9cfc-2b9dfdaab12b" providerId="ADAL" clId="{7D8E847D-69B8-40EC-B31B-66968959F711}" dt="2025-11-04T13:04:48.418" v="141" actId="478"/>
          <ac:spMkLst>
            <pc:docMk/>
            <pc:sldMk cId="2289180836" sldId="442"/>
            <ac:spMk id="36895" creationId="{8D0EF7D9-ACC7-1864-E9F9-C6F206B4529D}"/>
          </ac:spMkLst>
        </pc:spChg>
        <pc:spChg chg="del">
          <ac:chgData name="Tommaso Caiazzi" userId="4467b6bb-f22e-43e1-9cfc-2b9dfdaab12b" providerId="ADAL" clId="{7D8E847D-69B8-40EC-B31B-66968959F711}" dt="2025-11-04T13:04:48.418" v="141" actId="478"/>
          <ac:spMkLst>
            <pc:docMk/>
            <pc:sldMk cId="2289180836" sldId="442"/>
            <ac:spMk id="36896" creationId="{42B359ED-D28A-F09D-FD45-37A780FE284F}"/>
          </ac:spMkLst>
        </pc:spChg>
        <pc:spChg chg="del">
          <ac:chgData name="Tommaso Caiazzi" userId="4467b6bb-f22e-43e1-9cfc-2b9dfdaab12b" providerId="ADAL" clId="{7D8E847D-69B8-40EC-B31B-66968959F711}" dt="2025-11-04T13:05:52.703" v="152" actId="478"/>
          <ac:spMkLst>
            <pc:docMk/>
            <pc:sldMk cId="2289180836" sldId="442"/>
            <ac:spMk id="36897" creationId="{9461E659-7D45-18B2-9978-B03CA3F90DC7}"/>
          </ac:spMkLst>
        </pc:spChg>
        <pc:spChg chg="del">
          <ac:chgData name="Tommaso Caiazzi" userId="4467b6bb-f22e-43e1-9cfc-2b9dfdaab12b" providerId="ADAL" clId="{7D8E847D-69B8-40EC-B31B-66968959F711}" dt="2025-11-04T13:05:52.703" v="152" actId="478"/>
          <ac:spMkLst>
            <pc:docMk/>
            <pc:sldMk cId="2289180836" sldId="442"/>
            <ac:spMk id="36898" creationId="{661AD201-B569-D0DA-EBB2-D235CD98BA9D}"/>
          </ac:spMkLst>
        </pc:spChg>
        <pc:spChg chg="del">
          <ac:chgData name="Tommaso Caiazzi" userId="4467b6bb-f22e-43e1-9cfc-2b9dfdaab12b" providerId="ADAL" clId="{7D8E847D-69B8-40EC-B31B-66968959F711}" dt="2025-11-04T13:03:17.150" v="130" actId="478"/>
          <ac:spMkLst>
            <pc:docMk/>
            <pc:sldMk cId="2289180836" sldId="442"/>
            <ac:spMk id="36899" creationId="{8E77294C-E2CB-2C89-FDB9-067C74E8C697}"/>
          </ac:spMkLst>
        </pc:spChg>
        <pc:spChg chg="del">
          <ac:chgData name="Tommaso Caiazzi" userId="4467b6bb-f22e-43e1-9cfc-2b9dfdaab12b" providerId="ADAL" clId="{7D8E847D-69B8-40EC-B31B-66968959F711}" dt="2025-11-04T13:04:48.418" v="141" actId="478"/>
          <ac:spMkLst>
            <pc:docMk/>
            <pc:sldMk cId="2289180836" sldId="442"/>
            <ac:spMk id="36900" creationId="{9F5B6731-6242-6447-DD9A-FB41EEE7BD56}"/>
          </ac:spMkLst>
        </pc:spChg>
        <pc:spChg chg="del">
          <ac:chgData name="Tommaso Caiazzi" userId="4467b6bb-f22e-43e1-9cfc-2b9dfdaab12b" providerId="ADAL" clId="{7D8E847D-69B8-40EC-B31B-66968959F711}" dt="2025-11-04T13:05:52.703" v="152" actId="478"/>
          <ac:spMkLst>
            <pc:docMk/>
            <pc:sldMk cId="2289180836" sldId="442"/>
            <ac:spMk id="36901" creationId="{FBECE880-073E-398F-64C1-F11E88EDFE47}"/>
          </ac:spMkLst>
        </pc:spChg>
        <pc:spChg chg="del">
          <ac:chgData name="Tommaso Caiazzi" userId="4467b6bb-f22e-43e1-9cfc-2b9dfdaab12b" providerId="ADAL" clId="{7D8E847D-69B8-40EC-B31B-66968959F711}" dt="2025-11-04T13:05:52.703" v="152" actId="478"/>
          <ac:spMkLst>
            <pc:docMk/>
            <pc:sldMk cId="2289180836" sldId="442"/>
            <ac:spMk id="36902" creationId="{9B504950-A66F-DD57-2BED-0F089E57012F}"/>
          </ac:spMkLst>
        </pc:spChg>
        <pc:spChg chg="del">
          <ac:chgData name="Tommaso Caiazzi" userId="4467b6bb-f22e-43e1-9cfc-2b9dfdaab12b" providerId="ADAL" clId="{7D8E847D-69B8-40EC-B31B-66968959F711}" dt="2025-11-04T13:05:52.703" v="152" actId="478"/>
          <ac:spMkLst>
            <pc:docMk/>
            <pc:sldMk cId="2289180836" sldId="442"/>
            <ac:spMk id="36903" creationId="{4182A27B-4C01-AE7D-8910-CF5022CC7BC7}"/>
          </ac:spMkLst>
        </pc:spChg>
        <pc:spChg chg="del">
          <ac:chgData name="Tommaso Caiazzi" userId="4467b6bb-f22e-43e1-9cfc-2b9dfdaab12b" providerId="ADAL" clId="{7D8E847D-69B8-40EC-B31B-66968959F711}" dt="2025-11-04T13:05:52.703" v="152" actId="478"/>
          <ac:spMkLst>
            <pc:docMk/>
            <pc:sldMk cId="2289180836" sldId="442"/>
            <ac:spMk id="36904" creationId="{6B7DADFD-39EC-0279-2B43-7D1C8A842B0E}"/>
          </ac:spMkLst>
        </pc:spChg>
        <pc:spChg chg="mod">
          <ac:chgData name="Tommaso Caiazzi" userId="4467b6bb-f22e-43e1-9cfc-2b9dfdaab12b" providerId="ADAL" clId="{7D8E847D-69B8-40EC-B31B-66968959F711}" dt="2025-11-04T13:06:44.923" v="182" actId="1076"/>
          <ac:spMkLst>
            <pc:docMk/>
            <pc:sldMk cId="2289180836" sldId="442"/>
            <ac:spMk id="36905" creationId="{142132E3-3F60-3B67-5603-5353A365EE4B}"/>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0962" name="Rectangle 2">
            <a:extLst>
              <a:ext uri="{FF2B5EF4-FFF2-40B4-BE49-F238E27FC236}">
                <a16:creationId xmlns:a16="http://schemas.microsoft.com/office/drawing/2014/main" id="{803702EA-E1FC-AF3C-50C6-124109291827}"/>
              </a:ext>
            </a:extLst>
          </p:cNvPr>
          <p:cNvSpPr>
            <a:spLocks noGrp="1" noChangeArrowheads="1"/>
          </p:cNvSpPr>
          <p:nvPr>
            <p:ph type="hdr" sz="quarter"/>
          </p:nvPr>
        </p:nvSpPr>
        <p:spPr bwMode="auto">
          <a:xfrm>
            <a:off x="0" y="0"/>
            <a:ext cx="2970213" cy="457200"/>
          </a:xfrm>
          <a:prstGeom prst="rect">
            <a:avLst/>
          </a:prstGeom>
          <a:noFill/>
          <a:ln>
            <a:noFill/>
          </a:ln>
          <a:effectLst/>
        </p:spPr>
        <p:txBody>
          <a:bodyPr vert="horz" wrap="square" lIns="94348" tIns="47174" rIns="94348" bIns="47174" numCol="1" anchor="t" anchorCtr="0" compatLnSpc="1">
            <a:prstTxWarp prst="textNoShape">
              <a:avLst/>
            </a:prstTxWarp>
          </a:bodyPr>
          <a:lstStyle>
            <a:lvl1pPr defTabSz="942975" eaLnBrk="0" hangingPunct="0">
              <a:defRPr sz="1200">
                <a:latin typeface="Times New Roman" panose="02020603050405020304" pitchFamily="18" charset="0"/>
              </a:defRPr>
            </a:lvl1pPr>
          </a:lstStyle>
          <a:p>
            <a:pPr>
              <a:defRPr/>
            </a:pPr>
            <a:endParaRPr lang="en-US" altLang="it-IT"/>
          </a:p>
        </p:txBody>
      </p:sp>
      <p:sp>
        <p:nvSpPr>
          <p:cNvPr id="40963" name="Rectangle 3">
            <a:extLst>
              <a:ext uri="{FF2B5EF4-FFF2-40B4-BE49-F238E27FC236}">
                <a16:creationId xmlns:a16="http://schemas.microsoft.com/office/drawing/2014/main" id="{9F1BC941-16DF-98FF-CB37-D7C03C63A163}"/>
              </a:ext>
            </a:extLst>
          </p:cNvPr>
          <p:cNvSpPr>
            <a:spLocks noGrp="1" noChangeArrowheads="1"/>
          </p:cNvSpPr>
          <p:nvPr>
            <p:ph type="dt" sz="quarter" idx="1"/>
          </p:nvPr>
        </p:nvSpPr>
        <p:spPr bwMode="auto">
          <a:xfrm>
            <a:off x="3887788" y="0"/>
            <a:ext cx="2970212" cy="457200"/>
          </a:xfrm>
          <a:prstGeom prst="rect">
            <a:avLst/>
          </a:prstGeom>
          <a:noFill/>
          <a:ln>
            <a:noFill/>
          </a:ln>
          <a:effectLst/>
        </p:spPr>
        <p:txBody>
          <a:bodyPr vert="horz" wrap="square" lIns="94348" tIns="47174" rIns="94348" bIns="47174" numCol="1" anchor="t" anchorCtr="0" compatLnSpc="1">
            <a:prstTxWarp prst="textNoShape">
              <a:avLst/>
            </a:prstTxWarp>
          </a:bodyPr>
          <a:lstStyle>
            <a:lvl1pPr algn="r" defTabSz="942975" eaLnBrk="0" hangingPunct="0">
              <a:defRPr sz="1200">
                <a:latin typeface="Times New Roman" panose="02020603050405020304" pitchFamily="18" charset="0"/>
              </a:defRPr>
            </a:lvl1pPr>
          </a:lstStyle>
          <a:p>
            <a:pPr>
              <a:defRPr/>
            </a:pPr>
            <a:endParaRPr lang="en-US" altLang="it-IT"/>
          </a:p>
        </p:txBody>
      </p:sp>
      <p:sp>
        <p:nvSpPr>
          <p:cNvPr id="40964" name="Rectangle 4">
            <a:extLst>
              <a:ext uri="{FF2B5EF4-FFF2-40B4-BE49-F238E27FC236}">
                <a16:creationId xmlns:a16="http://schemas.microsoft.com/office/drawing/2014/main" id="{3999CB24-7705-8839-F27F-CB9418020BD2}"/>
              </a:ext>
            </a:extLst>
          </p:cNvPr>
          <p:cNvSpPr>
            <a:spLocks noGrp="1" noChangeArrowheads="1"/>
          </p:cNvSpPr>
          <p:nvPr>
            <p:ph type="ftr" sz="quarter" idx="2"/>
          </p:nvPr>
        </p:nvSpPr>
        <p:spPr bwMode="auto">
          <a:xfrm>
            <a:off x="0" y="8686800"/>
            <a:ext cx="2970213" cy="457200"/>
          </a:xfrm>
          <a:prstGeom prst="rect">
            <a:avLst/>
          </a:prstGeom>
          <a:noFill/>
          <a:ln>
            <a:noFill/>
          </a:ln>
          <a:effectLst/>
        </p:spPr>
        <p:txBody>
          <a:bodyPr vert="horz" wrap="square" lIns="94348" tIns="47174" rIns="94348" bIns="47174" numCol="1" anchor="b" anchorCtr="0" compatLnSpc="1">
            <a:prstTxWarp prst="textNoShape">
              <a:avLst/>
            </a:prstTxWarp>
          </a:bodyPr>
          <a:lstStyle>
            <a:lvl1pPr defTabSz="942975" eaLnBrk="0" hangingPunct="0">
              <a:defRPr sz="1200">
                <a:latin typeface="Times New Roman" panose="02020603050405020304" pitchFamily="18" charset="0"/>
              </a:defRPr>
            </a:lvl1pPr>
          </a:lstStyle>
          <a:p>
            <a:pPr>
              <a:defRPr/>
            </a:pPr>
            <a:endParaRPr lang="en-US" altLang="it-IT"/>
          </a:p>
        </p:txBody>
      </p:sp>
      <p:sp>
        <p:nvSpPr>
          <p:cNvPr id="40965" name="Rectangle 5">
            <a:extLst>
              <a:ext uri="{FF2B5EF4-FFF2-40B4-BE49-F238E27FC236}">
                <a16:creationId xmlns:a16="http://schemas.microsoft.com/office/drawing/2014/main" id="{16766185-E6AC-3A87-47CA-6D5A36F5D062}"/>
              </a:ext>
            </a:extLst>
          </p:cNvPr>
          <p:cNvSpPr>
            <a:spLocks noGrp="1" noChangeArrowheads="1"/>
          </p:cNvSpPr>
          <p:nvPr>
            <p:ph type="sldNum" sz="quarter" idx="3"/>
          </p:nvPr>
        </p:nvSpPr>
        <p:spPr bwMode="auto">
          <a:xfrm>
            <a:off x="3887788" y="8686800"/>
            <a:ext cx="2970212" cy="457200"/>
          </a:xfrm>
          <a:prstGeom prst="rect">
            <a:avLst/>
          </a:prstGeom>
          <a:noFill/>
          <a:ln>
            <a:noFill/>
          </a:ln>
          <a:effectLst/>
        </p:spPr>
        <p:txBody>
          <a:bodyPr vert="horz" wrap="square" lIns="94348" tIns="47174" rIns="94348" bIns="47174" numCol="1" anchor="b" anchorCtr="0" compatLnSpc="1">
            <a:prstTxWarp prst="textNoShape">
              <a:avLst/>
            </a:prstTxWarp>
          </a:bodyPr>
          <a:lstStyle>
            <a:lvl1pPr algn="r" defTabSz="942975">
              <a:defRPr sz="1200">
                <a:latin typeface="Times New Roman" panose="02020603050405020304" pitchFamily="18" charset="0"/>
              </a:defRPr>
            </a:lvl1pPr>
          </a:lstStyle>
          <a:p>
            <a:pPr>
              <a:defRPr/>
            </a:pPr>
            <a:fld id="{D9B21AD7-4E97-4BBB-9C48-E1CC7B3A37AF}" type="slidenum">
              <a:rPr lang="en-US" altLang="it-IT"/>
              <a:pPr>
                <a:defRPr/>
              </a:pPr>
              <a:t>‹N›</a:t>
            </a:fld>
            <a:endParaRPr lang="en-US" altLang="it-IT"/>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58722" name="Rectangle 2">
            <a:extLst>
              <a:ext uri="{FF2B5EF4-FFF2-40B4-BE49-F238E27FC236}">
                <a16:creationId xmlns:a16="http://schemas.microsoft.com/office/drawing/2014/main" id="{5A949644-F96C-EAC7-3E3E-56F48A62C58B}"/>
              </a:ext>
            </a:extLst>
          </p:cNvPr>
          <p:cNvSpPr>
            <a:spLocks noGrp="1" noChangeArrowheads="1"/>
          </p:cNvSpPr>
          <p:nvPr>
            <p:ph type="hdr" sz="quarter"/>
          </p:nvPr>
        </p:nvSpPr>
        <p:spPr bwMode="auto">
          <a:xfrm>
            <a:off x="0" y="0"/>
            <a:ext cx="2971800" cy="457200"/>
          </a:xfrm>
          <a:prstGeom prst="rect">
            <a:avLst/>
          </a:prstGeom>
          <a:noFill/>
          <a:ln>
            <a:noFill/>
          </a:ln>
          <a:effectLst/>
        </p:spPr>
        <p:txBody>
          <a:bodyPr vert="horz" wrap="square" lIns="91440" tIns="45720" rIns="91440" bIns="45720" numCol="1" anchor="t" anchorCtr="0" compatLnSpc="1">
            <a:prstTxWarp prst="textNoShape">
              <a:avLst/>
            </a:prstTxWarp>
          </a:bodyPr>
          <a:lstStyle>
            <a:lvl1pPr eaLnBrk="0" hangingPunct="0">
              <a:defRPr sz="1200">
                <a:latin typeface="Times New Roman" panose="02020603050405020304" pitchFamily="18" charset="0"/>
              </a:defRPr>
            </a:lvl1pPr>
          </a:lstStyle>
          <a:p>
            <a:pPr>
              <a:defRPr/>
            </a:pPr>
            <a:endParaRPr lang="it-IT" altLang="it-IT"/>
          </a:p>
        </p:txBody>
      </p:sp>
      <p:sp>
        <p:nvSpPr>
          <p:cNvPr id="158723" name="Rectangle 3">
            <a:extLst>
              <a:ext uri="{FF2B5EF4-FFF2-40B4-BE49-F238E27FC236}">
                <a16:creationId xmlns:a16="http://schemas.microsoft.com/office/drawing/2014/main" id="{1D3649D4-8039-578B-AF67-290E126ACABD}"/>
              </a:ext>
            </a:extLst>
          </p:cNvPr>
          <p:cNvSpPr>
            <a:spLocks noGrp="1" noChangeArrowheads="1"/>
          </p:cNvSpPr>
          <p:nvPr>
            <p:ph type="dt" idx="1"/>
          </p:nvPr>
        </p:nvSpPr>
        <p:spPr bwMode="auto">
          <a:xfrm>
            <a:off x="3884613" y="0"/>
            <a:ext cx="2971800" cy="457200"/>
          </a:xfrm>
          <a:prstGeom prst="rect">
            <a:avLst/>
          </a:prstGeom>
          <a:noFill/>
          <a:ln>
            <a:noFill/>
          </a:ln>
          <a:effectLst/>
        </p:spPr>
        <p:txBody>
          <a:bodyPr vert="horz" wrap="square" lIns="91440" tIns="45720" rIns="91440" bIns="45720" numCol="1" anchor="t" anchorCtr="0" compatLnSpc="1">
            <a:prstTxWarp prst="textNoShape">
              <a:avLst/>
            </a:prstTxWarp>
          </a:bodyPr>
          <a:lstStyle>
            <a:lvl1pPr algn="r" eaLnBrk="0" hangingPunct="0">
              <a:defRPr sz="1200">
                <a:latin typeface="Times New Roman" panose="02020603050405020304" pitchFamily="18" charset="0"/>
              </a:defRPr>
            </a:lvl1pPr>
          </a:lstStyle>
          <a:p>
            <a:pPr>
              <a:defRPr/>
            </a:pPr>
            <a:endParaRPr lang="it-IT" altLang="it-IT"/>
          </a:p>
        </p:txBody>
      </p:sp>
      <p:sp>
        <p:nvSpPr>
          <p:cNvPr id="3076" name="Rectangle 4">
            <a:extLst>
              <a:ext uri="{FF2B5EF4-FFF2-40B4-BE49-F238E27FC236}">
                <a16:creationId xmlns:a16="http://schemas.microsoft.com/office/drawing/2014/main" id="{830E5E8D-FA8A-7186-04B2-911243E4E297}"/>
              </a:ext>
            </a:extLst>
          </p:cNvPr>
          <p:cNvSpPr>
            <a:spLocks noGrp="1" noRot="1" noChangeAspect="1" noChangeArrowheads="1" noTextEdit="1"/>
          </p:cNvSpPr>
          <p:nvPr>
            <p:ph type="sldImg" idx="2"/>
          </p:nvPr>
        </p:nvSpPr>
        <p:spPr bwMode="auto">
          <a:xfrm>
            <a:off x="381000" y="685800"/>
            <a:ext cx="6096000" cy="3429000"/>
          </a:xfrm>
          <a:prstGeom prst="rect">
            <a:avLst/>
          </a:prstGeom>
          <a:noFill/>
          <a:ln w="9525">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158725" name="Rectangle 5">
            <a:extLst>
              <a:ext uri="{FF2B5EF4-FFF2-40B4-BE49-F238E27FC236}">
                <a16:creationId xmlns:a16="http://schemas.microsoft.com/office/drawing/2014/main" id="{7F048C03-4E78-0AA4-B955-669BA3B45BE4}"/>
              </a:ext>
            </a:extLst>
          </p:cNvPr>
          <p:cNvSpPr>
            <a:spLocks noGrp="1" noChangeArrowheads="1"/>
          </p:cNvSpPr>
          <p:nvPr>
            <p:ph type="body" sz="quarter" idx="3"/>
          </p:nvPr>
        </p:nvSpPr>
        <p:spPr bwMode="auto">
          <a:xfrm>
            <a:off x="685800" y="4343400"/>
            <a:ext cx="5486400" cy="4114800"/>
          </a:xfrm>
          <a:prstGeom prst="rect">
            <a:avLst/>
          </a:prstGeom>
          <a:noFill/>
          <a:ln>
            <a:noFill/>
          </a:ln>
          <a:effectLst/>
        </p:spPr>
        <p:txBody>
          <a:bodyPr vert="horz" wrap="square" lIns="91440" tIns="45720" rIns="91440" bIns="45720" numCol="1" anchor="t" anchorCtr="0" compatLnSpc="1">
            <a:prstTxWarp prst="textNoShape">
              <a:avLst/>
            </a:prstTxWarp>
          </a:bodyPr>
          <a:lstStyle/>
          <a:p>
            <a:pPr lvl="0"/>
            <a:r>
              <a:rPr lang="it-IT" altLang="it-IT" noProof="0"/>
              <a:t>Fare clic per modificare gli stili del testo dello schema</a:t>
            </a:r>
          </a:p>
          <a:p>
            <a:pPr lvl="1"/>
            <a:r>
              <a:rPr lang="it-IT" altLang="it-IT" noProof="0"/>
              <a:t>Secondo livello</a:t>
            </a:r>
          </a:p>
          <a:p>
            <a:pPr lvl="2"/>
            <a:r>
              <a:rPr lang="it-IT" altLang="it-IT" noProof="0"/>
              <a:t>Terzo livello</a:t>
            </a:r>
          </a:p>
          <a:p>
            <a:pPr lvl="3"/>
            <a:r>
              <a:rPr lang="it-IT" altLang="it-IT" noProof="0"/>
              <a:t>Quarto livello</a:t>
            </a:r>
          </a:p>
          <a:p>
            <a:pPr lvl="4"/>
            <a:r>
              <a:rPr lang="it-IT" altLang="it-IT" noProof="0"/>
              <a:t>Quinto livello</a:t>
            </a:r>
          </a:p>
        </p:txBody>
      </p:sp>
      <p:sp>
        <p:nvSpPr>
          <p:cNvPr id="158726" name="Rectangle 6">
            <a:extLst>
              <a:ext uri="{FF2B5EF4-FFF2-40B4-BE49-F238E27FC236}">
                <a16:creationId xmlns:a16="http://schemas.microsoft.com/office/drawing/2014/main" id="{0BCD15B4-EBC6-89A1-E714-4DDE7CB35D08}"/>
              </a:ext>
            </a:extLst>
          </p:cNvPr>
          <p:cNvSpPr>
            <a:spLocks noGrp="1" noChangeArrowheads="1"/>
          </p:cNvSpPr>
          <p:nvPr>
            <p:ph type="ftr" sz="quarter" idx="4"/>
          </p:nvPr>
        </p:nvSpPr>
        <p:spPr bwMode="auto">
          <a:xfrm>
            <a:off x="0" y="8685213"/>
            <a:ext cx="2971800" cy="457200"/>
          </a:xfrm>
          <a:prstGeom prst="rect">
            <a:avLst/>
          </a:prstGeom>
          <a:noFill/>
          <a:ln>
            <a:noFill/>
          </a:ln>
          <a:effectLst/>
        </p:spPr>
        <p:txBody>
          <a:bodyPr vert="horz" wrap="square" lIns="91440" tIns="45720" rIns="91440" bIns="45720" numCol="1" anchor="b" anchorCtr="0" compatLnSpc="1">
            <a:prstTxWarp prst="textNoShape">
              <a:avLst/>
            </a:prstTxWarp>
          </a:bodyPr>
          <a:lstStyle>
            <a:lvl1pPr eaLnBrk="0" hangingPunct="0">
              <a:defRPr sz="1200">
                <a:latin typeface="Times New Roman" panose="02020603050405020304" pitchFamily="18" charset="0"/>
              </a:defRPr>
            </a:lvl1pPr>
          </a:lstStyle>
          <a:p>
            <a:pPr>
              <a:defRPr/>
            </a:pPr>
            <a:endParaRPr lang="it-IT" altLang="it-IT"/>
          </a:p>
        </p:txBody>
      </p:sp>
      <p:sp>
        <p:nvSpPr>
          <p:cNvPr id="158727" name="Rectangle 7">
            <a:extLst>
              <a:ext uri="{FF2B5EF4-FFF2-40B4-BE49-F238E27FC236}">
                <a16:creationId xmlns:a16="http://schemas.microsoft.com/office/drawing/2014/main" id="{740A47DB-2B4A-3C5F-52F7-3626F51A0543}"/>
              </a:ext>
            </a:extLst>
          </p:cNvPr>
          <p:cNvSpPr>
            <a:spLocks noGrp="1" noChangeArrowheads="1"/>
          </p:cNvSpPr>
          <p:nvPr>
            <p:ph type="sldNum" sz="quarter" idx="5"/>
          </p:nvPr>
        </p:nvSpPr>
        <p:spPr bwMode="auto">
          <a:xfrm>
            <a:off x="3884613" y="8685213"/>
            <a:ext cx="2971800" cy="457200"/>
          </a:xfrm>
          <a:prstGeom prst="rect">
            <a:avLst/>
          </a:prstGeom>
          <a:noFill/>
          <a:ln>
            <a:noFill/>
          </a:ln>
          <a:effectLst/>
        </p:spPr>
        <p:txBody>
          <a:bodyPr vert="horz" wrap="square" lIns="91440" tIns="45720" rIns="91440" bIns="45720" numCol="1" anchor="b" anchorCtr="0" compatLnSpc="1">
            <a:prstTxWarp prst="textNoShape">
              <a:avLst/>
            </a:prstTxWarp>
          </a:bodyPr>
          <a:lstStyle>
            <a:lvl1pPr algn="r">
              <a:defRPr sz="1200">
                <a:latin typeface="Times New Roman" panose="02020603050405020304" pitchFamily="18" charset="0"/>
              </a:defRPr>
            </a:lvl1pPr>
          </a:lstStyle>
          <a:p>
            <a:pPr>
              <a:defRPr/>
            </a:pPr>
            <a:fld id="{1D51CE57-2978-4D98-BB34-00CF222BA340}" type="slidenum">
              <a:rPr lang="it-IT" altLang="it-IT"/>
              <a:pPr>
                <a:defRPr/>
              </a:pPr>
              <a:t>‹N›</a:t>
            </a:fld>
            <a:endParaRPr lang="it-IT" altLang="it-IT"/>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panose="02020603050405020304" pitchFamily="18" charset="0"/>
        <a:ea typeface="+mn-ea"/>
        <a:cs typeface="+mn-cs"/>
      </a:defRPr>
    </a:lvl1pPr>
    <a:lvl2pPr marL="457200" algn="l" rtl="0" eaLnBrk="0" fontAlgn="base" hangingPunct="0">
      <a:spcBef>
        <a:spcPct val="30000"/>
      </a:spcBef>
      <a:spcAft>
        <a:spcPct val="0"/>
      </a:spcAft>
      <a:defRPr sz="1200" kern="1200">
        <a:solidFill>
          <a:schemeClr val="tx1"/>
        </a:solidFill>
        <a:latin typeface="Times New Roman" panose="02020603050405020304" pitchFamily="18" charset="0"/>
        <a:ea typeface="+mn-ea"/>
        <a:cs typeface="+mn-cs"/>
      </a:defRPr>
    </a:lvl2pPr>
    <a:lvl3pPr marL="914400" algn="l" rtl="0" eaLnBrk="0" fontAlgn="base" hangingPunct="0">
      <a:spcBef>
        <a:spcPct val="30000"/>
      </a:spcBef>
      <a:spcAft>
        <a:spcPct val="0"/>
      </a:spcAft>
      <a:defRPr sz="1200" kern="1200">
        <a:solidFill>
          <a:schemeClr val="tx1"/>
        </a:solidFill>
        <a:latin typeface="Times New Roman" panose="02020603050405020304" pitchFamily="18" charset="0"/>
        <a:ea typeface="+mn-ea"/>
        <a:cs typeface="+mn-cs"/>
      </a:defRPr>
    </a:lvl3pPr>
    <a:lvl4pPr marL="1371600" algn="l" rtl="0" eaLnBrk="0" fontAlgn="base" hangingPunct="0">
      <a:spcBef>
        <a:spcPct val="30000"/>
      </a:spcBef>
      <a:spcAft>
        <a:spcPct val="0"/>
      </a:spcAft>
      <a:defRPr sz="1200" kern="1200">
        <a:solidFill>
          <a:schemeClr val="tx1"/>
        </a:solidFill>
        <a:latin typeface="Times New Roman" panose="02020603050405020304" pitchFamily="18" charset="0"/>
        <a:ea typeface="+mn-ea"/>
        <a:cs typeface="+mn-cs"/>
      </a:defRPr>
    </a:lvl4pPr>
    <a:lvl5pPr marL="1828800" algn="l" rtl="0" eaLnBrk="0" fontAlgn="base" hangingPunct="0">
      <a:spcBef>
        <a:spcPct val="30000"/>
      </a:spcBef>
      <a:spcAft>
        <a:spcPct val="0"/>
      </a:spcAft>
      <a:defRPr sz="1200" kern="1200">
        <a:solidFill>
          <a:schemeClr val="tx1"/>
        </a:solidFill>
        <a:latin typeface="Times New Roman" panose="02020603050405020304"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7">
            <a:extLst>
              <a:ext uri="{FF2B5EF4-FFF2-40B4-BE49-F238E27FC236}">
                <a16:creationId xmlns:a16="http://schemas.microsoft.com/office/drawing/2014/main" id="{50EA6688-FAC1-BA53-B4E1-1E6EE265E767}"/>
              </a:ext>
            </a:extLst>
          </p:cNvPr>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0E14072C-BEA4-481C-9C2B-A131F83CF95F}" type="slidenum">
              <a:rPr lang="it-IT" altLang="it-IT" smtClean="0">
                <a:latin typeface="Times New Roman" panose="02020603050405020304" pitchFamily="18" charset="0"/>
              </a:rPr>
              <a:pPr/>
              <a:t>2</a:t>
            </a:fld>
            <a:endParaRPr lang="it-IT" altLang="it-IT">
              <a:latin typeface="Times New Roman" panose="02020603050405020304" pitchFamily="18" charset="0"/>
            </a:endParaRPr>
          </a:p>
        </p:txBody>
      </p:sp>
      <p:sp>
        <p:nvSpPr>
          <p:cNvPr id="7171" name="Rectangle 2">
            <a:extLst>
              <a:ext uri="{FF2B5EF4-FFF2-40B4-BE49-F238E27FC236}">
                <a16:creationId xmlns:a16="http://schemas.microsoft.com/office/drawing/2014/main" id="{3F64D250-C750-CD21-6AB1-DF85BBBEC26A}"/>
              </a:ext>
            </a:extLst>
          </p:cNvPr>
          <p:cNvSpPr>
            <a:spLocks noGrp="1" noRot="1" noChangeAspect="1" noChangeArrowheads="1" noTextEdit="1"/>
          </p:cNvSpPr>
          <p:nvPr>
            <p:ph type="sldImg"/>
          </p:nvPr>
        </p:nvSpPr>
        <p:spPr>
          <a:ln/>
        </p:spPr>
      </p:sp>
      <p:sp>
        <p:nvSpPr>
          <p:cNvPr id="7172" name="Rectangle 3">
            <a:extLst>
              <a:ext uri="{FF2B5EF4-FFF2-40B4-BE49-F238E27FC236}">
                <a16:creationId xmlns:a16="http://schemas.microsoft.com/office/drawing/2014/main" id="{6879648F-823A-6632-9B79-89B2D268FB86}"/>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it-IT" altLang="it-IT"/>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1D51CE57-2978-4D98-BB34-00CF222BA340}" type="slidenum">
              <a:rPr lang="it-IT" altLang="it-IT" smtClean="0"/>
              <a:pPr>
                <a:defRPr/>
              </a:pPr>
              <a:t>5</a:t>
            </a:fld>
            <a:endParaRPr lang="it-IT" altLang="it-IT"/>
          </a:p>
        </p:txBody>
      </p:sp>
    </p:spTree>
    <p:extLst>
      <p:ext uri="{BB962C8B-B14F-4D97-AF65-F5344CB8AC3E}">
        <p14:creationId xmlns:p14="http://schemas.microsoft.com/office/powerpoint/2010/main" val="3255002168"/>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titolo lab">
    <p:spTree>
      <p:nvGrpSpPr>
        <p:cNvPr id="1" name=""/>
        <p:cNvGrpSpPr/>
        <p:nvPr/>
      </p:nvGrpSpPr>
      <p:grpSpPr>
        <a:xfrm>
          <a:off x="0" y="0"/>
          <a:ext cx="0" cy="0"/>
          <a:chOff x="0" y="0"/>
          <a:chExt cx="0" cy="0"/>
        </a:xfrm>
      </p:grpSpPr>
      <p:sp>
        <p:nvSpPr>
          <p:cNvPr id="304130" name="Rectangle 2"/>
          <p:cNvSpPr>
            <a:spLocks noGrp="1" noChangeArrowheads="1"/>
          </p:cNvSpPr>
          <p:nvPr>
            <p:ph type="ctrTitle"/>
          </p:nvPr>
        </p:nvSpPr>
        <p:spPr>
          <a:xfrm>
            <a:off x="914400" y="1988840"/>
            <a:ext cx="10363200" cy="866775"/>
          </a:xfrm>
        </p:spPr>
        <p:txBody>
          <a:bodyPr/>
          <a:lstStyle>
            <a:lvl1pPr>
              <a:defRPr sz="5400"/>
            </a:lvl1pPr>
          </a:lstStyle>
          <a:p>
            <a:r>
              <a:rPr lang="it-IT"/>
              <a:t>Fare clic per modificare lo stile del titolo dello schema</a:t>
            </a:r>
          </a:p>
        </p:txBody>
      </p:sp>
      <p:sp>
        <p:nvSpPr>
          <p:cNvPr id="304131" name="Rectangle 3"/>
          <p:cNvSpPr>
            <a:spLocks noGrp="1" noChangeArrowheads="1"/>
          </p:cNvSpPr>
          <p:nvPr>
            <p:ph type="subTitle" idx="1"/>
          </p:nvPr>
        </p:nvSpPr>
        <p:spPr>
          <a:xfrm>
            <a:off x="1828800" y="2996952"/>
            <a:ext cx="8534400" cy="695325"/>
          </a:xfrm>
        </p:spPr>
        <p:txBody>
          <a:bodyPr/>
          <a:lstStyle>
            <a:lvl1pPr marL="0" indent="0" algn="ctr">
              <a:buFont typeface="Wingdings" pitchFamily="2" charset="2"/>
              <a:buNone/>
              <a:defRPr sz="2400"/>
            </a:lvl1pPr>
          </a:lstStyle>
          <a:p>
            <a:r>
              <a:rPr lang="it-IT"/>
              <a:t>Fare clic per modificare lo stile del sottotitolo dello schema</a:t>
            </a:r>
          </a:p>
        </p:txBody>
      </p:sp>
      <p:pic>
        <p:nvPicPr>
          <p:cNvPr id="7" name="Picture 6" descr="A black background with a black square&#10;&#10;Description automatically generated with medium confidence">
            <a:extLst>
              <a:ext uri="{FF2B5EF4-FFF2-40B4-BE49-F238E27FC236}">
                <a16:creationId xmlns:a16="http://schemas.microsoft.com/office/drawing/2014/main" id="{7B150B1F-FA08-F63A-3429-F7F8A760DB9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0788" y="150788"/>
            <a:ext cx="4234565" cy="945842"/>
          </a:xfrm>
          <a:prstGeom prst="rect">
            <a:avLst/>
          </a:prstGeom>
        </p:spPr>
      </p:pic>
    </p:spTree>
    <p:extLst>
      <p:ext uri="{BB962C8B-B14F-4D97-AF65-F5344CB8AC3E}">
        <p14:creationId xmlns:p14="http://schemas.microsoft.com/office/powerpoint/2010/main" val="284745756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pyright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359400-AFF6-4FC9-8E2F-F363C6F6602C}"/>
              </a:ext>
            </a:extLst>
          </p:cNvPr>
          <p:cNvSpPr>
            <a:spLocks noGrp="1"/>
          </p:cNvSpPr>
          <p:nvPr>
            <p:ph type="title" hasCustomPrompt="1"/>
          </p:nvPr>
        </p:nvSpPr>
        <p:spPr/>
        <p:txBody>
          <a:bodyPr/>
          <a:lstStyle>
            <a:lvl1pPr>
              <a:defRPr/>
            </a:lvl1pPr>
          </a:lstStyle>
          <a:p>
            <a:r>
              <a:rPr lang="it-IT" altLang="it-IT"/>
              <a:t>copyright </a:t>
            </a:r>
            <a:r>
              <a:rPr lang="it-IT" altLang="it-IT" err="1"/>
              <a:t>notice</a:t>
            </a:r>
            <a:endParaRPr lang="it-IT"/>
          </a:p>
        </p:txBody>
      </p:sp>
      <p:sp>
        <p:nvSpPr>
          <p:cNvPr id="3" name="Date Placeholder 2">
            <a:extLst>
              <a:ext uri="{FF2B5EF4-FFF2-40B4-BE49-F238E27FC236}">
                <a16:creationId xmlns:a16="http://schemas.microsoft.com/office/drawing/2014/main" id="{AC95E1F6-EE88-4027-874C-C2A60CB4012A}"/>
              </a:ext>
            </a:extLst>
          </p:cNvPr>
          <p:cNvSpPr>
            <a:spLocks noGrp="1"/>
          </p:cNvSpPr>
          <p:nvPr>
            <p:ph type="dt" sz="half" idx="10"/>
          </p:nvPr>
        </p:nvSpPr>
        <p:spPr/>
        <p:txBody>
          <a:bodyPr/>
          <a:lstStyle/>
          <a:p>
            <a:pPr>
              <a:defRPr/>
            </a:pPr>
            <a:r>
              <a:rPr lang="en-US" altLang="it-IT"/>
              <a:t>last update: Oct 2026</a:t>
            </a:r>
            <a:endParaRPr lang="it-IT" altLang="it-IT"/>
          </a:p>
        </p:txBody>
      </p:sp>
      <p:sp>
        <p:nvSpPr>
          <p:cNvPr id="4" name="Footer Placeholder 3">
            <a:extLst>
              <a:ext uri="{FF2B5EF4-FFF2-40B4-BE49-F238E27FC236}">
                <a16:creationId xmlns:a16="http://schemas.microsoft.com/office/drawing/2014/main" id="{684B42B5-5FDC-4B42-887A-B68A97D000BE}"/>
              </a:ext>
            </a:extLst>
          </p:cNvPr>
          <p:cNvSpPr>
            <a:spLocks noGrp="1"/>
          </p:cNvSpPr>
          <p:nvPr>
            <p:ph type="ftr" sz="quarter" idx="11"/>
          </p:nvPr>
        </p:nvSpPr>
        <p:spPr/>
        <p:txBody>
          <a:bodyPr/>
          <a:lstStyle/>
          <a:p>
            <a:pPr>
              <a:defRPr/>
            </a:pPr>
            <a:r>
              <a:rPr lang="it-IT" altLang="it-IT" dirty="0"/>
              <a:t>kathara – [ lab: basic-ipv4 ]</a:t>
            </a:r>
          </a:p>
        </p:txBody>
      </p:sp>
      <p:sp>
        <p:nvSpPr>
          <p:cNvPr id="5" name="Rectangle 3">
            <a:extLst>
              <a:ext uri="{FF2B5EF4-FFF2-40B4-BE49-F238E27FC236}">
                <a16:creationId xmlns:a16="http://schemas.microsoft.com/office/drawing/2014/main" id="{E9C412A2-966A-4BF2-921A-CFBA729795EE}"/>
              </a:ext>
            </a:extLst>
          </p:cNvPr>
          <p:cNvSpPr>
            <a:spLocks noGrp="1" noChangeArrowheads="1"/>
          </p:cNvSpPr>
          <p:nvPr>
            <p:ph type="body" idx="1"/>
          </p:nvPr>
        </p:nvSpPr>
        <p:spPr>
          <a:xfrm>
            <a:off x="609600" y="1412876"/>
            <a:ext cx="10972800" cy="4713288"/>
          </a:xfrm>
        </p:spPr>
        <p:txBody>
          <a:bodyPr/>
          <a:lstStyle/>
          <a:p>
            <a:pPr lvl="0" eaLnBrk="1" hangingPunct="1">
              <a:lnSpc>
                <a:spcPct val="80000"/>
              </a:lnSpc>
            </a:pPr>
            <a:r>
              <a:rPr lang="it-IT" altLang="it-IT" sz="1800"/>
              <a:t>Fare clic per modificare gli stili del testo dello schema</a:t>
            </a:r>
          </a:p>
          <a:p>
            <a:pPr lvl="1" eaLnBrk="1" hangingPunct="1">
              <a:lnSpc>
                <a:spcPct val="80000"/>
              </a:lnSpc>
            </a:pPr>
            <a:r>
              <a:rPr lang="it-IT" altLang="it-IT" sz="1800"/>
              <a:t>Secondo livello</a:t>
            </a:r>
          </a:p>
          <a:p>
            <a:pPr lvl="2" eaLnBrk="1" hangingPunct="1">
              <a:lnSpc>
                <a:spcPct val="80000"/>
              </a:lnSpc>
            </a:pPr>
            <a:r>
              <a:rPr lang="it-IT" altLang="it-IT" sz="1800"/>
              <a:t>Terzo livello</a:t>
            </a:r>
          </a:p>
          <a:p>
            <a:pPr lvl="3" eaLnBrk="1" hangingPunct="1">
              <a:lnSpc>
                <a:spcPct val="80000"/>
              </a:lnSpc>
            </a:pPr>
            <a:r>
              <a:rPr lang="it-IT" altLang="it-IT" sz="1800"/>
              <a:t>Quarto livello</a:t>
            </a:r>
          </a:p>
          <a:p>
            <a:pPr lvl="4" eaLnBrk="1" hangingPunct="1">
              <a:lnSpc>
                <a:spcPct val="80000"/>
              </a:lnSpc>
            </a:pPr>
            <a:r>
              <a:rPr lang="it-IT" altLang="it-IT" sz="1800"/>
              <a:t>Quinto livello</a:t>
            </a:r>
          </a:p>
        </p:txBody>
      </p:sp>
    </p:spTree>
    <p:extLst>
      <p:ext uri="{BB962C8B-B14F-4D97-AF65-F5344CB8AC3E}">
        <p14:creationId xmlns:p14="http://schemas.microsoft.com/office/powerpoint/2010/main" val="3812258414"/>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ection Title and Subtit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72C402-67A5-4652-B395-80C3CFCC7964}"/>
              </a:ext>
            </a:extLst>
          </p:cNvPr>
          <p:cNvSpPr>
            <a:spLocks noGrp="1"/>
          </p:cNvSpPr>
          <p:nvPr>
            <p:ph type="title"/>
          </p:nvPr>
        </p:nvSpPr>
        <p:spPr>
          <a:xfrm>
            <a:off x="609600" y="2286000"/>
            <a:ext cx="10972800" cy="1143000"/>
          </a:xfrm>
        </p:spPr>
        <p:txBody>
          <a:bodyPr/>
          <a:lstStyle/>
          <a:p>
            <a:r>
              <a:rPr lang="it-IT"/>
              <a:t>Fare clic per modificare lo stile del titolo dello schema</a:t>
            </a:r>
          </a:p>
        </p:txBody>
      </p:sp>
      <p:sp>
        <p:nvSpPr>
          <p:cNvPr id="3" name="Date Placeholder 2">
            <a:extLst>
              <a:ext uri="{FF2B5EF4-FFF2-40B4-BE49-F238E27FC236}">
                <a16:creationId xmlns:a16="http://schemas.microsoft.com/office/drawing/2014/main" id="{662A33B8-9C12-4DD4-B7A2-462DBDF9FD58}"/>
              </a:ext>
            </a:extLst>
          </p:cNvPr>
          <p:cNvSpPr>
            <a:spLocks noGrp="1"/>
          </p:cNvSpPr>
          <p:nvPr>
            <p:ph type="dt" sz="half" idx="10"/>
          </p:nvPr>
        </p:nvSpPr>
        <p:spPr/>
        <p:txBody>
          <a:bodyPr/>
          <a:lstStyle/>
          <a:p>
            <a:pPr>
              <a:defRPr/>
            </a:pPr>
            <a:r>
              <a:rPr lang="en-US" altLang="it-IT"/>
              <a:t>last update: Oct 2026</a:t>
            </a:r>
            <a:endParaRPr lang="it-IT" altLang="it-IT"/>
          </a:p>
        </p:txBody>
      </p:sp>
      <p:sp>
        <p:nvSpPr>
          <p:cNvPr id="4" name="Footer Placeholder 3">
            <a:extLst>
              <a:ext uri="{FF2B5EF4-FFF2-40B4-BE49-F238E27FC236}">
                <a16:creationId xmlns:a16="http://schemas.microsoft.com/office/drawing/2014/main" id="{5D054AC4-794D-4989-9E00-3CA5380BB33B}"/>
              </a:ext>
            </a:extLst>
          </p:cNvPr>
          <p:cNvSpPr>
            <a:spLocks noGrp="1"/>
          </p:cNvSpPr>
          <p:nvPr>
            <p:ph type="ftr" sz="quarter" idx="11"/>
          </p:nvPr>
        </p:nvSpPr>
        <p:spPr/>
        <p:txBody>
          <a:bodyPr/>
          <a:lstStyle/>
          <a:p>
            <a:pPr>
              <a:defRPr/>
            </a:pPr>
            <a:r>
              <a:rPr lang="it-IT" altLang="it-IT" dirty="0"/>
              <a:t>kathara – [ lab: basic-ipv4 ]</a:t>
            </a:r>
          </a:p>
        </p:txBody>
      </p:sp>
      <p:sp>
        <p:nvSpPr>
          <p:cNvPr id="5" name="Rectangle 3">
            <a:extLst>
              <a:ext uri="{FF2B5EF4-FFF2-40B4-BE49-F238E27FC236}">
                <a16:creationId xmlns:a16="http://schemas.microsoft.com/office/drawing/2014/main" id="{EBE93C49-2746-445A-8FEE-BFD8EDF009A1}"/>
              </a:ext>
            </a:extLst>
          </p:cNvPr>
          <p:cNvSpPr>
            <a:spLocks noGrp="1" noChangeArrowheads="1"/>
          </p:cNvSpPr>
          <p:nvPr>
            <p:ph type="subTitle" idx="1"/>
          </p:nvPr>
        </p:nvSpPr>
        <p:spPr>
          <a:xfrm>
            <a:off x="1828800" y="3645024"/>
            <a:ext cx="8534400" cy="695325"/>
          </a:xfrm>
        </p:spPr>
        <p:txBody>
          <a:bodyPr/>
          <a:lstStyle>
            <a:lvl1pPr marL="0" indent="0" algn="ctr">
              <a:buFont typeface="Wingdings" pitchFamily="2" charset="2"/>
              <a:buNone/>
              <a:defRPr/>
            </a:lvl1pPr>
          </a:lstStyle>
          <a:p>
            <a:r>
              <a:rPr lang="it-IT"/>
              <a:t>Fare clic per modificare lo stile del sottotitolo dello schema</a:t>
            </a:r>
          </a:p>
        </p:txBody>
      </p:sp>
    </p:spTree>
    <p:extLst>
      <p:ext uri="{BB962C8B-B14F-4D97-AF65-F5344CB8AC3E}">
        <p14:creationId xmlns:p14="http://schemas.microsoft.com/office/powerpoint/2010/main" val="61426206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olo e contenuto">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it-IT"/>
              <a:t>Fare clic per modificare lo stile del titolo dello schema</a:t>
            </a:r>
          </a:p>
        </p:txBody>
      </p:sp>
      <p:sp>
        <p:nvSpPr>
          <p:cNvPr id="3" name="Segnaposto contenuto 2"/>
          <p:cNvSpPr>
            <a:spLocks noGrp="1"/>
          </p:cNvSpPr>
          <p:nvPr>
            <p:ph idx="1"/>
          </p:nvPr>
        </p:nvSpPr>
        <p:spPr/>
        <p:txBody>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Rectangle 4">
            <a:extLst>
              <a:ext uri="{FF2B5EF4-FFF2-40B4-BE49-F238E27FC236}">
                <a16:creationId xmlns:a16="http://schemas.microsoft.com/office/drawing/2014/main" id="{01B5F34A-3762-4DC4-8521-3CCFBDBBB557}"/>
              </a:ext>
            </a:extLst>
          </p:cNvPr>
          <p:cNvSpPr>
            <a:spLocks noGrp="1" noChangeArrowheads="1"/>
          </p:cNvSpPr>
          <p:nvPr>
            <p:ph type="dt" sz="half" idx="10"/>
          </p:nvPr>
        </p:nvSpPr>
        <p:spPr>
          <a:ln/>
        </p:spPr>
        <p:txBody>
          <a:bodyPr/>
          <a:lstStyle>
            <a:lvl1pPr>
              <a:defRPr/>
            </a:lvl1pPr>
          </a:lstStyle>
          <a:p>
            <a:pPr>
              <a:defRPr/>
            </a:pPr>
            <a:r>
              <a:rPr lang="en-US" altLang="it-IT"/>
              <a:t>last update: Oct 2026</a:t>
            </a:r>
            <a:endParaRPr lang="it-IT" altLang="it-IT"/>
          </a:p>
        </p:txBody>
      </p:sp>
      <p:sp>
        <p:nvSpPr>
          <p:cNvPr id="5" name="Rectangle 5">
            <a:extLst>
              <a:ext uri="{FF2B5EF4-FFF2-40B4-BE49-F238E27FC236}">
                <a16:creationId xmlns:a16="http://schemas.microsoft.com/office/drawing/2014/main" id="{5AD2D072-E423-4081-B786-4B5AABE6E907}"/>
              </a:ext>
            </a:extLst>
          </p:cNvPr>
          <p:cNvSpPr>
            <a:spLocks noGrp="1" noChangeArrowheads="1"/>
          </p:cNvSpPr>
          <p:nvPr>
            <p:ph type="ftr" sz="quarter" idx="11"/>
          </p:nvPr>
        </p:nvSpPr>
        <p:spPr>
          <a:ln/>
        </p:spPr>
        <p:txBody>
          <a:bodyPr/>
          <a:lstStyle>
            <a:lvl1pPr>
              <a:defRPr/>
            </a:lvl1pPr>
          </a:lstStyle>
          <a:p>
            <a:pPr>
              <a:defRPr/>
            </a:pPr>
            <a:r>
              <a:rPr lang="it-IT" altLang="it-IT" dirty="0"/>
              <a:t>kathara – [ lab: basic-ipv4 ]</a:t>
            </a:r>
          </a:p>
        </p:txBody>
      </p:sp>
    </p:spTree>
    <p:extLst>
      <p:ext uri="{BB962C8B-B14F-4D97-AF65-F5344CB8AC3E}">
        <p14:creationId xmlns:p14="http://schemas.microsoft.com/office/powerpoint/2010/main" val="183730738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Due contenuti">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it-IT"/>
              <a:t>Fare clic per modificare lo stile del titolo dello schema</a:t>
            </a:r>
          </a:p>
        </p:txBody>
      </p:sp>
      <p:sp>
        <p:nvSpPr>
          <p:cNvPr id="3" name="Segnaposto contenuto 2"/>
          <p:cNvSpPr>
            <a:spLocks noGrp="1"/>
          </p:cNvSpPr>
          <p:nvPr>
            <p:ph sz="half" idx="1"/>
          </p:nvPr>
        </p:nvSpPr>
        <p:spPr>
          <a:xfrm>
            <a:off x="609600" y="1412875"/>
            <a:ext cx="5392615" cy="4713291"/>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Segnaposto contenuto 3"/>
          <p:cNvSpPr>
            <a:spLocks noGrp="1"/>
          </p:cNvSpPr>
          <p:nvPr>
            <p:ph sz="half" idx="2"/>
          </p:nvPr>
        </p:nvSpPr>
        <p:spPr>
          <a:xfrm>
            <a:off x="6189786" y="1412875"/>
            <a:ext cx="5392615" cy="4713291"/>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5" name="Rectangle 4">
            <a:extLst>
              <a:ext uri="{FF2B5EF4-FFF2-40B4-BE49-F238E27FC236}">
                <a16:creationId xmlns:a16="http://schemas.microsoft.com/office/drawing/2014/main" id="{F0D3FD9D-035D-4317-87B9-2E07DC513C53}"/>
              </a:ext>
            </a:extLst>
          </p:cNvPr>
          <p:cNvSpPr>
            <a:spLocks noGrp="1" noChangeArrowheads="1"/>
          </p:cNvSpPr>
          <p:nvPr>
            <p:ph type="dt" sz="half" idx="10"/>
          </p:nvPr>
        </p:nvSpPr>
        <p:spPr>
          <a:ln/>
        </p:spPr>
        <p:txBody>
          <a:bodyPr/>
          <a:lstStyle>
            <a:lvl1pPr>
              <a:defRPr/>
            </a:lvl1pPr>
          </a:lstStyle>
          <a:p>
            <a:pPr>
              <a:defRPr/>
            </a:pPr>
            <a:r>
              <a:rPr lang="en-US" altLang="it-IT"/>
              <a:t>last update: Oct 2026</a:t>
            </a:r>
            <a:endParaRPr lang="it-IT" altLang="it-IT"/>
          </a:p>
        </p:txBody>
      </p:sp>
      <p:sp>
        <p:nvSpPr>
          <p:cNvPr id="6" name="Rectangle 5">
            <a:extLst>
              <a:ext uri="{FF2B5EF4-FFF2-40B4-BE49-F238E27FC236}">
                <a16:creationId xmlns:a16="http://schemas.microsoft.com/office/drawing/2014/main" id="{0056CC62-4927-46CE-8071-12D4280A824B}"/>
              </a:ext>
            </a:extLst>
          </p:cNvPr>
          <p:cNvSpPr>
            <a:spLocks noGrp="1" noChangeArrowheads="1"/>
          </p:cNvSpPr>
          <p:nvPr>
            <p:ph type="ftr" sz="quarter" idx="11"/>
          </p:nvPr>
        </p:nvSpPr>
        <p:spPr>
          <a:ln/>
        </p:spPr>
        <p:txBody>
          <a:bodyPr/>
          <a:lstStyle>
            <a:lvl1pPr>
              <a:defRPr/>
            </a:lvl1pPr>
          </a:lstStyle>
          <a:p>
            <a:pPr>
              <a:defRPr/>
            </a:pPr>
            <a:r>
              <a:rPr lang="it-IT" altLang="it-IT" dirty="0"/>
              <a:t>kathara – [ lab: basic-ipv4 ]</a:t>
            </a:r>
          </a:p>
        </p:txBody>
      </p:sp>
    </p:spTree>
    <p:extLst>
      <p:ext uri="{BB962C8B-B14F-4D97-AF65-F5344CB8AC3E}">
        <p14:creationId xmlns:p14="http://schemas.microsoft.com/office/powerpoint/2010/main" val="305026057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titolo">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it-IT"/>
              <a:t>Fare clic per modificare lo stile del titolo dello schema</a:t>
            </a:r>
          </a:p>
        </p:txBody>
      </p:sp>
      <p:sp>
        <p:nvSpPr>
          <p:cNvPr id="3" name="Rectangle 4">
            <a:extLst>
              <a:ext uri="{FF2B5EF4-FFF2-40B4-BE49-F238E27FC236}">
                <a16:creationId xmlns:a16="http://schemas.microsoft.com/office/drawing/2014/main" id="{09E61840-3800-42E1-8104-908EC2290A80}"/>
              </a:ext>
            </a:extLst>
          </p:cNvPr>
          <p:cNvSpPr>
            <a:spLocks noGrp="1" noChangeArrowheads="1"/>
          </p:cNvSpPr>
          <p:nvPr>
            <p:ph type="dt" sz="half" idx="10"/>
          </p:nvPr>
        </p:nvSpPr>
        <p:spPr>
          <a:ln/>
        </p:spPr>
        <p:txBody>
          <a:bodyPr/>
          <a:lstStyle>
            <a:lvl1pPr>
              <a:defRPr/>
            </a:lvl1pPr>
          </a:lstStyle>
          <a:p>
            <a:pPr>
              <a:defRPr/>
            </a:pPr>
            <a:r>
              <a:rPr lang="en-US" altLang="it-IT"/>
              <a:t>last update: Oct 2026</a:t>
            </a:r>
            <a:endParaRPr lang="it-IT" altLang="it-IT"/>
          </a:p>
        </p:txBody>
      </p:sp>
      <p:sp>
        <p:nvSpPr>
          <p:cNvPr id="4" name="Rectangle 5">
            <a:extLst>
              <a:ext uri="{FF2B5EF4-FFF2-40B4-BE49-F238E27FC236}">
                <a16:creationId xmlns:a16="http://schemas.microsoft.com/office/drawing/2014/main" id="{BBDBC235-FCC8-44F7-AF2D-D19BB003DF74}"/>
              </a:ext>
            </a:extLst>
          </p:cNvPr>
          <p:cNvSpPr>
            <a:spLocks noGrp="1" noChangeArrowheads="1"/>
          </p:cNvSpPr>
          <p:nvPr>
            <p:ph type="ftr" sz="quarter" idx="11"/>
          </p:nvPr>
        </p:nvSpPr>
        <p:spPr>
          <a:ln/>
        </p:spPr>
        <p:txBody>
          <a:bodyPr/>
          <a:lstStyle>
            <a:lvl1pPr>
              <a:defRPr/>
            </a:lvl1pPr>
          </a:lstStyle>
          <a:p>
            <a:pPr>
              <a:defRPr/>
            </a:pPr>
            <a:r>
              <a:rPr lang="it-IT" altLang="it-IT" dirty="0"/>
              <a:t>kathara – [ lab: basic-ipv4 ]</a:t>
            </a:r>
          </a:p>
        </p:txBody>
      </p:sp>
    </p:spTree>
    <p:extLst>
      <p:ext uri="{BB962C8B-B14F-4D97-AF65-F5344CB8AC3E}">
        <p14:creationId xmlns:p14="http://schemas.microsoft.com/office/powerpoint/2010/main" val="221212123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uota">
    <p:spTree>
      <p:nvGrpSpPr>
        <p:cNvPr id="1" name=""/>
        <p:cNvGrpSpPr/>
        <p:nvPr/>
      </p:nvGrpSpPr>
      <p:grpSpPr>
        <a:xfrm>
          <a:off x="0" y="0"/>
          <a:ext cx="0" cy="0"/>
          <a:chOff x="0" y="0"/>
          <a:chExt cx="0" cy="0"/>
        </a:xfrm>
      </p:grpSpPr>
      <p:sp>
        <p:nvSpPr>
          <p:cNvPr id="2" name="Rectangle 4">
            <a:extLst>
              <a:ext uri="{FF2B5EF4-FFF2-40B4-BE49-F238E27FC236}">
                <a16:creationId xmlns:a16="http://schemas.microsoft.com/office/drawing/2014/main" id="{8210B621-DDDB-4969-8052-9E481273EFD3}"/>
              </a:ext>
            </a:extLst>
          </p:cNvPr>
          <p:cNvSpPr>
            <a:spLocks noGrp="1" noChangeArrowheads="1"/>
          </p:cNvSpPr>
          <p:nvPr>
            <p:ph type="dt" sz="half" idx="10"/>
          </p:nvPr>
        </p:nvSpPr>
        <p:spPr>
          <a:ln/>
        </p:spPr>
        <p:txBody>
          <a:bodyPr/>
          <a:lstStyle>
            <a:lvl1pPr>
              <a:defRPr/>
            </a:lvl1pPr>
          </a:lstStyle>
          <a:p>
            <a:pPr>
              <a:defRPr/>
            </a:pPr>
            <a:r>
              <a:rPr lang="en-US" altLang="it-IT"/>
              <a:t>last update: Oct 2026</a:t>
            </a:r>
            <a:endParaRPr lang="it-IT" altLang="it-IT"/>
          </a:p>
        </p:txBody>
      </p:sp>
      <p:sp>
        <p:nvSpPr>
          <p:cNvPr id="3" name="Rectangle 5">
            <a:extLst>
              <a:ext uri="{FF2B5EF4-FFF2-40B4-BE49-F238E27FC236}">
                <a16:creationId xmlns:a16="http://schemas.microsoft.com/office/drawing/2014/main" id="{DF427022-EF7C-4DDD-9245-E8A971AB8D5C}"/>
              </a:ext>
            </a:extLst>
          </p:cNvPr>
          <p:cNvSpPr>
            <a:spLocks noGrp="1" noChangeArrowheads="1"/>
          </p:cNvSpPr>
          <p:nvPr>
            <p:ph type="ftr" sz="quarter" idx="11"/>
          </p:nvPr>
        </p:nvSpPr>
        <p:spPr>
          <a:ln/>
        </p:spPr>
        <p:txBody>
          <a:bodyPr/>
          <a:lstStyle>
            <a:lvl1pPr>
              <a:defRPr/>
            </a:lvl1pPr>
          </a:lstStyle>
          <a:p>
            <a:pPr>
              <a:defRPr/>
            </a:pPr>
            <a:r>
              <a:rPr lang="it-IT" altLang="it-IT" dirty="0"/>
              <a:t>kathara – [ lab: basic-ipv4 ]</a:t>
            </a:r>
          </a:p>
        </p:txBody>
      </p:sp>
    </p:spTree>
    <p:extLst>
      <p:ext uri="{BB962C8B-B14F-4D97-AF65-F5344CB8AC3E}">
        <p14:creationId xmlns:p14="http://schemas.microsoft.com/office/powerpoint/2010/main" val="48516484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to con didascalia">
    <p:spTree>
      <p:nvGrpSpPr>
        <p:cNvPr id="1" name=""/>
        <p:cNvGrpSpPr/>
        <p:nvPr/>
      </p:nvGrpSpPr>
      <p:grpSpPr>
        <a:xfrm>
          <a:off x="0" y="0"/>
          <a:ext cx="0" cy="0"/>
          <a:chOff x="0" y="0"/>
          <a:chExt cx="0" cy="0"/>
        </a:xfrm>
      </p:grpSpPr>
      <p:sp>
        <p:nvSpPr>
          <p:cNvPr id="2" name="Titolo 1"/>
          <p:cNvSpPr>
            <a:spLocks noGrp="1"/>
          </p:cNvSpPr>
          <p:nvPr>
            <p:ph type="title"/>
          </p:nvPr>
        </p:nvSpPr>
        <p:spPr>
          <a:xfrm>
            <a:off x="609601" y="273050"/>
            <a:ext cx="4011247" cy="1162050"/>
          </a:xfrm>
        </p:spPr>
        <p:txBody>
          <a:bodyPr anchor="b"/>
          <a:lstStyle>
            <a:lvl1pPr algn="l">
              <a:defRPr sz="2000" b="1"/>
            </a:lvl1pPr>
          </a:lstStyle>
          <a:p>
            <a:r>
              <a:rPr lang="it-IT"/>
              <a:t>Fare clic per modificare lo stile del titolo dello schema</a:t>
            </a:r>
          </a:p>
        </p:txBody>
      </p:sp>
      <p:sp>
        <p:nvSpPr>
          <p:cNvPr id="3" name="Segnaposto contenuto 2"/>
          <p:cNvSpPr>
            <a:spLocks noGrp="1"/>
          </p:cNvSpPr>
          <p:nvPr>
            <p:ph idx="1"/>
          </p:nvPr>
        </p:nvSpPr>
        <p:spPr>
          <a:xfrm>
            <a:off x="4767386" y="273053"/>
            <a:ext cx="6815015"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Segnaposto testo 3"/>
          <p:cNvSpPr>
            <a:spLocks noGrp="1"/>
          </p:cNvSpPr>
          <p:nvPr>
            <p:ph type="body" sz="half" idx="2"/>
          </p:nvPr>
        </p:nvSpPr>
        <p:spPr>
          <a:xfrm>
            <a:off x="609601" y="1435103"/>
            <a:ext cx="4011247" cy="4691063"/>
          </a:xfrm>
        </p:spPr>
        <p:txBody>
          <a:bodyPr/>
          <a:lstStyle>
            <a:lvl1pPr marL="0" indent="0">
              <a:buNone/>
              <a:defRPr sz="1400"/>
            </a:lvl1pPr>
            <a:lvl2pPr marL="457212" indent="0">
              <a:buNone/>
              <a:defRPr sz="1200"/>
            </a:lvl2pPr>
            <a:lvl3pPr marL="914423" indent="0">
              <a:buNone/>
              <a:defRPr sz="1000"/>
            </a:lvl3pPr>
            <a:lvl4pPr marL="1371634" indent="0">
              <a:buNone/>
              <a:defRPr sz="900"/>
            </a:lvl4pPr>
            <a:lvl5pPr marL="1828846" indent="0">
              <a:buNone/>
              <a:defRPr sz="900"/>
            </a:lvl5pPr>
            <a:lvl6pPr marL="2286057" indent="0">
              <a:buNone/>
              <a:defRPr sz="900"/>
            </a:lvl6pPr>
            <a:lvl7pPr marL="2743269" indent="0">
              <a:buNone/>
              <a:defRPr sz="900"/>
            </a:lvl7pPr>
            <a:lvl8pPr marL="3200480" indent="0">
              <a:buNone/>
              <a:defRPr sz="900"/>
            </a:lvl8pPr>
            <a:lvl9pPr marL="3657691" indent="0">
              <a:buNone/>
              <a:defRPr sz="900"/>
            </a:lvl9pPr>
          </a:lstStyle>
          <a:p>
            <a:pPr lvl="0"/>
            <a:r>
              <a:rPr lang="it-IT"/>
              <a:t>Fare clic per modificare gli stili del testo dello schema</a:t>
            </a:r>
          </a:p>
        </p:txBody>
      </p:sp>
      <p:sp>
        <p:nvSpPr>
          <p:cNvPr id="5" name="Rectangle 4">
            <a:extLst>
              <a:ext uri="{FF2B5EF4-FFF2-40B4-BE49-F238E27FC236}">
                <a16:creationId xmlns:a16="http://schemas.microsoft.com/office/drawing/2014/main" id="{B6B7462A-E94B-4E5C-AF83-8E8FA72FC515}"/>
              </a:ext>
            </a:extLst>
          </p:cNvPr>
          <p:cNvSpPr>
            <a:spLocks noGrp="1" noChangeArrowheads="1"/>
          </p:cNvSpPr>
          <p:nvPr>
            <p:ph type="dt" sz="half" idx="10"/>
          </p:nvPr>
        </p:nvSpPr>
        <p:spPr>
          <a:ln/>
        </p:spPr>
        <p:txBody>
          <a:bodyPr/>
          <a:lstStyle>
            <a:lvl1pPr>
              <a:defRPr/>
            </a:lvl1pPr>
          </a:lstStyle>
          <a:p>
            <a:pPr>
              <a:defRPr/>
            </a:pPr>
            <a:r>
              <a:rPr lang="en-US" altLang="it-IT"/>
              <a:t>last update: Oct 2026</a:t>
            </a:r>
            <a:endParaRPr lang="it-IT" altLang="it-IT"/>
          </a:p>
        </p:txBody>
      </p:sp>
      <p:sp>
        <p:nvSpPr>
          <p:cNvPr id="6" name="Rectangle 5">
            <a:extLst>
              <a:ext uri="{FF2B5EF4-FFF2-40B4-BE49-F238E27FC236}">
                <a16:creationId xmlns:a16="http://schemas.microsoft.com/office/drawing/2014/main" id="{1ECA9AC3-825F-4AAC-8B76-9EC322D8ACC1}"/>
              </a:ext>
            </a:extLst>
          </p:cNvPr>
          <p:cNvSpPr>
            <a:spLocks noGrp="1" noChangeArrowheads="1"/>
          </p:cNvSpPr>
          <p:nvPr>
            <p:ph type="ftr" sz="quarter" idx="11"/>
          </p:nvPr>
        </p:nvSpPr>
        <p:spPr>
          <a:ln/>
        </p:spPr>
        <p:txBody>
          <a:bodyPr/>
          <a:lstStyle>
            <a:lvl1pPr>
              <a:defRPr/>
            </a:lvl1pPr>
          </a:lstStyle>
          <a:p>
            <a:pPr>
              <a:defRPr/>
            </a:pPr>
            <a:r>
              <a:rPr lang="it-IT" altLang="it-IT" dirty="0"/>
              <a:t>kathara – [ lab: basic-ipv4 ]</a:t>
            </a:r>
          </a:p>
        </p:txBody>
      </p:sp>
    </p:spTree>
    <p:extLst>
      <p:ext uri="{BB962C8B-B14F-4D97-AF65-F5344CB8AC3E}">
        <p14:creationId xmlns:p14="http://schemas.microsoft.com/office/powerpoint/2010/main" val="30176670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magine con didascalia">
    <p:spTree>
      <p:nvGrpSpPr>
        <p:cNvPr id="1" name=""/>
        <p:cNvGrpSpPr/>
        <p:nvPr/>
      </p:nvGrpSpPr>
      <p:grpSpPr>
        <a:xfrm>
          <a:off x="0" y="0"/>
          <a:ext cx="0" cy="0"/>
          <a:chOff x="0" y="0"/>
          <a:chExt cx="0" cy="0"/>
        </a:xfrm>
      </p:grpSpPr>
      <p:sp>
        <p:nvSpPr>
          <p:cNvPr id="2" name="Titolo 1"/>
          <p:cNvSpPr>
            <a:spLocks noGrp="1"/>
          </p:cNvSpPr>
          <p:nvPr>
            <p:ph type="title"/>
          </p:nvPr>
        </p:nvSpPr>
        <p:spPr>
          <a:xfrm>
            <a:off x="2389554" y="4800600"/>
            <a:ext cx="7315200" cy="566738"/>
          </a:xfrm>
        </p:spPr>
        <p:txBody>
          <a:bodyPr anchor="b"/>
          <a:lstStyle>
            <a:lvl1pPr algn="l">
              <a:defRPr sz="2000" b="1"/>
            </a:lvl1pPr>
          </a:lstStyle>
          <a:p>
            <a:r>
              <a:rPr lang="it-IT"/>
              <a:t>Fare clic per modificare lo stile del titolo dello schema</a:t>
            </a:r>
          </a:p>
        </p:txBody>
      </p:sp>
      <p:sp>
        <p:nvSpPr>
          <p:cNvPr id="3" name="Segnaposto immagine 2"/>
          <p:cNvSpPr>
            <a:spLocks noGrp="1"/>
          </p:cNvSpPr>
          <p:nvPr>
            <p:ph type="pic" idx="1"/>
          </p:nvPr>
        </p:nvSpPr>
        <p:spPr>
          <a:xfrm>
            <a:off x="2389554" y="612775"/>
            <a:ext cx="7315200" cy="4114800"/>
          </a:xfrm>
        </p:spPr>
        <p:txBody>
          <a:bodyPr/>
          <a:lstStyle>
            <a:lvl1pPr marL="0" indent="0">
              <a:buNone/>
              <a:defRPr sz="3200"/>
            </a:lvl1pPr>
            <a:lvl2pPr marL="457212" indent="0">
              <a:buNone/>
              <a:defRPr sz="2800"/>
            </a:lvl2pPr>
            <a:lvl3pPr marL="914423" indent="0">
              <a:buNone/>
              <a:defRPr sz="2400"/>
            </a:lvl3pPr>
            <a:lvl4pPr marL="1371634" indent="0">
              <a:buNone/>
              <a:defRPr sz="2000"/>
            </a:lvl4pPr>
            <a:lvl5pPr marL="1828846" indent="0">
              <a:buNone/>
              <a:defRPr sz="2000"/>
            </a:lvl5pPr>
            <a:lvl6pPr marL="2286057" indent="0">
              <a:buNone/>
              <a:defRPr sz="2000"/>
            </a:lvl6pPr>
            <a:lvl7pPr marL="2743269" indent="0">
              <a:buNone/>
              <a:defRPr sz="2000"/>
            </a:lvl7pPr>
            <a:lvl8pPr marL="3200480" indent="0">
              <a:buNone/>
              <a:defRPr sz="2000"/>
            </a:lvl8pPr>
            <a:lvl9pPr marL="3657691" indent="0">
              <a:buNone/>
              <a:defRPr sz="2000"/>
            </a:lvl9pPr>
          </a:lstStyle>
          <a:p>
            <a:pPr lvl="0"/>
            <a:r>
              <a:rPr lang="it-IT" noProof="0"/>
              <a:t>Fare clic sull'icona per inserire un'immagine</a:t>
            </a:r>
          </a:p>
        </p:txBody>
      </p:sp>
      <p:sp>
        <p:nvSpPr>
          <p:cNvPr id="4" name="Segnaposto testo 3"/>
          <p:cNvSpPr>
            <a:spLocks noGrp="1"/>
          </p:cNvSpPr>
          <p:nvPr>
            <p:ph type="body" sz="half" idx="2"/>
          </p:nvPr>
        </p:nvSpPr>
        <p:spPr>
          <a:xfrm>
            <a:off x="2389554" y="5367338"/>
            <a:ext cx="7315200" cy="804862"/>
          </a:xfrm>
        </p:spPr>
        <p:txBody>
          <a:bodyPr/>
          <a:lstStyle>
            <a:lvl1pPr marL="0" indent="0">
              <a:buNone/>
              <a:defRPr sz="1400"/>
            </a:lvl1pPr>
            <a:lvl2pPr marL="457212" indent="0">
              <a:buNone/>
              <a:defRPr sz="1200"/>
            </a:lvl2pPr>
            <a:lvl3pPr marL="914423" indent="0">
              <a:buNone/>
              <a:defRPr sz="1000"/>
            </a:lvl3pPr>
            <a:lvl4pPr marL="1371634" indent="0">
              <a:buNone/>
              <a:defRPr sz="900"/>
            </a:lvl4pPr>
            <a:lvl5pPr marL="1828846" indent="0">
              <a:buNone/>
              <a:defRPr sz="900"/>
            </a:lvl5pPr>
            <a:lvl6pPr marL="2286057" indent="0">
              <a:buNone/>
              <a:defRPr sz="900"/>
            </a:lvl6pPr>
            <a:lvl7pPr marL="2743269" indent="0">
              <a:buNone/>
              <a:defRPr sz="900"/>
            </a:lvl7pPr>
            <a:lvl8pPr marL="3200480" indent="0">
              <a:buNone/>
              <a:defRPr sz="900"/>
            </a:lvl8pPr>
            <a:lvl9pPr marL="3657691" indent="0">
              <a:buNone/>
              <a:defRPr sz="900"/>
            </a:lvl9pPr>
          </a:lstStyle>
          <a:p>
            <a:pPr lvl="0"/>
            <a:r>
              <a:rPr lang="it-IT"/>
              <a:t>Fare clic per modificare gli stili del testo dello schema</a:t>
            </a:r>
          </a:p>
        </p:txBody>
      </p:sp>
      <p:sp>
        <p:nvSpPr>
          <p:cNvPr id="5" name="Rectangle 4">
            <a:extLst>
              <a:ext uri="{FF2B5EF4-FFF2-40B4-BE49-F238E27FC236}">
                <a16:creationId xmlns:a16="http://schemas.microsoft.com/office/drawing/2014/main" id="{1A58AB6D-2A9D-4F16-A910-0B79968AB2D1}"/>
              </a:ext>
            </a:extLst>
          </p:cNvPr>
          <p:cNvSpPr>
            <a:spLocks noGrp="1" noChangeArrowheads="1"/>
          </p:cNvSpPr>
          <p:nvPr>
            <p:ph type="dt" sz="half" idx="10"/>
          </p:nvPr>
        </p:nvSpPr>
        <p:spPr>
          <a:ln/>
        </p:spPr>
        <p:txBody>
          <a:bodyPr/>
          <a:lstStyle>
            <a:lvl1pPr>
              <a:defRPr/>
            </a:lvl1pPr>
          </a:lstStyle>
          <a:p>
            <a:pPr>
              <a:defRPr/>
            </a:pPr>
            <a:r>
              <a:rPr lang="en-US" altLang="it-IT"/>
              <a:t>last update: Oct 2026</a:t>
            </a:r>
            <a:endParaRPr lang="it-IT" altLang="it-IT"/>
          </a:p>
        </p:txBody>
      </p:sp>
      <p:sp>
        <p:nvSpPr>
          <p:cNvPr id="6" name="Rectangle 5">
            <a:extLst>
              <a:ext uri="{FF2B5EF4-FFF2-40B4-BE49-F238E27FC236}">
                <a16:creationId xmlns:a16="http://schemas.microsoft.com/office/drawing/2014/main" id="{86A098BE-69C9-4538-89C8-C00B289910E6}"/>
              </a:ext>
            </a:extLst>
          </p:cNvPr>
          <p:cNvSpPr>
            <a:spLocks noGrp="1" noChangeArrowheads="1"/>
          </p:cNvSpPr>
          <p:nvPr>
            <p:ph type="ftr" sz="quarter" idx="11"/>
          </p:nvPr>
        </p:nvSpPr>
        <p:spPr>
          <a:ln/>
        </p:spPr>
        <p:txBody>
          <a:bodyPr/>
          <a:lstStyle>
            <a:lvl1pPr>
              <a:defRPr/>
            </a:lvl1pPr>
          </a:lstStyle>
          <a:p>
            <a:pPr>
              <a:defRPr/>
            </a:pPr>
            <a:r>
              <a:rPr lang="it-IT" altLang="it-IT" dirty="0"/>
              <a:t>kathara – [ lab: basic-ipv4 ]</a:t>
            </a:r>
          </a:p>
        </p:txBody>
      </p:sp>
    </p:spTree>
    <p:extLst>
      <p:ext uri="{BB962C8B-B14F-4D97-AF65-F5344CB8AC3E}">
        <p14:creationId xmlns:p14="http://schemas.microsoft.com/office/powerpoint/2010/main" val="194661362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olo e testo verticale">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it-IT"/>
              <a:t>Fare clic per modificare lo stile del titolo dello schema</a:t>
            </a:r>
          </a:p>
        </p:txBody>
      </p:sp>
      <p:sp>
        <p:nvSpPr>
          <p:cNvPr id="3" name="Segnaposto testo verticale 2"/>
          <p:cNvSpPr>
            <a:spLocks noGrp="1"/>
          </p:cNvSpPr>
          <p:nvPr>
            <p:ph type="body" orient="vert" idx="1"/>
          </p:nvPr>
        </p:nvSpPr>
        <p:spPr/>
        <p:txBody>
          <a:bodyPr vert="eaVert"/>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Rectangle 4">
            <a:extLst>
              <a:ext uri="{FF2B5EF4-FFF2-40B4-BE49-F238E27FC236}">
                <a16:creationId xmlns:a16="http://schemas.microsoft.com/office/drawing/2014/main" id="{5486F16B-0B58-45B6-9061-CA60B6CB76B3}"/>
              </a:ext>
            </a:extLst>
          </p:cNvPr>
          <p:cNvSpPr>
            <a:spLocks noGrp="1" noChangeArrowheads="1"/>
          </p:cNvSpPr>
          <p:nvPr>
            <p:ph type="dt" sz="half" idx="10"/>
          </p:nvPr>
        </p:nvSpPr>
        <p:spPr>
          <a:ln/>
        </p:spPr>
        <p:txBody>
          <a:bodyPr/>
          <a:lstStyle>
            <a:lvl1pPr>
              <a:defRPr/>
            </a:lvl1pPr>
          </a:lstStyle>
          <a:p>
            <a:pPr>
              <a:defRPr/>
            </a:pPr>
            <a:r>
              <a:rPr lang="en-US" altLang="it-IT"/>
              <a:t>last update: Oct 2026</a:t>
            </a:r>
            <a:endParaRPr lang="it-IT" altLang="it-IT"/>
          </a:p>
        </p:txBody>
      </p:sp>
      <p:sp>
        <p:nvSpPr>
          <p:cNvPr id="5" name="Rectangle 5">
            <a:extLst>
              <a:ext uri="{FF2B5EF4-FFF2-40B4-BE49-F238E27FC236}">
                <a16:creationId xmlns:a16="http://schemas.microsoft.com/office/drawing/2014/main" id="{2D754CCF-D619-4891-8E0C-E8A44AB624BA}"/>
              </a:ext>
            </a:extLst>
          </p:cNvPr>
          <p:cNvSpPr>
            <a:spLocks noGrp="1" noChangeArrowheads="1"/>
          </p:cNvSpPr>
          <p:nvPr>
            <p:ph type="ftr" sz="quarter" idx="11"/>
          </p:nvPr>
        </p:nvSpPr>
        <p:spPr>
          <a:ln/>
        </p:spPr>
        <p:txBody>
          <a:bodyPr/>
          <a:lstStyle>
            <a:lvl1pPr>
              <a:defRPr/>
            </a:lvl1pPr>
          </a:lstStyle>
          <a:p>
            <a:pPr>
              <a:defRPr/>
            </a:pPr>
            <a:r>
              <a:rPr lang="it-IT" altLang="it-IT" dirty="0"/>
              <a:t>kathara – [ lab: basic-ipv4 ]</a:t>
            </a:r>
          </a:p>
        </p:txBody>
      </p:sp>
    </p:spTree>
    <p:extLst>
      <p:ext uri="{BB962C8B-B14F-4D97-AF65-F5344CB8AC3E}">
        <p14:creationId xmlns:p14="http://schemas.microsoft.com/office/powerpoint/2010/main" val="423475207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1_Titolo e testo verticale">
    <p:spTree>
      <p:nvGrpSpPr>
        <p:cNvPr id="1" name=""/>
        <p:cNvGrpSpPr/>
        <p:nvPr/>
      </p:nvGrpSpPr>
      <p:grpSpPr>
        <a:xfrm>
          <a:off x="0" y="0"/>
          <a:ext cx="0" cy="0"/>
          <a:chOff x="0" y="0"/>
          <a:chExt cx="0" cy="0"/>
        </a:xfrm>
      </p:grpSpPr>
      <p:sp>
        <p:nvSpPr>
          <p:cNvPr id="2" name="Titolo verticale 1"/>
          <p:cNvSpPr>
            <a:spLocks noGrp="1"/>
          </p:cNvSpPr>
          <p:nvPr>
            <p:ph type="title" orient="vert"/>
          </p:nvPr>
        </p:nvSpPr>
        <p:spPr>
          <a:xfrm>
            <a:off x="8839200" y="274641"/>
            <a:ext cx="2743200" cy="5851525"/>
          </a:xfrm>
        </p:spPr>
        <p:txBody>
          <a:bodyPr vert="eaVert"/>
          <a:lstStyle/>
          <a:p>
            <a:r>
              <a:rPr lang="it-IT"/>
              <a:t>Fare clic per modificare lo stile del titolo dello schema</a:t>
            </a:r>
          </a:p>
        </p:txBody>
      </p:sp>
      <p:sp>
        <p:nvSpPr>
          <p:cNvPr id="3" name="Segnaposto testo verticale 2"/>
          <p:cNvSpPr>
            <a:spLocks noGrp="1"/>
          </p:cNvSpPr>
          <p:nvPr>
            <p:ph type="body" orient="vert" idx="1"/>
          </p:nvPr>
        </p:nvSpPr>
        <p:spPr>
          <a:xfrm>
            <a:off x="609601" y="274641"/>
            <a:ext cx="8042031" cy="5851525"/>
          </a:xfrm>
        </p:spPr>
        <p:txBody>
          <a:bodyPr vert="eaVert"/>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Rectangle 4">
            <a:extLst>
              <a:ext uri="{FF2B5EF4-FFF2-40B4-BE49-F238E27FC236}">
                <a16:creationId xmlns:a16="http://schemas.microsoft.com/office/drawing/2014/main" id="{06ABEC1F-57AF-4AF1-B41E-3F8C58106046}"/>
              </a:ext>
            </a:extLst>
          </p:cNvPr>
          <p:cNvSpPr>
            <a:spLocks noGrp="1" noChangeArrowheads="1"/>
          </p:cNvSpPr>
          <p:nvPr>
            <p:ph type="dt" sz="half" idx="10"/>
          </p:nvPr>
        </p:nvSpPr>
        <p:spPr>
          <a:ln/>
        </p:spPr>
        <p:txBody>
          <a:bodyPr/>
          <a:lstStyle>
            <a:lvl1pPr>
              <a:defRPr/>
            </a:lvl1pPr>
          </a:lstStyle>
          <a:p>
            <a:pPr>
              <a:defRPr/>
            </a:pPr>
            <a:r>
              <a:rPr lang="en-US" altLang="it-IT"/>
              <a:t>last update: Oct 2026</a:t>
            </a:r>
            <a:endParaRPr lang="it-IT" altLang="it-IT"/>
          </a:p>
        </p:txBody>
      </p:sp>
      <p:sp>
        <p:nvSpPr>
          <p:cNvPr id="5" name="Rectangle 5">
            <a:extLst>
              <a:ext uri="{FF2B5EF4-FFF2-40B4-BE49-F238E27FC236}">
                <a16:creationId xmlns:a16="http://schemas.microsoft.com/office/drawing/2014/main" id="{CAC44205-C96E-4D3D-B0E4-CEBDE5B2D649}"/>
              </a:ext>
            </a:extLst>
          </p:cNvPr>
          <p:cNvSpPr>
            <a:spLocks noGrp="1" noChangeArrowheads="1"/>
          </p:cNvSpPr>
          <p:nvPr>
            <p:ph type="ftr" sz="quarter" idx="11"/>
          </p:nvPr>
        </p:nvSpPr>
        <p:spPr>
          <a:ln/>
        </p:spPr>
        <p:txBody>
          <a:bodyPr/>
          <a:lstStyle>
            <a:lvl1pPr>
              <a:defRPr/>
            </a:lvl1pPr>
          </a:lstStyle>
          <a:p>
            <a:pPr>
              <a:defRPr/>
            </a:pPr>
            <a:r>
              <a:rPr lang="it-IT" altLang="it-IT" dirty="0"/>
              <a:t>kathara – [ lab: basic-ipv4 ]</a:t>
            </a:r>
          </a:p>
        </p:txBody>
      </p:sp>
    </p:spTree>
    <p:extLst>
      <p:ext uri="{BB962C8B-B14F-4D97-AF65-F5344CB8AC3E}">
        <p14:creationId xmlns:p14="http://schemas.microsoft.com/office/powerpoint/2010/main" val="309169270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Rectangle 2">
            <a:extLst>
              <a:ext uri="{FF2B5EF4-FFF2-40B4-BE49-F238E27FC236}">
                <a16:creationId xmlns:a16="http://schemas.microsoft.com/office/drawing/2014/main" id="{C44DAC59-5E6E-45D0-8524-3E061722C9EC}"/>
              </a:ext>
            </a:extLst>
          </p:cNvPr>
          <p:cNvSpPr>
            <a:spLocks noGrp="1" noChangeArrowheads="1"/>
          </p:cNvSpPr>
          <p:nvPr>
            <p:ph type="title"/>
          </p:nvPr>
        </p:nvSpPr>
        <p:spPr bwMode="auto">
          <a:xfrm>
            <a:off x="609600" y="116632"/>
            <a:ext cx="109728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it-IT" altLang="it-IT"/>
              <a:t>Fare clic per modificare lo stile del titolo</a:t>
            </a:r>
          </a:p>
        </p:txBody>
      </p:sp>
      <p:sp>
        <p:nvSpPr>
          <p:cNvPr id="1027" name="Rectangle 3">
            <a:extLst>
              <a:ext uri="{FF2B5EF4-FFF2-40B4-BE49-F238E27FC236}">
                <a16:creationId xmlns:a16="http://schemas.microsoft.com/office/drawing/2014/main" id="{7F11B519-1465-43CA-9B06-0B1C84B88C96}"/>
              </a:ext>
            </a:extLst>
          </p:cNvPr>
          <p:cNvSpPr>
            <a:spLocks noGrp="1" noChangeArrowheads="1"/>
          </p:cNvSpPr>
          <p:nvPr>
            <p:ph type="body" idx="1"/>
          </p:nvPr>
        </p:nvSpPr>
        <p:spPr bwMode="auto">
          <a:xfrm>
            <a:off x="609600" y="1412777"/>
            <a:ext cx="10972800" cy="47133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it-IT" altLang="it-IT"/>
              <a:t>Fare clic per modificare gli stili del testo dello schema</a:t>
            </a:r>
          </a:p>
          <a:p>
            <a:pPr lvl="1"/>
            <a:r>
              <a:rPr lang="it-IT" altLang="it-IT"/>
              <a:t>Secondo livello</a:t>
            </a:r>
          </a:p>
          <a:p>
            <a:pPr lvl="2"/>
            <a:r>
              <a:rPr lang="it-IT" altLang="it-IT"/>
              <a:t>Terzo livello</a:t>
            </a:r>
          </a:p>
          <a:p>
            <a:pPr lvl="3"/>
            <a:r>
              <a:rPr lang="it-IT" altLang="it-IT"/>
              <a:t>Quarto livello</a:t>
            </a:r>
          </a:p>
          <a:p>
            <a:pPr lvl="4"/>
            <a:r>
              <a:rPr lang="it-IT" altLang="it-IT"/>
              <a:t>Quinto livello</a:t>
            </a:r>
          </a:p>
        </p:txBody>
      </p:sp>
      <p:sp>
        <p:nvSpPr>
          <p:cNvPr id="303108" name="Rectangle 4">
            <a:extLst>
              <a:ext uri="{FF2B5EF4-FFF2-40B4-BE49-F238E27FC236}">
                <a16:creationId xmlns:a16="http://schemas.microsoft.com/office/drawing/2014/main" id="{9F6A8ACC-B973-483A-9EBB-30DD75AA7EB2}"/>
              </a:ext>
            </a:extLst>
          </p:cNvPr>
          <p:cNvSpPr>
            <a:spLocks noGrp="1" noChangeArrowheads="1"/>
          </p:cNvSpPr>
          <p:nvPr>
            <p:ph type="dt" sz="half" idx="2"/>
          </p:nvPr>
        </p:nvSpPr>
        <p:spPr bwMode="auto">
          <a:xfrm>
            <a:off x="9265138" y="6453191"/>
            <a:ext cx="2782277" cy="333375"/>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defRPr sz="1400" dirty="0">
                <a:latin typeface="+mn-lt"/>
              </a:defRPr>
            </a:lvl1pPr>
          </a:lstStyle>
          <a:p>
            <a:pPr>
              <a:defRPr/>
            </a:pPr>
            <a:r>
              <a:rPr lang="en-US" altLang="it-IT"/>
              <a:t>last update: Oct 2026</a:t>
            </a:r>
            <a:endParaRPr lang="it-IT" altLang="it-IT"/>
          </a:p>
        </p:txBody>
      </p:sp>
      <p:sp>
        <p:nvSpPr>
          <p:cNvPr id="303109" name="Rectangle 5">
            <a:extLst>
              <a:ext uri="{FF2B5EF4-FFF2-40B4-BE49-F238E27FC236}">
                <a16:creationId xmlns:a16="http://schemas.microsoft.com/office/drawing/2014/main" id="{6276769E-8AF7-4AB3-B25A-CA8C5C6A001F}"/>
              </a:ext>
            </a:extLst>
          </p:cNvPr>
          <p:cNvSpPr>
            <a:spLocks noGrp="1" noChangeArrowheads="1"/>
          </p:cNvSpPr>
          <p:nvPr>
            <p:ph type="ftr" sz="quarter" idx="3"/>
          </p:nvPr>
        </p:nvSpPr>
        <p:spPr bwMode="auto">
          <a:xfrm>
            <a:off x="3120295" y="6453191"/>
            <a:ext cx="5951415" cy="333375"/>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eaLnBrk="1" hangingPunct="1">
              <a:defRPr sz="1400" dirty="0" err="1">
                <a:latin typeface="+mn-lt"/>
              </a:defRPr>
            </a:lvl1pPr>
          </a:lstStyle>
          <a:p>
            <a:pPr>
              <a:defRPr/>
            </a:pPr>
            <a:r>
              <a:rPr lang="it-IT" altLang="it-IT" dirty="0"/>
              <a:t>kathara – [ lab: basic-ipv4 ]</a:t>
            </a:r>
          </a:p>
        </p:txBody>
      </p:sp>
      <p:sp>
        <p:nvSpPr>
          <p:cNvPr id="1030" name="Rectangle 6">
            <a:extLst>
              <a:ext uri="{FF2B5EF4-FFF2-40B4-BE49-F238E27FC236}">
                <a16:creationId xmlns:a16="http://schemas.microsoft.com/office/drawing/2014/main" id="{053844C4-97BD-413F-90CB-BB662D34AACA}"/>
              </a:ext>
            </a:extLst>
          </p:cNvPr>
          <p:cNvSpPr>
            <a:spLocks noChangeArrowheads="1"/>
          </p:cNvSpPr>
          <p:nvPr/>
        </p:nvSpPr>
        <p:spPr bwMode="auto">
          <a:xfrm>
            <a:off x="144584" y="6453191"/>
            <a:ext cx="2279007" cy="33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lnSpc>
                <a:spcPct val="90000"/>
              </a:lnSpc>
            </a:pPr>
            <a:r>
              <a:rPr lang="en-US" altLang="it-IT" sz="900">
                <a:solidFill>
                  <a:schemeClr val="bg2"/>
                </a:solidFill>
                <a:cs typeface="Arial" panose="020B0604020202020204" pitchFamily="34" charset="0"/>
              </a:rPr>
              <a:t>© Computer Networks Research Group Roma Tre University</a:t>
            </a:r>
          </a:p>
        </p:txBody>
      </p:sp>
      <p:pic>
        <p:nvPicPr>
          <p:cNvPr id="3" name="Picture 2" descr="A group of cubes with different colors&#10;&#10;Description automatically generated">
            <a:extLst>
              <a:ext uri="{FF2B5EF4-FFF2-40B4-BE49-F238E27FC236}">
                <a16:creationId xmlns:a16="http://schemas.microsoft.com/office/drawing/2014/main" id="{04BC26E2-2780-755F-DAB8-E568CC768E79}"/>
              </a:ext>
            </a:extLst>
          </p:cNvPr>
          <p:cNvPicPr>
            <a:picLocks noChangeAspect="1"/>
          </p:cNvPicPr>
          <p:nvPr/>
        </p:nvPicPr>
        <p:blipFill>
          <a:blip r:embed="rId13">
            <a:extLst>
              <a:ext uri="{28A0092B-C50C-407E-A947-70E740481C1C}">
                <a14:useLocalDpi xmlns:a14="http://schemas.microsoft.com/office/drawing/2010/main" val="0"/>
              </a:ext>
            </a:extLst>
          </a:blip>
          <a:stretch>
            <a:fillRect/>
          </a:stretch>
        </p:blipFill>
        <p:spPr>
          <a:xfrm>
            <a:off x="223458" y="200174"/>
            <a:ext cx="1264030" cy="852562"/>
          </a:xfrm>
          <a:prstGeom prst="rect">
            <a:avLst/>
          </a:prstGeom>
        </p:spPr>
      </p:pic>
    </p:spTree>
    <p:extLst>
      <p:ext uri="{BB962C8B-B14F-4D97-AF65-F5344CB8AC3E}">
        <p14:creationId xmlns:p14="http://schemas.microsoft.com/office/powerpoint/2010/main" val="495309783"/>
      </p:ext>
    </p:extLst>
  </p:cSld>
  <p:clrMap bg1="lt1" tx1="dk1" bg2="lt2" tx2="dk2" accent1="accent1" accent2="accent2" accent3="accent3" accent4="accent4" accent5="accent5" accent6="accent6" hlink="hlink" folHlink="folHlink"/>
  <p:sldLayoutIdLst>
    <p:sldLayoutId id="2147483774" r:id="rId1"/>
    <p:sldLayoutId id="2147483775" r:id="rId2"/>
    <p:sldLayoutId id="2147483776" r:id="rId3"/>
    <p:sldLayoutId id="2147483777" r:id="rId4"/>
    <p:sldLayoutId id="2147483778" r:id="rId5"/>
    <p:sldLayoutId id="2147483779" r:id="rId6"/>
    <p:sldLayoutId id="2147483780" r:id="rId7"/>
    <p:sldLayoutId id="2147483781" r:id="rId8"/>
    <p:sldLayoutId id="2147483782" r:id="rId9"/>
    <p:sldLayoutId id="2147483783" r:id="rId10"/>
    <p:sldLayoutId id="2147483784" r:id="rId11"/>
  </p:sldLayoutIdLst>
  <p:hf sldNum="0" hdr="0"/>
  <p:txStyles>
    <p:titleStyle>
      <a:lvl1pPr algn="ctr" rtl="0" eaLnBrk="1" fontAlgn="base" hangingPunct="1">
        <a:spcBef>
          <a:spcPct val="0"/>
        </a:spcBef>
        <a:spcAft>
          <a:spcPct val="0"/>
        </a:spcAft>
        <a:defRPr sz="4401">
          <a:solidFill>
            <a:schemeClr val="tx2"/>
          </a:solidFill>
          <a:latin typeface="+mj-lt"/>
          <a:ea typeface="+mj-ea"/>
          <a:cs typeface="+mj-cs"/>
        </a:defRPr>
      </a:lvl1pPr>
      <a:lvl2pPr algn="ctr" rtl="0" eaLnBrk="1" fontAlgn="base" hangingPunct="1">
        <a:spcBef>
          <a:spcPct val="0"/>
        </a:spcBef>
        <a:spcAft>
          <a:spcPct val="0"/>
        </a:spcAft>
        <a:defRPr sz="4401">
          <a:solidFill>
            <a:schemeClr val="tx2"/>
          </a:solidFill>
          <a:latin typeface="Tahoma" pitchFamily="34" charset="0"/>
        </a:defRPr>
      </a:lvl2pPr>
      <a:lvl3pPr algn="ctr" rtl="0" eaLnBrk="1" fontAlgn="base" hangingPunct="1">
        <a:spcBef>
          <a:spcPct val="0"/>
        </a:spcBef>
        <a:spcAft>
          <a:spcPct val="0"/>
        </a:spcAft>
        <a:defRPr sz="4401">
          <a:solidFill>
            <a:schemeClr val="tx2"/>
          </a:solidFill>
          <a:latin typeface="Tahoma" pitchFamily="34" charset="0"/>
        </a:defRPr>
      </a:lvl3pPr>
      <a:lvl4pPr algn="ctr" rtl="0" eaLnBrk="1" fontAlgn="base" hangingPunct="1">
        <a:spcBef>
          <a:spcPct val="0"/>
        </a:spcBef>
        <a:spcAft>
          <a:spcPct val="0"/>
        </a:spcAft>
        <a:defRPr sz="4401">
          <a:solidFill>
            <a:schemeClr val="tx2"/>
          </a:solidFill>
          <a:latin typeface="Tahoma" pitchFamily="34" charset="0"/>
        </a:defRPr>
      </a:lvl4pPr>
      <a:lvl5pPr algn="ctr" rtl="0" eaLnBrk="1" fontAlgn="base" hangingPunct="1">
        <a:spcBef>
          <a:spcPct val="0"/>
        </a:spcBef>
        <a:spcAft>
          <a:spcPct val="0"/>
        </a:spcAft>
        <a:defRPr sz="4401">
          <a:solidFill>
            <a:schemeClr val="tx2"/>
          </a:solidFill>
          <a:latin typeface="Tahoma" pitchFamily="34" charset="0"/>
        </a:defRPr>
      </a:lvl5pPr>
      <a:lvl6pPr marL="457212" algn="ctr" rtl="0" eaLnBrk="1" fontAlgn="base" hangingPunct="1">
        <a:spcBef>
          <a:spcPct val="0"/>
        </a:spcBef>
        <a:spcAft>
          <a:spcPct val="0"/>
        </a:spcAft>
        <a:defRPr sz="4401">
          <a:solidFill>
            <a:schemeClr val="tx2"/>
          </a:solidFill>
          <a:latin typeface="Tahoma" pitchFamily="34" charset="0"/>
        </a:defRPr>
      </a:lvl6pPr>
      <a:lvl7pPr marL="914423" algn="ctr" rtl="0" eaLnBrk="1" fontAlgn="base" hangingPunct="1">
        <a:spcBef>
          <a:spcPct val="0"/>
        </a:spcBef>
        <a:spcAft>
          <a:spcPct val="0"/>
        </a:spcAft>
        <a:defRPr sz="4401">
          <a:solidFill>
            <a:schemeClr val="tx2"/>
          </a:solidFill>
          <a:latin typeface="Tahoma" pitchFamily="34" charset="0"/>
        </a:defRPr>
      </a:lvl7pPr>
      <a:lvl8pPr marL="1371634" algn="ctr" rtl="0" eaLnBrk="1" fontAlgn="base" hangingPunct="1">
        <a:spcBef>
          <a:spcPct val="0"/>
        </a:spcBef>
        <a:spcAft>
          <a:spcPct val="0"/>
        </a:spcAft>
        <a:defRPr sz="4401">
          <a:solidFill>
            <a:schemeClr val="tx2"/>
          </a:solidFill>
          <a:latin typeface="Tahoma" pitchFamily="34" charset="0"/>
        </a:defRPr>
      </a:lvl8pPr>
      <a:lvl9pPr marL="1828846" algn="ctr" rtl="0" eaLnBrk="1" fontAlgn="base" hangingPunct="1">
        <a:spcBef>
          <a:spcPct val="0"/>
        </a:spcBef>
        <a:spcAft>
          <a:spcPct val="0"/>
        </a:spcAft>
        <a:defRPr sz="4401">
          <a:solidFill>
            <a:schemeClr val="tx2"/>
          </a:solidFill>
          <a:latin typeface="Tahoma" pitchFamily="34" charset="0"/>
        </a:defRPr>
      </a:lvl9pPr>
    </p:titleStyle>
    <p:bodyStyle>
      <a:lvl1pPr marL="342908" indent="-342908" algn="l" rtl="0" eaLnBrk="1" fontAlgn="base" hangingPunct="1">
        <a:spcBef>
          <a:spcPct val="20000"/>
        </a:spcBef>
        <a:spcAft>
          <a:spcPct val="0"/>
        </a:spcAft>
        <a:buClr>
          <a:schemeClr val="tx2"/>
        </a:buClr>
        <a:buSzPct val="70000"/>
        <a:buFont typeface="Wingdings" panose="05000000000000000000" pitchFamily="2" charset="2"/>
        <a:buChar char="n"/>
        <a:defRPr sz="3200">
          <a:solidFill>
            <a:schemeClr val="tx1"/>
          </a:solidFill>
          <a:latin typeface="+mn-lt"/>
          <a:ea typeface="+mn-ea"/>
          <a:cs typeface="+mn-cs"/>
        </a:defRPr>
      </a:lvl1pPr>
      <a:lvl2pPr marL="742969" indent="-285757" algn="l" rtl="0" eaLnBrk="1" fontAlgn="base" hangingPunct="1">
        <a:spcBef>
          <a:spcPct val="20000"/>
        </a:spcBef>
        <a:spcAft>
          <a:spcPct val="0"/>
        </a:spcAft>
        <a:buClr>
          <a:schemeClr val="accent1"/>
        </a:buClr>
        <a:buSzPct val="70000"/>
        <a:buFont typeface="Wingdings" panose="05000000000000000000" pitchFamily="2" charset="2"/>
        <a:buChar char="n"/>
        <a:defRPr sz="2800">
          <a:solidFill>
            <a:schemeClr val="tx1"/>
          </a:solidFill>
          <a:latin typeface="+mn-lt"/>
        </a:defRPr>
      </a:lvl2pPr>
      <a:lvl3pPr marL="1143028" indent="-228606" algn="l" rtl="0" eaLnBrk="1" fontAlgn="base" hangingPunct="1">
        <a:spcBef>
          <a:spcPct val="20000"/>
        </a:spcBef>
        <a:spcAft>
          <a:spcPct val="0"/>
        </a:spcAft>
        <a:buClr>
          <a:srgbClr val="66CC00"/>
        </a:buClr>
        <a:buSzPct val="70000"/>
        <a:buFont typeface="Wingdings" panose="05000000000000000000" pitchFamily="2" charset="2"/>
        <a:buChar char="n"/>
        <a:defRPr sz="2400">
          <a:solidFill>
            <a:schemeClr val="tx1"/>
          </a:solidFill>
          <a:latin typeface="+mn-lt"/>
        </a:defRPr>
      </a:lvl3pPr>
      <a:lvl4pPr marL="1600240" indent="-228606" algn="l" rtl="0" eaLnBrk="1" fontAlgn="base" hangingPunct="1">
        <a:spcBef>
          <a:spcPct val="20000"/>
        </a:spcBef>
        <a:spcAft>
          <a:spcPct val="0"/>
        </a:spcAft>
        <a:buSzPct val="70000"/>
        <a:buFont typeface="Wingdings" panose="05000000000000000000" pitchFamily="2" charset="2"/>
        <a:buChar char="l"/>
        <a:defRPr sz="2000">
          <a:solidFill>
            <a:schemeClr val="tx1"/>
          </a:solidFill>
          <a:latin typeface="+mn-lt"/>
        </a:defRPr>
      </a:lvl4pPr>
      <a:lvl5pPr marL="2057452" indent="-228606" algn="l" rtl="0" eaLnBrk="1" fontAlgn="base" hangingPunct="1">
        <a:spcBef>
          <a:spcPct val="20000"/>
        </a:spcBef>
        <a:spcAft>
          <a:spcPct val="0"/>
        </a:spcAft>
        <a:buFont typeface="Arial" panose="020B0604020202020204" pitchFamily="34" charset="0"/>
        <a:buChar char="–"/>
        <a:defRPr sz="2000">
          <a:solidFill>
            <a:schemeClr val="tx1"/>
          </a:solidFill>
          <a:latin typeface="+mn-lt"/>
        </a:defRPr>
      </a:lvl5pPr>
      <a:lvl6pPr marL="2514663" indent="-228606" algn="l" rtl="0" eaLnBrk="1" fontAlgn="base" hangingPunct="1">
        <a:spcBef>
          <a:spcPct val="20000"/>
        </a:spcBef>
        <a:spcAft>
          <a:spcPct val="0"/>
        </a:spcAft>
        <a:buFont typeface="Arial" charset="0"/>
        <a:buChar char="–"/>
        <a:defRPr sz="2000">
          <a:solidFill>
            <a:schemeClr val="tx1"/>
          </a:solidFill>
          <a:latin typeface="+mn-lt"/>
        </a:defRPr>
      </a:lvl6pPr>
      <a:lvl7pPr marL="2971874" indent="-228606" algn="l" rtl="0" eaLnBrk="1" fontAlgn="base" hangingPunct="1">
        <a:spcBef>
          <a:spcPct val="20000"/>
        </a:spcBef>
        <a:spcAft>
          <a:spcPct val="0"/>
        </a:spcAft>
        <a:buFont typeface="Arial" charset="0"/>
        <a:buChar char="–"/>
        <a:defRPr sz="2000">
          <a:solidFill>
            <a:schemeClr val="tx1"/>
          </a:solidFill>
          <a:latin typeface="+mn-lt"/>
        </a:defRPr>
      </a:lvl7pPr>
      <a:lvl8pPr marL="3429086" indent="-228606" algn="l" rtl="0" eaLnBrk="1" fontAlgn="base" hangingPunct="1">
        <a:spcBef>
          <a:spcPct val="20000"/>
        </a:spcBef>
        <a:spcAft>
          <a:spcPct val="0"/>
        </a:spcAft>
        <a:buFont typeface="Arial" charset="0"/>
        <a:buChar char="–"/>
        <a:defRPr sz="2000">
          <a:solidFill>
            <a:schemeClr val="tx1"/>
          </a:solidFill>
          <a:latin typeface="+mn-lt"/>
        </a:defRPr>
      </a:lvl8pPr>
      <a:lvl9pPr marL="3886297" indent="-228606" algn="l" rtl="0" eaLnBrk="1" fontAlgn="base" hangingPunct="1">
        <a:spcBef>
          <a:spcPct val="20000"/>
        </a:spcBef>
        <a:spcAft>
          <a:spcPct val="0"/>
        </a:spcAft>
        <a:buFont typeface="Arial" charset="0"/>
        <a:buChar char="–"/>
        <a:defRPr sz="2000">
          <a:solidFill>
            <a:schemeClr val="tx1"/>
          </a:solidFill>
          <a:latin typeface="+mn-lt"/>
        </a:defRPr>
      </a:lvl9pPr>
    </p:bodyStyle>
    <p:otherStyle>
      <a:defPPr>
        <a:defRPr lang="it-IT"/>
      </a:defPPr>
      <a:lvl1pPr marL="0" algn="l" defTabSz="914423" rtl="0" eaLnBrk="1" latinLnBrk="0" hangingPunct="1">
        <a:defRPr sz="1800" kern="1200">
          <a:solidFill>
            <a:schemeClr val="tx1"/>
          </a:solidFill>
          <a:latin typeface="+mn-lt"/>
          <a:ea typeface="+mn-ea"/>
          <a:cs typeface="+mn-cs"/>
        </a:defRPr>
      </a:lvl1pPr>
      <a:lvl2pPr marL="457212" algn="l" defTabSz="914423" rtl="0" eaLnBrk="1" latinLnBrk="0" hangingPunct="1">
        <a:defRPr sz="1800" kern="1200">
          <a:solidFill>
            <a:schemeClr val="tx1"/>
          </a:solidFill>
          <a:latin typeface="+mn-lt"/>
          <a:ea typeface="+mn-ea"/>
          <a:cs typeface="+mn-cs"/>
        </a:defRPr>
      </a:lvl2pPr>
      <a:lvl3pPr marL="914423" algn="l" defTabSz="914423" rtl="0" eaLnBrk="1" latinLnBrk="0" hangingPunct="1">
        <a:defRPr sz="1800" kern="1200">
          <a:solidFill>
            <a:schemeClr val="tx1"/>
          </a:solidFill>
          <a:latin typeface="+mn-lt"/>
          <a:ea typeface="+mn-ea"/>
          <a:cs typeface="+mn-cs"/>
        </a:defRPr>
      </a:lvl3pPr>
      <a:lvl4pPr marL="1371634" algn="l" defTabSz="914423" rtl="0" eaLnBrk="1" latinLnBrk="0" hangingPunct="1">
        <a:defRPr sz="1800" kern="1200">
          <a:solidFill>
            <a:schemeClr val="tx1"/>
          </a:solidFill>
          <a:latin typeface="+mn-lt"/>
          <a:ea typeface="+mn-ea"/>
          <a:cs typeface="+mn-cs"/>
        </a:defRPr>
      </a:lvl4pPr>
      <a:lvl5pPr marL="1828846" algn="l" defTabSz="914423" rtl="0" eaLnBrk="1" latinLnBrk="0" hangingPunct="1">
        <a:defRPr sz="1800" kern="1200">
          <a:solidFill>
            <a:schemeClr val="tx1"/>
          </a:solidFill>
          <a:latin typeface="+mn-lt"/>
          <a:ea typeface="+mn-ea"/>
          <a:cs typeface="+mn-cs"/>
        </a:defRPr>
      </a:lvl5pPr>
      <a:lvl6pPr marL="2286057" algn="l" defTabSz="914423" rtl="0" eaLnBrk="1" latinLnBrk="0" hangingPunct="1">
        <a:defRPr sz="1800" kern="1200">
          <a:solidFill>
            <a:schemeClr val="tx1"/>
          </a:solidFill>
          <a:latin typeface="+mn-lt"/>
          <a:ea typeface="+mn-ea"/>
          <a:cs typeface="+mn-cs"/>
        </a:defRPr>
      </a:lvl6pPr>
      <a:lvl7pPr marL="2743269" algn="l" defTabSz="914423" rtl="0" eaLnBrk="1" latinLnBrk="0" hangingPunct="1">
        <a:defRPr sz="1800" kern="1200">
          <a:solidFill>
            <a:schemeClr val="tx1"/>
          </a:solidFill>
          <a:latin typeface="+mn-lt"/>
          <a:ea typeface="+mn-ea"/>
          <a:cs typeface="+mn-cs"/>
        </a:defRPr>
      </a:lvl7pPr>
      <a:lvl8pPr marL="3200480" algn="l" defTabSz="914423" rtl="0" eaLnBrk="1" latinLnBrk="0" hangingPunct="1">
        <a:defRPr sz="1800" kern="1200">
          <a:solidFill>
            <a:schemeClr val="tx1"/>
          </a:solidFill>
          <a:latin typeface="+mn-lt"/>
          <a:ea typeface="+mn-ea"/>
          <a:cs typeface="+mn-cs"/>
        </a:defRPr>
      </a:lvl8pPr>
      <a:lvl9pPr marL="3657691" algn="l" defTabSz="914423"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890">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3.jpeg"/><Relationship Id="rId1" Type="http://schemas.openxmlformats.org/officeDocument/2006/relationships/slideLayout" Target="../slideLayouts/slideLayout6.xml"/><Relationship Id="rId5" Type="http://schemas.openxmlformats.org/officeDocument/2006/relationships/image" Target="../media/image6.jpeg"/><Relationship Id="rId4" Type="http://schemas.openxmlformats.org/officeDocument/2006/relationships/image" Target="../media/image5.jpeg"/></Relationships>
</file>

<file path=ppt/slides/_rels/slide7.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3.jpeg"/><Relationship Id="rId1" Type="http://schemas.openxmlformats.org/officeDocument/2006/relationships/slideLayout" Target="../slideLayouts/slideLayout6.xml"/><Relationship Id="rId5" Type="http://schemas.openxmlformats.org/officeDocument/2006/relationships/image" Target="../media/image6.jpeg"/><Relationship Id="rId4" Type="http://schemas.openxmlformats.org/officeDocument/2006/relationships/image" Target="../media/image5.jpeg"/></Relationships>
</file>

<file path=ppt/slides/_rels/slide8.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3.jpeg"/><Relationship Id="rId1" Type="http://schemas.openxmlformats.org/officeDocument/2006/relationships/slideLayout" Target="../slideLayouts/slideLayout6.xml"/><Relationship Id="rId5" Type="http://schemas.openxmlformats.org/officeDocument/2006/relationships/image" Target="../media/image6.jpeg"/><Relationship Id="rId4" Type="http://schemas.openxmlformats.org/officeDocument/2006/relationships/image" Target="../media/image5.jpe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8.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3.jpeg"/><Relationship Id="rId1" Type="http://schemas.openxmlformats.org/officeDocument/2006/relationships/slideLayout" Target="../slideLayouts/slideLayout4.xml"/><Relationship Id="rId5" Type="http://schemas.openxmlformats.org/officeDocument/2006/relationships/image" Target="../media/image6.jpeg"/><Relationship Id="rId4" Type="http://schemas.openxmlformats.org/officeDocument/2006/relationships/image" Target="../media/image5.jpe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4.xml"/></Relationships>
</file>

<file path=ppt/slides/_rels/slide3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4.xml"/></Relationships>
</file>

<file path=ppt/slides/_rels/slide3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4.xml"/></Relationships>
</file>

<file path=ppt/slides/_rels/slide3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4.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7.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3.jpeg"/><Relationship Id="rId1" Type="http://schemas.openxmlformats.org/officeDocument/2006/relationships/slideLayout" Target="../slideLayouts/slideLayout6.xml"/><Relationship Id="rId5" Type="http://schemas.openxmlformats.org/officeDocument/2006/relationships/image" Target="../media/image6.jpeg"/><Relationship Id="rId4" Type="http://schemas.openxmlformats.org/officeDocument/2006/relationships/image" Target="../media/image5.jpe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4.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4.xml"/></Relationships>
</file>

<file path=ppt/slides/_rels/slide4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4.xml"/></Relationships>
</file>

<file path=ppt/slides/_rels/slide4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4.xml"/></Relationships>
</file>

<file path=ppt/slides/_rels/slide48.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4.xml"/></Relationships>
</file>

<file path=ppt/slides/_rels/slide49.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4.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60">
            <a:extLst>
              <a:ext uri="{FF2B5EF4-FFF2-40B4-BE49-F238E27FC236}">
                <a16:creationId xmlns:a16="http://schemas.microsoft.com/office/drawing/2014/main" id="{D52C1193-E72F-9504-F8A2-1C3CD7C9A60A}"/>
              </a:ext>
            </a:extLst>
          </p:cNvPr>
          <p:cNvSpPr>
            <a:spLocks noGrp="1" noChangeArrowheads="1"/>
          </p:cNvSpPr>
          <p:nvPr>
            <p:ph type="ctrTitle"/>
          </p:nvPr>
        </p:nvSpPr>
        <p:spPr/>
        <p:txBody>
          <a:bodyPr/>
          <a:lstStyle/>
          <a:p>
            <a:pPr eaLnBrk="1" hangingPunct="1"/>
            <a:r>
              <a:rPr lang="en-US" noProof="0" dirty="0"/>
              <a:t>kathara lab</a:t>
            </a:r>
          </a:p>
        </p:txBody>
      </p:sp>
      <p:sp>
        <p:nvSpPr>
          <p:cNvPr id="5123" name="Rectangle 61">
            <a:extLst>
              <a:ext uri="{FF2B5EF4-FFF2-40B4-BE49-F238E27FC236}">
                <a16:creationId xmlns:a16="http://schemas.microsoft.com/office/drawing/2014/main" id="{7269C1AF-3115-5BC8-A826-7DD11551941F}"/>
              </a:ext>
            </a:extLst>
          </p:cNvPr>
          <p:cNvSpPr>
            <a:spLocks noGrp="1" noChangeArrowheads="1"/>
          </p:cNvSpPr>
          <p:nvPr>
            <p:ph type="subTitle" idx="1"/>
          </p:nvPr>
        </p:nvSpPr>
        <p:spPr/>
        <p:txBody>
          <a:bodyPr/>
          <a:lstStyle/>
          <a:p>
            <a:pPr eaLnBrk="1" hangingPunct="1"/>
            <a:r>
              <a:rPr lang="en-US" noProof="0" dirty="0"/>
              <a:t>basic IPv4 configuration, ping, traceroute and </a:t>
            </a:r>
            <a:r>
              <a:rPr lang="en-US" noProof="0" dirty="0" err="1"/>
              <a:t>arp</a:t>
            </a:r>
            <a:endParaRPr lang="en-US" noProof="0" dirty="0"/>
          </a:p>
        </p:txBody>
      </p:sp>
      <p:graphicFrame>
        <p:nvGraphicFramePr>
          <p:cNvPr id="124990" name="Group 62">
            <a:extLst>
              <a:ext uri="{FF2B5EF4-FFF2-40B4-BE49-F238E27FC236}">
                <a16:creationId xmlns:a16="http://schemas.microsoft.com/office/drawing/2014/main" id="{B29E1B27-9968-C664-167E-267F5CE28173}"/>
              </a:ext>
            </a:extLst>
          </p:cNvPr>
          <p:cNvGraphicFramePr>
            <a:graphicFrameLocks noGrp="1"/>
          </p:cNvGraphicFramePr>
          <p:nvPr>
            <p:extLst>
              <p:ext uri="{D42A27DB-BD31-4B8C-83A1-F6EECF244321}">
                <p14:modId xmlns:p14="http://schemas.microsoft.com/office/powerpoint/2010/main" val="2603008755"/>
              </p:ext>
            </p:extLst>
          </p:nvPr>
        </p:nvGraphicFramePr>
        <p:xfrm>
          <a:off x="2650331" y="3573016"/>
          <a:ext cx="6891338" cy="2531120"/>
        </p:xfrm>
        <a:graphic>
          <a:graphicData uri="http://schemas.openxmlformats.org/drawingml/2006/table">
            <a:tbl>
              <a:tblPr/>
              <a:tblGrid>
                <a:gridCol w="2024063">
                  <a:extLst>
                    <a:ext uri="{9D8B030D-6E8A-4147-A177-3AD203B41FA5}">
                      <a16:colId xmlns:a16="http://schemas.microsoft.com/office/drawing/2014/main" val="20000"/>
                    </a:ext>
                  </a:extLst>
                </a:gridCol>
                <a:gridCol w="4867275">
                  <a:extLst>
                    <a:ext uri="{9D8B030D-6E8A-4147-A177-3AD203B41FA5}">
                      <a16:colId xmlns:a16="http://schemas.microsoft.com/office/drawing/2014/main" val="20001"/>
                    </a:ext>
                  </a:extLst>
                </a:gridCol>
              </a:tblGrid>
              <a:tr h="341188">
                <a:tc>
                  <a:txBody>
                    <a:bodyPr/>
                    <a:lstStyle>
                      <a:lvl1pPr>
                        <a:spcBef>
                          <a:spcPct val="20000"/>
                        </a:spcBef>
                        <a:buClr>
                          <a:schemeClr val="tx2"/>
                        </a:buClr>
                        <a:buSzPct val="70000"/>
                        <a:buFont typeface="Wingdings" panose="05000000000000000000" pitchFamily="2" charset="2"/>
                        <a:defRPr sz="2800">
                          <a:solidFill>
                            <a:schemeClr val="tx1"/>
                          </a:solidFill>
                          <a:latin typeface="Tahoma" panose="020B0604030504040204" pitchFamily="34" charset="0"/>
                        </a:defRPr>
                      </a:lvl1pPr>
                      <a:lvl2pPr>
                        <a:spcBef>
                          <a:spcPct val="20000"/>
                        </a:spcBef>
                        <a:buClr>
                          <a:schemeClr val="accent1"/>
                        </a:buClr>
                        <a:buSzPct val="70000"/>
                        <a:buFont typeface="Wingdings" panose="05000000000000000000" pitchFamily="2" charset="2"/>
                        <a:defRPr sz="2400">
                          <a:solidFill>
                            <a:schemeClr val="tx1"/>
                          </a:solidFill>
                          <a:latin typeface="Tahoma" panose="020B0604030504040204" pitchFamily="34" charset="0"/>
                        </a:defRPr>
                      </a:lvl2pPr>
                      <a:lvl3pPr>
                        <a:spcBef>
                          <a:spcPct val="20000"/>
                        </a:spcBef>
                        <a:buClr>
                          <a:srgbClr val="66CC00"/>
                        </a:buClr>
                        <a:buSzPct val="70000"/>
                        <a:buFont typeface="Wingdings" panose="05000000000000000000" pitchFamily="2" charset="2"/>
                        <a:defRPr sz="2000">
                          <a:solidFill>
                            <a:schemeClr val="tx1"/>
                          </a:solidFill>
                          <a:latin typeface="Tahoma" panose="020B0604030504040204" pitchFamily="34" charset="0"/>
                        </a:defRPr>
                      </a:lvl3pPr>
                      <a:lvl4pPr>
                        <a:spcBef>
                          <a:spcPct val="20000"/>
                        </a:spcBef>
                        <a:buSzPct val="70000"/>
                        <a:buFont typeface="Wingdings" panose="05000000000000000000" pitchFamily="2" charset="2"/>
                        <a:defRPr>
                          <a:solidFill>
                            <a:schemeClr val="tx1"/>
                          </a:solidFill>
                          <a:latin typeface="Tahoma" panose="020B0604030504040204" pitchFamily="34" charset="0"/>
                        </a:defRPr>
                      </a:lvl4pPr>
                      <a:lvl5pPr>
                        <a:spcBef>
                          <a:spcPct val="20000"/>
                        </a:spcBef>
                        <a:buFont typeface="Arial" panose="020B0604020202020204" pitchFamily="34" charset="0"/>
                        <a:defRPr>
                          <a:solidFill>
                            <a:schemeClr val="tx1"/>
                          </a:solidFill>
                          <a:latin typeface="Tahoma" panose="020B0604030504040204" pitchFamily="34" charset="0"/>
                        </a:defRPr>
                      </a:lvl5pPr>
                      <a:lvl6pPr fontAlgn="base">
                        <a:spcBef>
                          <a:spcPct val="20000"/>
                        </a:spcBef>
                        <a:spcAft>
                          <a:spcPct val="0"/>
                        </a:spcAft>
                        <a:buFont typeface="Arial" panose="020B0604020202020204" pitchFamily="34" charset="0"/>
                        <a:defRPr>
                          <a:solidFill>
                            <a:schemeClr val="tx1"/>
                          </a:solidFill>
                          <a:latin typeface="Tahoma" panose="020B0604030504040204" pitchFamily="34" charset="0"/>
                        </a:defRPr>
                      </a:lvl6pPr>
                      <a:lvl7pPr fontAlgn="base">
                        <a:spcBef>
                          <a:spcPct val="20000"/>
                        </a:spcBef>
                        <a:spcAft>
                          <a:spcPct val="0"/>
                        </a:spcAft>
                        <a:buFont typeface="Arial" panose="020B0604020202020204" pitchFamily="34" charset="0"/>
                        <a:defRPr>
                          <a:solidFill>
                            <a:schemeClr val="tx1"/>
                          </a:solidFill>
                          <a:latin typeface="Tahoma" panose="020B0604030504040204" pitchFamily="34" charset="0"/>
                        </a:defRPr>
                      </a:lvl7pPr>
                      <a:lvl8pPr fontAlgn="base">
                        <a:spcBef>
                          <a:spcPct val="20000"/>
                        </a:spcBef>
                        <a:spcAft>
                          <a:spcPct val="0"/>
                        </a:spcAft>
                        <a:buFont typeface="Arial" panose="020B0604020202020204" pitchFamily="34" charset="0"/>
                        <a:defRPr>
                          <a:solidFill>
                            <a:schemeClr val="tx1"/>
                          </a:solidFill>
                          <a:latin typeface="Tahoma" panose="020B0604030504040204" pitchFamily="34" charset="0"/>
                        </a:defRPr>
                      </a:lvl8pPr>
                      <a:lvl9pPr fontAlgn="base">
                        <a:spcBef>
                          <a:spcPct val="20000"/>
                        </a:spcBef>
                        <a:spcAft>
                          <a:spcPct val="0"/>
                        </a:spcAft>
                        <a:buFont typeface="Arial" panose="020B0604020202020204" pitchFamily="34" charset="0"/>
                        <a:defRPr>
                          <a:solidFill>
                            <a:schemeClr val="tx1"/>
                          </a:solidFill>
                          <a:latin typeface="Tahoma" panose="020B0604030504040204" pitchFamily="34" charset="0"/>
                        </a:defRPr>
                      </a:lvl9pPr>
                    </a:lstStyle>
                    <a:p>
                      <a:pPr marL="0" marR="0" lvl="0" indent="0" algn="l"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tabLst/>
                      </a:pPr>
                      <a:r>
                        <a:rPr kumimoji="0" lang="en-US" sz="1600" b="1" i="0" u="none" strike="noStrike" cap="none" normalizeH="0" baseline="0" noProof="0" dirty="0">
                          <a:ln>
                            <a:noFill/>
                          </a:ln>
                          <a:solidFill>
                            <a:schemeClr val="tx1"/>
                          </a:solidFill>
                          <a:effectLst/>
                          <a:latin typeface="Tahoma" panose="020B0604030504040204" pitchFamily="34" charset="0"/>
                        </a:rPr>
                        <a:t>Version</a:t>
                      </a:r>
                    </a:p>
                  </a:txBody>
                  <a:tcPr marL="90000" marR="90000" marT="46769" marB="46769"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SzPct val="70000"/>
                        <a:buFont typeface="Wingdings" panose="05000000000000000000" pitchFamily="2" charset="2"/>
                        <a:defRPr sz="2800">
                          <a:solidFill>
                            <a:schemeClr val="tx1"/>
                          </a:solidFill>
                          <a:latin typeface="Tahoma" panose="020B0604030504040204" pitchFamily="34" charset="0"/>
                        </a:defRPr>
                      </a:lvl1pPr>
                      <a:lvl2pPr>
                        <a:spcBef>
                          <a:spcPct val="20000"/>
                        </a:spcBef>
                        <a:buClr>
                          <a:schemeClr val="accent1"/>
                        </a:buClr>
                        <a:buSzPct val="70000"/>
                        <a:buFont typeface="Wingdings" panose="05000000000000000000" pitchFamily="2" charset="2"/>
                        <a:defRPr sz="2400">
                          <a:solidFill>
                            <a:schemeClr val="tx1"/>
                          </a:solidFill>
                          <a:latin typeface="Tahoma" panose="020B0604030504040204" pitchFamily="34" charset="0"/>
                        </a:defRPr>
                      </a:lvl2pPr>
                      <a:lvl3pPr>
                        <a:spcBef>
                          <a:spcPct val="20000"/>
                        </a:spcBef>
                        <a:buClr>
                          <a:srgbClr val="66CC00"/>
                        </a:buClr>
                        <a:buSzPct val="70000"/>
                        <a:buFont typeface="Wingdings" panose="05000000000000000000" pitchFamily="2" charset="2"/>
                        <a:defRPr sz="2000">
                          <a:solidFill>
                            <a:schemeClr val="tx1"/>
                          </a:solidFill>
                          <a:latin typeface="Tahoma" panose="020B0604030504040204" pitchFamily="34" charset="0"/>
                        </a:defRPr>
                      </a:lvl3pPr>
                      <a:lvl4pPr>
                        <a:spcBef>
                          <a:spcPct val="20000"/>
                        </a:spcBef>
                        <a:buSzPct val="70000"/>
                        <a:buFont typeface="Wingdings" panose="05000000000000000000" pitchFamily="2" charset="2"/>
                        <a:defRPr>
                          <a:solidFill>
                            <a:schemeClr val="tx1"/>
                          </a:solidFill>
                          <a:latin typeface="Tahoma" panose="020B0604030504040204" pitchFamily="34" charset="0"/>
                        </a:defRPr>
                      </a:lvl4pPr>
                      <a:lvl5pPr>
                        <a:spcBef>
                          <a:spcPct val="20000"/>
                        </a:spcBef>
                        <a:buFont typeface="Arial" panose="020B0604020202020204" pitchFamily="34" charset="0"/>
                        <a:defRPr>
                          <a:solidFill>
                            <a:schemeClr val="tx1"/>
                          </a:solidFill>
                          <a:latin typeface="Tahoma" panose="020B0604030504040204" pitchFamily="34" charset="0"/>
                        </a:defRPr>
                      </a:lvl5pPr>
                      <a:lvl6pPr fontAlgn="base">
                        <a:spcBef>
                          <a:spcPct val="20000"/>
                        </a:spcBef>
                        <a:spcAft>
                          <a:spcPct val="0"/>
                        </a:spcAft>
                        <a:buFont typeface="Arial" panose="020B0604020202020204" pitchFamily="34" charset="0"/>
                        <a:defRPr>
                          <a:solidFill>
                            <a:schemeClr val="tx1"/>
                          </a:solidFill>
                          <a:latin typeface="Tahoma" panose="020B0604030504040204" pitchFamily="34" charset="0"/>
                        </a:defRPr>
                      </a:lvl6pPr>
                      <a:lvl7pPr fontAlgn="base">
                        <a:spcBef>
                          <a:spcPct val="20000"/>
                        </a:spcBef>
                        <a:spcAft>
                          <a:spcPct val="0"/>
                        </a:spcAft>
                        <a:buFont typeface="Arial" panose="020B0604020202020204" pitchFamily="34" charset="0"/>
                        <a:defRPr>
                          <a:solidFill>
                            <a:schemeClr val="tx1"/>
                          </a:solidFill>
                          <a:latin typeface="Tahoma" panose="020B0604030504040204" pitchFamily="34" charset="0"/>
                        </a:defRPr>
                      </a:lvl7pPr>
                      <a:lvl8pPr fontAlgn="base">
                        <a:spcBef>
                          <a:spcPct val="20000"/>
                        </a:spcBef>
                        <a:spcAft>
                          <a:spcPct val="0"/>
                        </a:spcAft>
                        <a:buFont typeface="Arial" panose="020B0604020202020204" pitchFamily="34" charset="0"/>
                        <a:defRPr>
                          <a:solidFill>
                            <a:schemeClr val="tx1"/>
                          </a:solidFill>
                          <a:latin typeface="Tahoma" panose="020B0604030504040204" pitchFamily="34" charset="0"/>
                        </a:defRPr>
                      </a:lvl8pPr>
                      <a:lvl9pPr fontAlgn="base">
                        <a:spcBef>
                          <a:spcPct val="20000"/>
                        </a:spcBef>
                        <a:spcAft>
                          <a:spcPct val="0"/>
                        </a:spcAft>
                        <a:buFont typeface="Arial" panose="020B0604020202020204" pitchFamily="34" charset="0"/>
                        <a:defRPr>
                          <a:solidFill>
                            <a:schemeClr val="tx1"/>
                          </a:solidFill>
                          <a:latin typeface="Tahoma" panose="020B0604030504040204" pitchFamily="34" charset="0"/>
                        </a:defRPr>
                      </a:lvl9pPr>
                    </a:lstStyle>
                    <a:p>
                      <a:pPr marL="0" marR="0" lvl="0" indent="0" algn="l"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tabLst/>
                      </a:pPr>
                      <a:r>
                        <a:rPr kumimoji="0" lang="en-US" sz="1600" b="0" i="0" u="none" strike="noStrike" cap="none" normalizeH="0" baseline="0" noProof="0">
                          <a:ln>
                            <a:noFill/>
                          </a:ln>
                          <a:solidFill>
                            <a:schemeClr val="tx1"/>
                          </a:solidFill>
                          <a:effectLst/>
                          <a:latin typeface="Tahoma" panose="020B0604030504040204" pitchFamily="34" charset="0"/>
                        </a:rPr>
                        <a:t>3.0</a:t>
                      </a:r>
                      <a:endParaRPr kumimoji="0" lang="en-US" sz="1600" b="0" i="0" u="none" strike="noStrike" cap="none" normalizeH="0" baseline="0" noProof="0" dirty="0">
                        <a:ln>
                          <a:noFill/>
                        </a:ln>
                        <a:solidFill>
                          <a:schemeClr val="tx1"/>
                        </a:solidFill>
                        <a:effectLst/>
                        <a:latin typeface="Tahoma" panose="020B0604030504040204" pitchFamily="34" charset="0"/>
                      </a:endParaRPr>
                    </a:p>
                  </a:txBody>
                  <a:tcPr marL="90000" marR="90000" marT="46769" marB="46769"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671068">
                <a:tc>
                  <a:txBody>
                    <a:bodyPr/>
                    <a:lstStyle>
                      <a:lvl1pPr>
                        <a:spcBef>
                          <a:spcPct val="20000"/>
                        </a:spcBef>
                        <a:buClr>
                          <a:schemeClr val="tx2"/>
                        </a:buClr>
                        <a:buSzPct val="70000"/>
                        <a:buFont typeface="Wingdings" panose="05000000000000000000" pitchFamily="2" charset="2"/>
                        <a:defRPr sz="2800">
                          <a:solidFill>
                            <a:schemeClr val="tx1"/>
                          </a:solidFill>
                          <a:latin typeface="Tahoma" panose="020B0604030504040204" pitchFamily="34" charset="0"/>
                        </a:defRPr>
                      </a:lvl1pPr>
                      <a:lvl2pPr>
                        <a:spcBef>
                          <a:spcPct val="20000"/>
                        </a:spcBef>
                        <a:buClr>
                          <a:schemeClr val="accent1"/>
                        </a:buClr>
                        <a:buSzPct val="70000"/>
                        <a:buFont typeface="Wingdings" panose="05000000000000000000" pitchFamily="2" charset="2"/>
                        <a:defRPr sz="2400">
                          <a:solidFill>
                            <a:schemeClr val="tx1"/>
                          </a:solidFill>
                          <a:latin typeface="Tahoma" panose="020B0604030504040204" pitchFamily="34" charset="0"/>
                        </a:defRPr>
                      </a:lvl2pPr>
                      <a:lvl3pPr>
                        <a:spcBef>
                          <a:spcPct val="20000"/>
                        </a:spcBef>
                        <a:buClr>
                          <a:srgbClr val="66CC00"/>
                        </a:buClr>
                        <a:buSzPct val="70000"/>
                        <a:buFont typeface="Wingdings" panose="05000000000000000000" pitchFamily="2" charset="2"/>
                        <a:defRPr sz="2000">
                          <a:solidFill>
                            <a:schemeClr val="tx1"/>
                          </a:solidFill>
                          <a:latin typeface="Tahoma" panose="020B0604030504040204" pitchFamily="34" charset="0"/>
                        </a:defRPr>
                      </a:lvl3pPr>
                      <a:lvl4pPr>
                        <a:spcBef>
                          <a:spcPct val="20000"/>
                        </a:spcBef>
                        <a:buSzPct val="70000"/>
                        <a:buFont typeface="Wingdings" panose="05000000000000000000" pitchFamily="2" charset="2"/>
                        <a:defRPr>
                          <a:solidFill>
                            <a:schemeClr val="tx1"/>
                          </a:solidFill>
                          <a:latin typeface="Tahoma" panose="020B0604030504040204" pitchFamily="34" charset="0"/>
                        </a:defRPr>
                      </a:lvl4pPr>
                      <a:lvl5pPr>
                        <a:spcBef>
                          <a:spcPct val="20000"/>
                        </a:spcBef>
                        <a:buFont typeface="Arial" panose="020B0604020202020204" pitchFamily="34" charset="0"/>
                        <a:defRPr>
                          <a:solidFill>
                            <a:schemeClr val="tx1"/>
                          </a:solidFill>
                          <a:latin typeface="Tahoma" panose="020B0604030504040204" pitchFamily="34" charset="0"/>
                        </a:defRPr>
                      </a:lvl5pPr>
                      <a:lvl6pPr fontAlgn="base">
                        <a:spcBef>
                          <a:spcPct val="20000"/>
                        </a:spcBef>
                        <a:spcAft>
                          <a:spcPct val="0"/>
                        </a:spcAft>
                        <a:buFont typeface="Arial" panose="020B0604020202020204" pitchFamily="34" charset="0"/>
                        <a:defRPr>
                          <a:solidFill>
                            <a:schemeClr val="tx1"/>
                          </a:solidFill>
                          <a:latin typeface="Tahoma" panose="020B0604030504040204" pitchFamily="34" charset="0"/>
                        </a:defRPr>
                      </a:lvl6pPr>
                      <a:lvl7pPr fontAlgn="base">
                        <a:spcBef>
                          <a:spcPct val="20000"/>
                        </a:spcBef>
                        <a:spcAft>
                          <a:spcPct val="0"/>
                        </a:spcAft>
                        <a:buFont typeface="Arial" panose="020B0604020202020204" pitchFamily="34" charset="0"/>
                        <a:defRPr>
                          <a:solidFill>
                            <a:schemeClr val="tx1"/>
                          </a:solidFill>
                          <a:latin typeface="Tahoma" panose="020B0604030504040204" pitchFamily="34" charset="0"/>
                        </a:defRPr>
                      </a:lvl7pPr>
                      <a:lvl8pPr fontAlgn="base">
                        <a:spcBef>
                          <a:spcPct val="20000"/>
                        </a:spcBef>
                        <a:spcAft>
                          <a:spcPct val="0"/>
                        </a:spcAft>
                        <a:buFont typeface="Arial" panose="020B0604020202020204" pitchFamily="34" charset="0"/>
                        <a:defRPr>
                          <a:solidFill>
                            <a:schemeClr val="tx1"/>
                          </a:solidFill>
                          <a:latin typeface="Tahoma" panose="020B0604030504040204" pitchFamily="34" charset="0"/>
                        </a:defRPr>
                      </a:lvl8pPr>
                      <a:lvl9pPr fontAlgn="base">
                        <a:spcBef>
                          <a:spcPct val="20000"/>
                        </a:spcBef>
                        <a:spcAft>
                          <a:spcPct val="0"/>
                        </a:spcAft>
                        <a:buFont typeface="Arial" panose="020B0604020202020204" pitchFamily="34" charset="0"/>
                        <a:defRPr>
                          <a:solidFill>
                            <a:schemeClr val="tx1"/>
                          </a:solidFill>
                          <a:latin typeface="Tahoma" panose="020B0604030504040204" pitchFamily="34" charset="0"/>
                        </a:defRPr>
                      </a:lvl9pPr>
                    </a:lstStyle>
                    <a:p>
                      <a:pPr marL="0" marR="0" lvl="0" indent="0" algn="l"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tabLst/>
                      </a:pPr>
                      <a:r>
                        <a:rPr kumimoji="0" lang="en-US" sz="1600" b="1" i="0" u="none" strike="noStrike" cap="none" normalizeH="0" baseline="0" noProof="0" dirty="0">
                          <a:ln>
                            <a:noFill/>
                          </a:ln>
                          <a:solidFill>
                            <a:schemeClr val="tx1"/>
                          </a:solidFill>
                          <a:effectLst/>
                          <a:latin typeface="Tahoma" panose="020B0604030504040204" pitchFamily="34" charset="0"/>
                        </a:rPr>
                        <a:t>Author(s)</a:t>
                      </a:r>
                    </a:p>
                  </a:txBody>
                  <a:tcPr marL="90000" marR="90000" marT="46769" marB="46769"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SzPct val="70000"/>
                        <a:buFont typeface="Wingdings" panose="05000000000000000000" pitchFamily="2" charset="2"/>
                        <a:defRPr sz="2800">
                          <a:solidFill>
                            <a:schemeClr val="tx1"/>
                          </a:solidFill>
                          <a:latin typeface="Tahoma" panose="020B0604030504040204" pitchFamily="34" charset="0"/>
                        </a:defRPr>
                      </a:lvl1pPr>
                      <a:lvl2pPr>
                        <a:spcBef>
                          <a:spcPct val="20000"/>
                        </a:spcBef>
                        <a:buClr>
                          <a:schemeClr val="accent1"/>
                        </a:buClr>
                        <a:buSzPct val="70000"/>
                        <a:buFont typeface="Wingdings" panose="05000000000000000000" pitchFamily="2" charset="2"/>
                        <a:defRPr sz="2400">
                          <a:solidFill>
                            <a:schemeClr val="tx1"/>
                          </a:solidFill>
                          <a:latin typeface="Tahoma" panose="020B0604030504040204" pitchFamily="34" charset="0"/>
                        </a:defRPr>
                      </a:lvl2pPr>
                      <a:lvl3pPr>
                        <a:spcBef>
                          <a:spcPct val="20000"/>
                        </a:spcBef>
                        <a:buClr>
                          <a:srgbClr val="66CC00"/>
                        </a:buClr>
                        <a:buSzPct val="70000"/>
                        <a:buFont typeface="Wingdings" panose="05000000000000000000" pitchFamily="2" charset="2"/>
                        <a:defRPr sz="2000">
                          <a:solidFill>
                            <a:schemeClr val="tx1"/>
                          </a:solidFill>
                          <a:latin typeface="Tahoma" panose="020B0604030504040204" pitchFamily="34" charset="0"/>
                        </a:defRPr>
                      </a:lvl3pPr>
                      <a:lvl4pPr>
                        <a:spcBef>
                          <a:spcPct val="20000"/>
                        </a:spcBef>
                        <a:buSzPct val="70000"/>
                        <a:buFont typeface="Wingdings" panose="05000000000000000000" pitchFamily="2" charset="2"/>
                        <a:defRPr>
                          <a:solidFill>
                            <a:schemeClr val="tx1"/>
                          </a:solidFill>
                          <a:latin typeface="Tahoma" panose="020B0604030504040204" pitchFamily="34" charset="0"/>
                        </a:defRPr>
                      </a:lvl4pPr>
                      <a:lvl5pPr>
                        <a:spcBef>
                          <a:spcPct val="20000"/>
                        </a:spcBef>
                        <a:buFont typeface="Arial" panose="020B0604020202020204" pitchFamily="34" charset="0"/>
                        <a:defRPr>
                          <a:solidFill>
                            <a:schemeClr val="tx1"/>
                          </a:solidFill>
                          <a:latin typeface="Tahoma" panose="020B0604030504040204" pitchFamily="34" charset="0"/>
                        </a:defRPr>
                      </a:lvl5pPr>
                      <a:lvl6pPr fontAlgn="base">
                        <a:spcBef>
                          <a:spcPct val="20000"/>
                        </a:spcBef>
                        <a:spcAft>
                          <a:spcPct val="0"/>
                        </a:spcAft>
                        <a:buFont typeface="Arial" panose="020B0604020202020204" pitchFamily="34" charset="0"/>
                        <a:defRPr>
                          <a:solidFill>
                            <a:schemeClr val="tx1"/>
                          </a:solidFill>
                          <a:latin typeface="Tahoma" panose="020B0604030504040204" pitchFamily="34" charset="0"/>
                        </a:defRPr>
                      </a:lvl6pPr>
                      <a:lvl7pPr fontAlgn="base">
                        <a:spcBef>
                          <a:spcPct val="20000"/>
                        </a:spcBef>
                        <a:spcAft>
                          <a:spcPct val="0"/>
                        </a:spcAft>
                        <a:buFont typeface="Arial" panose="020B0604020202020204" pitchFamily="34" charset="0"/>
                        <a:defRPr>
                          <a:solidFill>
                            <a:schemeClr val="tx1"/>
                          </a:solidFill>
                          <a:latin typeface="Tahoma" panose="020B0604030504040204" pitchFamily="34" charset="0"/>
                        </a:defRPr>
                      </a:lvl7pPr>
                      <a:lvl8pPr fontAlgn="base">
                        <a:spcBef>
                          <a:spcPct val="20000"/>
                        </a:spcBef>
                        <a:spcAft>
                          <a:spcPct val="0"/>
                        </a:spcAft>
                        <a:buFont typeface="Arial" panose="020B0604020202020204" pitchFamily="34" charset="0"/>
                        <a:defRPr>
                          <a:solidFill>
                            <a:schemeClr val="tx1"/>
                          </a:solidFill>
                          <a:latin typeface="Tahoma" panose="020B0604030504040204" pitchFamily="34" charset="0"/>
                        </a:defRPr>
                      </a:lvl8pPr>
                      <a:lvl9pPr fontAlgn="base">
                        <a:spcBef>
                          <a:spcPct val="20000"/>
                        </a:spcBef>
                        <a:spcAft>
                          <a:spcPct val="0"/>
                        </a:spcAft>
                        <a:buFont typeface="Arial" panose="020B0604020202020204" pitchFamily="34" charset="0"/>
                        <a:defRPr>
                          <a:solidFill>
                            <a:schemeClr val="tx1"/>
                          </a:solidFill>
                          <a:latin typeface="Tahoma" panose="020B0604030504040204" pitchFamily="34" charset="0"/>
                        </a:defRPr>
                      </a:lvl9pPr>
                    </a:lstStyle>
                    <a:p>
                      <a:pPr marL="0" marR="0" lvl="0" indent="0" algn="l"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tabLst/>
                      </a:pPr>
                      <a:r>
                        <a:rPr kumimoji="0" lang="en-US" sz="1600" b="0" i="0" u="none" strike="noStrike" cap="none" normalizeH="0" baseline="0" noProof="0" dirty="0">
                          <a:ln>
                            <a:noFill/>
                          </a:ln>
                          <a:solidFill>
                            <a:schemeClr val="tx1"/>
                          </a:solidFill>
                          <a:effectLst/>
                          <a:latin typeface="Tahoma" panose="020B0604030504040204" pitchFamily="34" charset="0"/>
                        </a:rPr>
                        <a:t>L. Ariemma, T. Caiazzi, G. Di Battista, M. </a:t>
                      </a:r>
                      <a:r>
                        <a:rPr kumimoji="0" lang="en-US" sz="1600" b="0" i="0" u="none" strike="noStrike" cap="none" normalizeH="0" baseline="0" noProof="0" dirty="0" err="1">
                          <a:ln>
                            <a:noFill/>
                          </a:ln>
                          <a:solidFill>
                            <a:schemeClr val="tx1"/>
                          </a:solidFill>
                          <a:effectLst/>
                          <a:latin typeface="Tahoma" panose="020B0604030504040204" pitchFamily="34" charset="0"/>
                        </a:rPr>
                        <a:t>Patrignani</a:t>
                      </a:r>
                      <a:r>
                        <a:rPr kumimoji="0" lang="en-US" sz="1600" b="0" i="0" u="none" strike="noStrike" cap="none" normalizeH="0" baseline="0" noProof="0" dirty="0">
                          <a:ln>
                            <a:noFill/>
                          </a:ln>
                          <a:solidFill>
                            <a:schemeClr val="tx1"/>
                          </a:solidFill>
                          <a:effectLst/>
                          <a:latin typeface="Tahoma" panose="020B0604030504040204" pitchFamily="34" charset="0"/>
                        </a:rPr>
                        <a:t>, M. Pizzonia, F. Ricci, M. </a:t>
                      </a:r>
                      <a:r>
                        <a:rPr kumimoji="0" lang="en-US" sz="1600" b="0" i="0" u="none" strike="noStrike" cap="none" normalizeH="0" baseline="0" noProof="0" dirty="0" err="1">
                          <a:ln>
                            <a:noFill/>
                          </a:ln>
                          <a:solidFill>
                            <a:schemeClr val="tx1"/>
                          </a:solidFill>
                          <a:effectLst/>
                          <a:latin typeface="Tahoma" panose="020B0604030504040204" pitchFamily="34" charset="0"/>
                        </a:rPr>
                        <a:t>Rimondini</a:t>
                      </a:r>
                      <a:endParaRPr kumimoji="0" lang="en-US" sz="1600" b="0" i="0" u="none" strike="noStrike" cap="none" normalizeH="0" baseline="0" noProof="0" dirty="0">
                        <a:ln>
                          <a:noFill/>
                        </a:ln>
                        <a:solidFill>
                          <a:schemeClr val="tx1"/>
                        </a:solidFill>
                        <a:effectLst/>
                        <a:latin typeface="Tahoma" panose="020B0604030504040204" pitchFamily="34" charset="0"/>
                      </a:endParaRPr>
                    </a:p>
                  </a:txBody>
                  <a:tcPr marL="90000" marR="90000" marT="46769" marB="46769"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41188">
                <a:tc>
                  <a:txBody>
                    <a:bodyPr/>
                    <a:lstStyle>
                      <a:lvl1pPr>
                        <a:spcBef>
                          <a:spcPct val="20000"/>
                        </a:spcBef>
                        <a:buClr>
                          <a:schemeClr val="tx2"/>
                        </a:buClr>
                        <a:buSzPct val="70000"/>
                        <a:buFont typeface="Wingdings" panose="05000000000000000000" pitchFamily="2" charset="2"/>
                        <a:defRPr sz="2800">
                          <a:solidFill>
                            <a:schemeClr val="tx1"/>
                          </a:solidFill>
                          <a:latin typeface="Tahoma" panose="020B0604030504040204" pitchFamily="34" charset="0"/>
                        </a:defRPr>
                      </a:lvl1pPr>
                      <a:lvl2pPr>
                        <a:spcBef>
                          <a:spcPct val="20000"/>
                        </a:spcBef>
                        <a:buClr>
                          <a:schemeClr val="accent1"/>
                        </a:buClr>
                        <a:buSzPct val="70000"/>
                        <a:buFont typeface="Wingdings" panose="05000000000000000000" pitchFamily="2" charset="2"/>
                        <a:defRPr sz="2400">
                          <a:solidFill>
                            <a:schemeClr val="tx1"/>
                          </a:solidFill>
                          <a:latin typeface="Tahoma" panose="020B0604030504040204" pitchFamily="34" charset="0"/>
                        </a:defRPr>
                      </a:lvl2pPr>
                      <a:lvl3pPr>
                        <a:spcBef>
                          <a:spcPct val="20000"/>
                        </a:spcBef>
                        <a:buClr>
                          <a:srgbClr val="66CC00"/>
                        </a:buClr>
                        <a:buSzPct val="70000"/>
                        <a:buFont typeface="Wingdings" panose="05000000000000000000" pitchFamily="2" charset="2"/>
                        <a:defRPr sz="2000">
                          <a:solidFill>
                            <a:schemeClr val="tx1"/>
                          </a:solidFill>
                          <a:latin typeface="Tahoma" panose="020B0604030504040204" pitchFamily="34" charset="0"/>
                        </a:defRPr>
                      </a:lvl3pPr>
                      <a:lvl4pPr>
                        <a:spcBef>
                          <a:spcPct val="20000"/>
                        </a:spcBef>
                        <a:buSzPct val="70000"/>
                        <a:buFont typeface="Wingdings" panose="05000000000000000000" pitchFamily="2" charset="2"/>
                        <a:defRPr>
                          <a:solidFill>
                            <a:schemeClr val="tx1"/>
                          </a:solidFill>
                          <a:latin typeface="Tahoma" panose="020B0604030504040204" pitchFamily="34" charset="0"/>
                        </a:defRPr>
                      </a:lvl4pPr>
                      <a:lvl5pPr>
                        <a:spcBef>
                          <a:spcPct val="20000"/>
                        </a:spcBef>
                        <a:buFont typeface="Arial" panose="020B0604020202020204" pitchFamily="34" charset="0"/>
                        <a:defRPr>
                          <a:solidFill>
                            <a:schemeClr val="tx1"/>
                          </a:solidFill>
                          <a:latin typeface="Tahoma" panose="020B0604030504040204" pitchFamily="34" charset="0"/>
                        </a:defRPr>
                      </a:lvl5pPr>
                      <a:lvl6pPr fontAlgn="base">
                        <a:spcBef>
                          <a:spcPct val="20000"/>
                        </a:spcBef>
                        <a:spcAft>
                          <a:spcPct val="0"/>
                        </a:spcAft>
                        <a:buFont typeface="Arial" panose="020B0604020202020204" pitchFamily="34" charset="0"/>
                        <a:defRPr>
                          <a:solidFill>
                            <a:schemeClr val="tx1"/>
                          </a:solidFill>
                          <a:latin typeface="Tahoma" panose="020B0604030504040204" pitchFamily="34" charset="0"/>
                        </a:defRPr>
                      </a:lvl6pPr>
                      <a:lvl7pPr fontAlgn="base">
                        <a:spcBef>
                          <a:spcPct val="20000"/>
                        </a:spcBef>
                        <a:spcAft>
                          <a:spcPct val="0"/>
                        </a:spcAft>
                        <a:buFont typeface="Arial" panose="020B0604020202020204" pitchFamily="34" charset="0"/>
                        <a:defRPr>
                          <a:solidFill>
                            <a:schemeClr val="tx1"/>
                          </a:solidFill>
                          <a:latin typeface="Tahoma" panose="020B0604030504040204" pitchFamily="34" charset="0"/>
                        </a:defRPr>
                      </a:lvl7pPr>
                      <a:lvl8pPr fontAlgn="base">
                        <a:spcBef>
                          <a:spcPct val="20000"/>
                        </a:spcBef>
                        <a:spcAft>
                          <a:spcPct val="0"/>
                        </a:spcAft>
                        <a:buFont typeface="Arial" panose="020B0604020202020204" pitchFamily="34" charset="0"/>
                        <a:defRPr>
                          <a:solidFill>
                            <a:schemeClr val="tx1"/>
                          </a:solidFill>
                          <a:latin typeface="Tahoma" panose="020B0604030504040204" pitchFamily="34" charset="0"/>
                        </a:defRPr>
                      </a:lvl8pPr>
                      <a:lvl9pPr fontAlgn="base">
                        <a:spcBef>
                          <a:spcPct val="20000"/>
                        </a:spcBef>
                        <a:spcAft>
                          <a:spcPct val="0"/>
                        </a:spcAft>
                        <a:buFont typeface="Arial" panose="020B0604020202020204" pitchFamily="34" charset="0"/>
                        <a:defRPr>
                          <a:solidFill>
                            <a:schemeClr val="tx1"/>
                          </a:solidFill>
                          <a:latin typeface="Tahoma" panose="020B0604030504040204" pitchFamily="34" charset="0"/>
                        </a:defRPr>
                      </a:lvl9pPr>
                    </a:lstStyle>
                    <a:p>
                      <a:pPr marL="0" marR="0" lvl="0" indent="0" algn="l"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tabLst/>
                      </a:pPr>
                      <a:r>
                        <a:rPr kumimoji="0" lang="en-US" sz="1600" b="1" i="0" u="none" strike="noStrike" cap="none" normalizeH="0" baseline="0" noProof="0" dirty="0">
                          <a:ln>
                            <a:noFill/>
                          </a:ln>
                          <a:solidFill>
                            <a:schemeClr val="tx1"/>
                          </a:solidFill>
                          <a:effectLst/>
                          <a:latin typeface="Tahoma" panose="020B0604030504040204" pitchFamily="34" charset="0"/>
                        </a:rPr>
                        <a:t>E-mail</a:t>
                      </a:r>
                    </a:p>
                  </a:txBody>
                  <a:tcPr marL="90000" marR="90000" marT="46769" marB="46769"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SzPct val="70000"/>
                        <a:buFont typeface="Wingdings" panose="05000000000000000000" pitchFamily="2" charset="2"/>
                        <a:defRPr sz="2800">
                          <a:solidFill>
                            <a:schemeClr val="tx1"/>
                          </a:solidFill>
                          <a:latin typeface="Tahoma" panose="020B0604030504040204" pitchFamily="34" charset="0"/>
                        </a:defRPr>
                      </a:lvl1pPr>
                      <a:lvl2pPr>
                        <a:spcBef>
                          <a:spcPct val="20000"/>
                        </a:spcBef>
                        <a:buClr>
                          <a:schemeClr val="accent1"/>
                        </a:buClr>
                        <a:buSzPct val="70000"/>
                        <a:buFont typeface="Wingdings" panose="05000000000000000000" pitchFamily="2" charset="2"/>
                        <a:defRPr sz="2400">
                          <a:solidFill>
                            <a:schemeClr val="tx1"/>
                          </a:solidFill>
                          <a:latin typeface="Tahoma" panose="020B0604030504040204" pitchFamily="34" charset="0"/>
                        </a:defRPr>
                      </a:lvl2pPr>
                      <a:lvl3pPr>
                        <a:spcBef>
                          <a:spcPct val="20000"/>
                        </a:spcBef>
                        <a:buClr>
                          <a:srgbClr val="66CC00"/>
                        </a:buClr>
                        <a:buSzPct val="70000"/>
                        <a:buFont typeface="Wingdings" panose="05000000000000000000" pitchFamily="2" charset="2"/>
                        <a:defRPr sz="2000">
                          <a:solidFill>
                            <a:schemeClr val="tx1"/>
                          </a:solidFill>
                          <a:latin typeface="Tahoma" panose="020B0604030504040204" pitchFamily="34" charset="0"/>
                        </a:defRPr>
                      </a:lvl3pPr>
                      <a:lvl4pPr>
                        <a:spcBef>
                          <a:spcPct val="20000"/>
                        </a:spcBef>
                        <a:buSzPct val="70000"/>
                        <a:buFont typeface="Wingdings" panose="05000000000000000000" pitchFamily="2" charset="2"/>
                        <a:defRPr>
                          <a:solidFill>
                            <a:schemeClr val="tx1"/>
                          </a:solidFill>
                          <a:latin typeface="Tahoma" panose="020B0604030504040204" pitchFamily="34" charset="0"/>
                        </a:defRPr>
                      </a:lvl4pPr>
                      <a:lvl5pPr>
                        <a:spcBef>
                          <a:spcPct val="20000"/>
                        </a:spcBef>
                        <a:buFont typeface="Arial" panose="020B0604020202020204" pitchFamily="34" charset="0"/>
                        <a:defRPr>
                          <a:solidFill>
                            <a:schemeClr val="tx1"/>
                          </a:solidFill>
                          <a:latin typeface="Tahoma" panose="020B0604030504040204" pitchFamily="34" charset="0"/>
                        </a:defRPr>
                      </a:lvl5pPr>
                      <a:lvl6pPr fontAlgn="base">
                        <a:spcBef>
                          <a:spcPct val="20000"/>
                        </a:spcBef>
                        <a:spcAft>
                          <a:spcPct val="0"/>
                        </a:spcAft>
                        <a:buFont typeface="Arial" panose="020B0604020202020204" pitchFamily="34" charset="0"/>
                        <a:defRPr>
                          <a:solidFill>
                            <a:schemeClr val="tx1"/>
                          </a:solidFill>
                          <a:latin typeface="Tahoma" panose="020B0604030504040204" pitchFamily="34" charset="0"/>
                        </a:defRPr>
                      </a:lvl6pPr>
                      <a:lvl7pPr fontAlgn="base">
                        <a:spcBef>
                          <a:spcPct val="20000"/>
                        </a:spcBef>
                        <a:spcAft>
                          <a:spcPct val="0"/>
                        </a:spcAft>
                        <a:buFont typeface="Arial" panose="020B0604020202020204" pitchFamily="34" charset="0"/>
                        <a:defRPr>
                          <a:solidFill>
                            <a:schemeClr val="tx1"/>
                          </a:solidFill>
                          <a:latin typeface="Tahoma" panose="020B0604030504040204" pitchFamily="34" charset="0"/>
                        </a:defRPr>
                      </a:lvl7pPr>
                      <a:lvl8pPr fontAlgn="base">
                        <a:spcBef>
                          <a:spcPct val="20000"/>
                        </a:spcBef>
                        <a:spcAft>
                          <a:spcPct val="0"/>
                        </a:spcAft>
                        <a:buFont typeface="Arial" panose="020B0604020202020204" pitchFamily="34" charset="0"/>
                        <a:defRPr>
                          <a:solidFill>
                            <a:schemeClr val="tx1"/>
                          </a:solidFill>
                          <a:latin typeface="Tahoma" panose="020B0604030504040204" pitchFamily="34" charset="0"/>
                        </a:defRPr>
                      </a:lvl8pPr>
                      <a:lvl9pPr fontAlgn="base">
                        <a:spcBef>
                          <a:spcPct val="20000"/>
                        </a:spcBef>
                        <a:spcAft>
                          <a:spcPct val="0"/>
                        </a:spcAft>
                        <a:buFont typeface="Arial" panose="020B0604020202020204" pitchFamily="34" charset="0"/>
                        <a:defRPr>
                          <a:solidFill>
                            <a:schemeClr val="tx1"/>
                          </a:solidFill>
                          <a:latin typeface="Tahoma" panose="020B0604030504040204" pitchFamily="34" charset="0"/>
                        </a:defRPr>
                      </a:lvl9pPr>
                    </a:lstStyle>
                    <a:p>
                      <a:pPr marL="0" marR="0" lvl="0" indent="0" algn="l"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tabLst/>
                      </a:pPr>
                      <a:r>
                        <a:rPr kumimoji="0" lang="en-US" sz="1600" b="0" i="0" u="none" strike="noStrike" cap="none" normalizeH="0" baseline="0" noProof="0" dirty="0">
                          <a:ln>
                            <a:noFill/>
                          </a:ln>
                          <a:solidFill>
                            <a:schemeClr val="tx1"/>
                          </a:solidFill>
                          <a:effectLst/>
                          <a:latin typeface="Tahoma" panose="020B0604030504040204" pitchFamily="34" charset="0"/>
                        </a:rPr>
                        <a:t>contact@kathara.org</a:t>
                      </a:r>
                    </a:p>
                  </a:txBody>
                  <a:tcPr marL="90000" marR="90000" marT="46769" marB="46769"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41188">
                <a:tc>
                  <a:txBody>
                    <a:bodyPr/>
                    <a:lstStyle>
                      <a:lvl1pPr>
                        <a:spcBef>
                          <a:spcPct val="20000"/>
                        </a:spcBef>
                        <a:buClr>
                          <a:schemeClr val="tx2"/>
                        </a:buClr>
                        <a:buSzPct val="70000"/>
                        <a:buFont typeface="Wingdings" panose="05000000000000000000" pitchFamily="2" charset="2"/>
                        <a:defRPr sz="2800">
                          <a:solidFill>
                            <a:schemeClr val="tx1"/>
                          </a:solidFill>
                          <a:latin typeface="Tahoma" panose="020B0604030504040204" pitchFamily="34" charset="0"/>
                        </a:defRPr>
                      </a:lvl1pPr>
                      <a:lvl2pPr>
                        <a:spcBef>
                          <a:spcPct val="20000"/>
                        </a:spcBef>
                        <a:buClr>
                          <a:schemeClr val="accent1"/>
                        </a:buClr>
                        <a:buSzPct val="70000"/>
                        <a:buFont typeface="Wingdings" panose="05000000000000000000" pitchFamily="2" charset="2"/>
                        <a:defRPr sz="2400">
                          <a:solidFill>
                            <a:schemeClr val="tx1"/>
                          </a:solidFill>
                          <a:latin typeface="Tahoma" panose="020B0604030504040204" pitchFamily="34" charset="0"/>
                        </a:defRPr>
                      </a:lvl2pPr>
                      <a:lvl3pPr>
                        <a:spcBef>
                          <a:spcPct val="20000"/>
                        </a:spcBef>
                        <a:buClr>
                          <a:srgbClr val="66CC00"/>
                        </a:buClr>
                        <a:buSzPct val="70000"/>
                        <a:buFont typeface="Wingdings" panose="05000000000000000000" pitchFamily="2" charset="2"/>
                        <a:defRPr sz="2000">
                          <a:solidFill>
                            <a:schemeClr val="tx1"/>
                          </a:solidFill>
                          <a:latin typeface="Tahoma" panose="020B0604030504040204" pitchFamily="34" charset="0"/>
                        </a:defRPr>
                      </a:lvl3pPr>
                      <a:lvl4pPr>
                        <a:spcBef>
                          <a:spcPct val="20000"/>
                        </a:spcBef>
                        <a:buSzPct val="70000"/>
                        <a:buFont typeface="Wingdings" panose="05000000000000000000" pitchFamily="2" charset="2"/>
                        <a:defRPr>
                          <a:solidFill>
                            <a:schemeClr val="tx1"/>
                          </a:solidFill>
                          <a:latin typeface="Tahoma" panose="020B0604030504040204" pitchFamily="34" charset="0"/>
                        </a:defRPr>
                      </a:lvl4pPr>
                      <a:lvl5pPr>
                        <a:spcBef>
                          <a:spcPct val="20000"/>
                        </a:spcBef>
                        <a:buFont typeface="Arial" panose="020B0604020202020204" pitchFamily="34" charset="0"/>
                        <a:defRPr>
                          <a:solidFill>
                            <a:schemeClr val="tx1"/>
                          </a:solidFill>
                          <a:latin typeface="Tahoma" panose="020B0604030504040204" pitchFamily="34" charset="0"/>
                        </a:defRPr>
                      </a:lvl5pPr>
                      <a:lvl6pPr fontAlgn="base">
                        <a:spcBef>
                          <a:spcPct val="20000"/>
                        </a:spcBef>
                        <a:spcAft>
                          <a:spcPct val="0"/>
                        </a:spcAft>
                        <a:buFont typeface="Arial" panose="020B0604020202020204" pitchFamily="34" charset="0"/>
                        <a:defRPr>
                          <a:solidFill>
                            <a:schemeClr val="tx1"/>
                          </a:solidFill>
                          <a:latin typeface="Tahoma" panose="020B0604030504040204" pitchFamily="34" charset="0"/>
                        </a:defRPr>
                      </a:lvl6pPr>
                      <a:lvl7pPr fontAlgn="base">
                        <a:spcBef>
                          <a:spcPct val="20000"/>
                        </a:spcBef>
                        <a:spcAft>
                          <a:spcPct val="0"/>
                        </a:spcAft>
                        <a:buFont typeface="Arial" panose="020B0604020202020204" pitchFamily="34" charset="0"/>
                        <a:defRPr>
                          <a:solidFill>
                            <a:schemeClr val="tx1"/>
                          </a:solidFill>
                          <a:latin typeface="Tahoma" panose="020B0604030504040204" pitchFamily="34" charset="0"/>
                        </a:defRPr>
                      </a:lvl7pPr>
                      <a:lvl8pPr fontAlgn="base">
                        <a:spcBef>
                          <a:spcPct val="20000"/>
                        </a:spcBef>
                        <a:spcAft>
                          <a:spcPct val="0"/>
                        </a:spcAft>
                        <a:buFont typeface="Arial" panose="020B0604020202020204" pitchFamily="34" charset="0"/>
                        <a:defRPr>
                          <a:solidFill>
                            <a:schemeClr val="tx1"/>
                          </a:solidFill>
                          <a:latin typeface="Tahoma" panose="020B0604030504040204" pitchFamily="34" charset="0"/>
                        </a:defRPr>
                      </a:lvl8pPr>
                      <a:lvl9pPr fontAlgn="base">
                        <a:spcBef>
                          <a:spcPct val="20000"/>
                        </a:spcBef>
                        <a:spcAft>
                          <a:spcPct val="0"/>
                        </a:spcAft>
                        <a:buFont typeface="Arial" panose="020B0604020202020204" pitchFamily="34" charset="0"/>
                        <a:defRPr>
                          <a:solidFill>
                            <a:schemeClr val="tx1"/>
                          </a:solidFill>
                          <a:latin typeface="Tahoma" panose="020B0604030504040204" pitchFamily="34" charset="0"/>
                        </a:defRPr>
                      </a:lvl9pPr>
                    </a:lstStyle>
                    <a:p>
                      <a:pPr marL="0" marR="0" lvl="0" indent="0" algn="l"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tabLst/>
                      </a:pPr>
                      <a:r>
                        <a:rPr kumimoji="0" lang="en-US" sz="1600" b="1" i="0" u="none" strike="noStrike" cap="none" normalizeH="0" baseline="0" noProof="0" dirty="0">
                          <a:ln>
                            <a:noFill/>
                          </a:ln>
                          <a:solidFill>
                            <a:schemeClr val="tx1"/>
                          </a:solidFill>
                          <a:effectLst/>
                          <a:latin typeface="Tahoma" panose="020B0604030504040204" pitchFamily="34" charset="0"/>
                        </a:rPr>
                        <a:t>Web</a:t>
                      </a:r>
                    </a:p>
                  </a:txBody>
                  <a:tcPr marL="90000" marR="90000" marT="46769" marB="46769"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SzPct val="70000"/>
                        <a:buFont typeface="Wingdings" panose="05000000000000000000" pitchFamily="2" charset="2"/>
                        <a:defRPr sz="2800">
                          <a:solidFill>
                            <a:schemeClr val="tx1"/>
                          </a:solidFill>
                          <a:latin typeface="Tahoma" panose="020B0604030504040204" pitchFamily="34" charset="0"/>
                        </a:defRPr>
                      </a:lvl1pPr>
                      <a:lvl2pPr>
                        <a:spcBef>
                          <a:spcPct val="20000"/>
                        </a:spcBef>
                        <a:buClr>
                          <a:schemeClr val="accent1"/>
                        </a:buClr>
                        <a:buSzPct val="70000"/>
                        <a:buFont typeface="Wingdings" panose="05000000000000000000" pitchFamily="2" charset="2"/>
                        <a:defRPr sz="2400">
                          <a:solidFill>
                            <a:schemeClr val="tx1"/>
                          </a:solidFill>
                          <a:latin typeface="Tahoma" panose="020B0604030504040204" pitchFamily="34" charset="0"/>
                        </a:defRPr>
                      </a:lvl2pPr>
                      <a:lvl3pPr>
                        <a:spcBef>
                          <a:spcPct val="20000"/>
                        </a:spcBef>
                        <a:buClr>
                          <a:srgbClr val="66CC00"/>
                        </a:buClr>
                        <a:buSzPct val="70000"/>
                        <a:buFont typeface="Wingdings" panose="05000000000000000000" pitchFamily="2" charset="2"/>
                        <a:defRPr sz="2000">
                          <a:solidFill>
                            <a:schemeClr val="tx1"/>
                          </a:solidFill>
                          <a:latin typeface="Tahoma" panose="020B0604030504040204" pitchFamily="34" charset="0"/>
                        </a:defRPr>
                      </a:lvl3pPr>
                      <a:lvl4pPr>
                        <a:spcBef>
                          <a:spcPct val="20000"/>
                        </a:spcBef>
                        <a:buSzPct val="70000"/>
                        <a:buFont typeface="Wingdings" panose="05000000000000000000" pitchFamily="2" charset="2"/>
                        <a:defRPr>
                          <a:solidFill>
                            <a:schemeClr val="tx1"/>
                          </a:solidFill>
                          <a:latin typeface="Tahoma" panose="020B0604030504040204" pitchFamily="34" charset="0"/>
                        </a:defRPr>
                      </a:lvl4pPr>
                      <a:lvl5pPr>
                        <a:spcBef>
                          <a:spcPct val="20000"/>
                        </a:spcBef>
                        <a:buFont typeface="Arial" panose="020B0604020202020204" pitchFamily="34" charset="0"/>
                        <a:defRPr>
                          <a:solidFill>
                            <a:schemeClr val="tx1"/>
                          </a:solidFill>
                          <a:latin typeface="Tahoma" panose="020B0604030504040204" pitchFamily="34" charset="0"/>
                        </a:defRPr>
                      </a:lvl5pPr>
                      <a:lvl6pPr fontAlgn="base">
                        <a:spcBef>
                          <a:spcPct val="20000"/>
                        </a:spcBef>
                        <a:spcAft>
                          <a:spcPct val="0"/>
                        </a:spcAft>
                        <a:buFont typeface="Arial" panose="020B0604020202020204" pitchFamily="34" charset="0"/>
                        <a:defRPr>
                          <a:solidFill>
                            <a:schemeClr val="tx1"/>
                          </a:solidFill>
                          <a:latin typeface="Tahoma" panose="020B0604030504040204" pitchFamily="34" charset="0"/>
                        </a:defRPr>
                      </a:lvl6pPr>
                      <a:lvl7pPr fontAlgn="base">
                        <a:spcBef>
                          <a:spcPct val="20000"/>
                        </a:spcBef>
                        <a:spcAft>
                          <a:spcPct val="0"/>
                        </a:spcAft>
                        <a:buFont typeface="Arial" panose="020B0604020202020204" pitchFamily="34" charset="0"/>
                        <a:defRPr>
                          <a:solidFill>
                            <a:schemeClr val="tx1"/>
                          </a:solidFill>
                          <a:latin typeface="Tahoma" panose="020B0604030504040204" pitchFamily="34" charset="0"/>
                        </a:defRPr>
                      </a:lvl7pPr>
                      <a:lvl8pPr fontAlgn="base">
                        <a:spcBef>
                          <a:spcPct val="20000"/>
                        </a:spcBef>
                        <a:spcAft>
                          <a:spcPct val="0"/>
                        </a:spcAft>
                        <a:buFont typeface="Arial" panose="020B0604020202020204" pitchFamily="34" charset="0"/>
                        <a:defRPr>
                          <a:solidFill>
                            <a:schemeClr val="tx1"/>
                          </a:solidFill>
                          <a:latin typeface="Tahoma" panose="020B0604030504040204" pitchFamily="34" charset="0"/>
                        </a:defRPr>
                      </a:lvl8pPr>
                      <a:lvl9pPr fontAlgn="base">
                        <a:spcBef>
                          <a:spcPct val="20000"/>
                        </a:spcBef>
                        <a:spcAft>
                          <a:spcPct val="0"/>
                        </a:spcAft>
                        <a:buFont typeface="Arial" panose="020B0604020202020204" pitchFamily="34" charset="0"/>
                        <a:defRPr>
                          <a:solidFill>
                            <a:schemeClr val="tx1"/>
                          </a:solidFill>
                          <a:latin typeface="Tahoma" panose="020B0604030504040204" pitchFamily="34" charset="0"/>
                        </a:defRPr>
                      </a:lvl9pPr>
                    </a:lstStyle>
                    <a:p>
                      <a:pPr marL="0" marR="0" lvl="0" indent="0" algn="l"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tabLst/>
                      </a:pPr>
                      <a:r>
                        <a:rPr kumimoji="0" lang="en-US" sz="1600" b="0" i="0" u="none" strike="noStrike" cap="none" normalizeH="0" baseline="0" noProof="0" dirty="0">
                          <a:ln>
                            <a:noFill/>
                          </a:ln>
                          <a:solidFill>
                            <a:schemeClr val="tx1"/>
                          </a:solidFill>
                          <a:effectLst/>
                          <a:latin typeface="Tahoma" panose="020B0604030504040204" pitchFamily="34" charset="0"/>
                        </a:rPr>
                        <a:t>http://www.kathara.org/</a:t>
                      </a:r>
                    </a:p>
                  </a:txBody>
                  <a:tcPr marL="90000" marR="90000" marT="46769" marB="46769"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836488">
                <a:tc>
                  <a:txBody>
                    <a:bodyPr/>
                    <a:lstStyle>
                      <a:lvl1pPr>
                        <a:spcBef>
                          <a:spcPct val="20000"/>
                        </a:spcBef>
                        <a:buClr>
                          <a:schemeClr val="tx2"/>
                        </a:buClr>
                        <a:buSzPct val="70000"/>
                        <a:buFont typeface="Wingdings" panose="05000000000000000000" pitchFamily="2" charset="2"/>
                        <a:defRPr sz="2800">
                          <a:solidFill>
                            <a:schemeClr val="tx1"/>
                          </a:solidFill>
                          <a:latin typeface="Tahoma" panose="020B0604030504040204" pitchFamily="34" charset="0"/>
                        </a:defRPr>
                      </a:lvl1pPr>
                      <a:lvl2pPr>
                        <a:spcBef>
                          <a:spcPct val="20000"/>
                        </a:spcBef>
                        <a:buClr>
                          <a:schemeClr val="accent1"/>
                        </a:buClr>
                        <a:buSzPct val="70000"/>
                        <a:buFont typeface="Wingdings" panose="05000000000000000000" pitchFamily="2" charset="2"/>
                        <a:defRPr sz="2400">
                          <a:solidFill>
                            <a:schemeClr val="tx1"/>
                          </a:solidFill>
                          <a:latin typeface="Tahoma" panose="020B0604030504040204" pitchFamily="34" charset="0"/>
                        </a:defRPr>
                      </a:lvl2pPr>
                      <a:lvl3pPr>
                        <a:spcBef>
                          <a:spcPct val="20000"/>
                        </a:spcBef>
                        <a:buClr>
                          <a:srgbClr val="66CC00"/>
                        </a:buClr>
                        <a:buSzPct val="70000"/>
                        <a:buFont typeface="Wingdings" panose="05000000000000000000" pitchFamily="2" charset="2"/>
                        <a:defRPr sz="2000">
                          <a:solidFill>
                            <a:schemeClr val="tx1"/>
                          </a:solidFill>
                          <a:latin typeface="Tahoma" panose="020B0604030504040204" pitchFamily="34" charset="0"/>
                        </a:defRPr>
                      </a:lvl3pPr>
                      <a:lvl4pPr>
                        <a:spcBef>
                          <a:spcPct val="20000"/>
                        </a:spcBef>
                        <a:buSzPct val="70000"/>
                        <a:buFont typeface="Wingdings" panose="05000000000000000000" pitchFamily="2" charset="2"/>
                        <a:defRPr>
                          <a:solidFill>
                            <a:schemeClr val="tx1"/>
                          </a:solidFill>
                          <a:latin typeface="Tahoma" panose="020B0604030504040204" pitchFamily="34" charset="0"/>
                        </a:defRPr>
                      </a:lvl4pPr>
                      <a:lvl5pPr>
                        <a:spcBef>
                          <a:spcPct val="20000"/>
                        </a:spcBef>
                        <a:buFont typeface="Arial" panose="020B0604020202020204" pitchFamily="34" charset="0"/>
                        <a:defRPr>
                          <a:solidFill>
                            <a:schemeClr val="tx1"/>
                          </a:solidFill>
                          <a:latin typeface="Tahoma" panose="020B0604030504040204" pitchFamily="34" charset="0"/>
                        </a:defRPr>
                      </a:lvl5pPr>
                      <a:lvl6pPr fontAlgn="base">
                        <a:spcBef>
                          <a:spcPct val="20000"/>
                        </a:spcBef>
                        <a:spcAft>
                          <a:spcPct val="0"/>
                        </a:spcAft>
                        <a:buFont typeface="Arial" panose="020B0604020202020204" pitchFamily="34" charset="0"/>
                        <a:defRPr>
                          <a:solidFill>
                            <a:schemeClr val="tx1"/>
                          </a:solidFill>
                          <a:latin typeface="Tahoma" panose="020B0604030504040204" pitchFamily="34" charset="0"/>
                        </a:defRPr>
                      </a:lvl6pPr>
                      <a:lvl7pPr fontAlgn="base">
                        <a:spcBef>
                          <a:spcPct val="20000"/>
                        </a:spcBef>
                        <a:spcAft>
                          <a:spcPct val="0"/>
                        </a:spcAft>
                        <a:buFont typeface="Arial" panose="020B0604020202020204" pitchFamily="34" charset="0"/>
                        <a:defRPr>
                          <a:solidFill>
                            <a:schemeClr val="tx1"/>
                          </a:solidFill>
                          <a:latin typeface="Tahoma" panose="020B0604030504040204" pitchFamily="34" charset="0"/>
                        </a:defRPr>
                      </a:lvl7pPr>
                      <a:lvl8pPr fontAlgn="base">
                        <a:spcBef>
                          <a:spcPct val="20000"/>
                        </a:spcBef>
                        <a:spcAft>
                          <a:spcPct val="0"/>
                        </a:spcAft>
                        <a:buFont typeface="Arial" panose="020B0604020202020204" pitchFamily="34" charset="0"/>
                        <a:defRPr>
                          <a:solidFill>
                            <a:schemeClr val="tx1"/>
                          </a:solidFill>
                          <a:latin typeface="Tahoma" panose="020B0604030504040204" pitchFamily="34" charset="0"/>
                        </a:defRPr>
                      </a:lvl8pPr>
                      <a:lvl9pPr fontAlgn="base">
                        <a:spcBef>
                          <a:spcPct val="20000"/>
                        </a:spcBef>
                        <a:spcAft>
                          <a:spcPct val="0"/>
                        </a:spcAft>
                        <a:buFont typeface="Arial" panose="020B0604020202020204" pitchFamily="34" charset="0"/>
                        <a:defRPr>
                          <a:solidFill>
                            <a:schemeClr val="tx1"/>
                          </a:solidFill>
                          <a:latin typeface="Tahoma" panose="020B0604030504040204" pitchFamily="34" charset="0"/>
                        </a:defRPr>
                      </a:lvl9pPr>
                    </a:lstStyle>
                    <a:p>
                      <a:pPr marL="0" marR="0" lvl="0" indent="0" algn="l"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tabLst/>
                      </a:pPr>
                      <a:r>
                        <a:rPr kumimoji="0" lang="en-US" sz="1600" b="1" i="0" u="none" strike="noStrike" cap="none" normalizeH="0" baseline="0" noProof="0" dirty="0">
                          <a:ln>
                            <a:noFill/>
                          </a:ln>
                          <a:solidFill>
                            <a:schemeClr val="tx1"/>
                          </a:solidFill>
                          <a:effectLst/>
                          <a:latin typeface="Tahoma" panose="020B0604030504040204" pitchFamily="34" charset="0"/>
                        </a:rPr>
                        <a:t>Description</a:t>
                      </a:r>
                    </a:p>
                  </a:txBody>
                  <a:tcPr marL="90000" marR="90000" marT="46769" marB="46769"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SzPct val="70000"/>
                        <a:buFont typeface="Wingdings" panose="05000000000000000000" pitchFamily="2" charset="2"/>
                        <a:defRPr sz="2800">
                          <a:solidFill>
                            <a:schemeClr val="tx1"/>
                          </a:solidFill>
                          <a:latin typeface="Tahoma" panose="020B0604030504040204" pitchFamily="34" charset="0"/>
                        </a:defRPr>
                      </a:lvl1pPr>
                      <a:lvl2pPr>
                        <a:spcBef>
                          <a:spcPct val="20000"/>
                        </a:spcBef>
                        <a:buClr>
                          <a:schemeClr val="accent1"/>
                        </a:buClr>
                        <a:buSzPct val="70000"/>
                        <a:buFont typeface="Wingdings" panose="05000000000000000000" pitchFamily="2" charset="2"/>
                        <a:defRPr sz="2400">
                          <a:solidFill>
                            <a:schemeClr val="tx1"/>
                          </a:solidFill>
                          <a:latin typeface="Tahoma" panose="020B0604030504040204" pitchFamily="34" charset="0"/>
                        </a:defRPr>
                      </a:lvl2pPr>
                      <a:lvl3pPr>
                        <a:spcBef>
                          <a:spcPct val="20000"/>
                        </a:spcBef>
                        <a:buClr>
                          <a:srgbClr val="66CC00"/>
                        </a:buClr>
                        <a:buSzPct val="70000"/>
                        <a:buFont typeface="Wingdings" panose="05000000000000000000" pitchFamily="2" charset="2"/>
                        <a:defRPr sz="2000">
                          <a:solidFill>
                            <a:schemeClr val="tx1"/>
                          </a:solidFill>
                          <a:latin typeface="Tahoma" panose="020B0604030504040204" pitchFamily="34" charset="0"/>
                        </a:defRPr>
                      </a:lvl3pPr>
                      <a:lvl4pPr>
                        <a:spcBef>
                          <a:spcPct val="20000"/>
                        </a:spcBef>
                        <a:buSzPct val="70000"/>
                        <a:buFont typeface="Wingdings" panose="05000000000000000000" pitchFamily="2" charset="2"/>
                        <a:defRPr>
                          <a:solidFill>
                            <a:schemeClr val="tx1"/>
                          </a:solidFill>
                          <a:latin typeface="Tahoma" panose="020B0604030504040204" pitchFamily="34" charset="0"/>
                        </a:defRPr>
                      </a:lvl4pPr>
                      <a:lvl5pPr>
                        <a:spcBef>
                          <a:spcPct val="20000"/>
                        </a:spcBef>
                        <a:buFont typeface="Arial" panose="020B0604020202020204" pitchFamily="34" charset="0"/>
                        <a:defRPr>
                          <a:solidFill>
                            <a:schemeClr val="tx1"/>
                          </a:solidFill>
                          <a:latin typeface="Tahoma" panose="020B0604030504040204" pitchFamily="34" charset="0"/>
                        </a:defRPr>
                      </a:lvl5pPr>
                      <a:lvl6pPr fontAlgn="base">
                        <a:spcBef>
                          <a:spcPct val="20000"/>
                        </a:spcBef>
                        <a:spcAft>
                          <a:spcPct val="0"/>
                        </a:spcAft>
                        <a:buFont typeface="Arial" panose="020B0604020202020204" pitchFamily="34" charset="0"/>
                        <a:defRPr>
                          <a:solidFill>
                            <a:schemeClr val="tx1"/>
                          </a:solidFill>
                          <a:latin typeface="Tahoma" panose="020B0604030504040204" pitchFamily="34" charset="0"/>
                        </a:defRPr>
                      </a:lvl6pPr>
                      <a:lvl7pPr fontAlgn="base">
                        <a:spcBef>
                          <a:spcPct val="20000"/>
                        </a:spcBef>
                        <a:spcAft>
                          <a:spcPct val="0"/>
                        </a:spcAft>
                        <a:buFont typeface="Arial" panose="020B0604020202020204" pitchFamily="34" charset="0"/>
                        <a:defRPr>
                          <a:solidFill>
                            <a:schemeClr val="tx1"/>
                          </a:solidFill>
                          <a:latin typeface="Tahoma" panose="020B0604030504040204" pitchFamily="34" charset="0"/>
                        </a:defRPr>
                      </a:lvl7pPr>
                      <a:lvl8pPr fontAlgn="base">
                        <a:spcBef>
                          <a:spcPct val="20000"/>
                        </a:spcBef>
                        <a:spcAft>
                          <a:spcPct val="0"/>
                        </a:spcAft>
                        <a:buFont typeface="Arial" panose="020B0604020202020204" pitchFamily="34" charset="0"/>
                        <a:defRPr>
                          <a:solidFill>
                            <a:schemeClr val="tx1"/>
                          </a:solidFill>
                          <a:latin typeface="Tahoma" panose="020B0604030504040204" pitchFamily="34" charset="0"/>
                        </a:defRPr>
                      </a:lvl8pPr>
                      <a:lvl9pPr fontAlgn="base">
                        <a:spcBef>
                          <a:spcPct val="20000"/>
                        </a:spcBef>
                        <a:spcAft>
                          <a:spcPct val="0"/>
                        </a:spcAft>
                        <a:buFont typeface="Arial" panose="020B0604020202020204" pitchFamily="34" charset="0"/>
                        <a:defRPr>
                          <a:solidFill>
                            <a:schemeClr val="tx1"/>
                          </a:solidFill>
                          <a:latin typeface="Tahoma" panose="020B0604030504040204" pitchFamily="34" charset="0"/>
                        </a:defRPr>
                      </a:lvl9pPr>
                    </a:lstStyle>
                    <a:p>
                      <a:pPr marL="0" marR="0" lvl="0" indent="0" algn="l"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tabLst/>
                      </a:pPr>
                      <a:r>
                        <a:rPr kumimoji="0" lang="en-US" sz="1600" b="0" i="0" u="none" strike="noStrike" cap="none" normalizeH="0" baseline="0" noProof="0" dirty="0">
                          <a:ln>
                            <a:noFill/>
                          </a:ln>
                          <a:solidFill>
                            <a:schemeClr val="tx1"/>
                          </a:solidFill>
                          <a:effectLst/>
                          <a:latin typeface="Tahoma" panose="020B0604030504040204" pitchFamily="34" charset="0"/>
                        </a:rPr>
                        <a:t>basic IPv4 configuration commands, usage of ping and traceroute, </a:t>
                      </a:r>
                      <a:r>
                        <a:rPr kumimoji="0" lang="en-US" sz="1600" b="0" i="0" u="none" strike="noStrike" cap="none" normalizeH="0" baseline="0" noProof="0" dirty="0" err="1">
                          <a:ln>
                            <a:noFill/>
                          </a:ln>
                          <a:solidFill>
                            <a:schemeClr val="tx1"/>
                          </a:solidFill>
                          <a:effectLst/>
                          <a:latin typeface="Tahoma" panose="020B0604030504040204" pitchFamily="34" charset="0"/>
                        </a:rPr>
                        <a:t>arp</a:t>
                      </a:r>
                      <a:r>
                        <a:rPr kumimoji="0" lang="en-US" sz="1600" b="0" i="0" u="none" strike="noStrike" cap="none" normalizeH="0" baseline="0" noProof="0" dirty="0">
                          <a:ln>
                            <a:noFill/>
                          </a:ln>
                          <a:solidFill>
                            <a:schemeClr val="tx1"/>
                          </a:solidFill>
                          <a:effectLst/>
                          <a:latin typeface="Tahoma" panose="020B0604030504040204" pitchFamily="34" charset="0"/>
                        </a:rPr>
                        <a:t> </a:t>
                      </a:r>
                      <a:r>
                        <a:rPr kumimoji="0" lang="en-US" sz="1600" b="0" i="0" u="none" strike="noStrike" cap="none" normalizeH="0" baseline="0" noProof="0" dirty="0" err="1">
                          <a:ln>
                            <a:noFill/>
                          </a:ln>
                          <a:solidFill>
                            <a:schemeClr val="tx1"/>
                          </a:solidFill>
                          <a:effectLst/>
                          <a:latin typeface="Tahoma" panose="020B0604030504040204" pitchFamily="34" charset="0"/>
                        </a:rPr>
                        <a:t>behaviour</a:t>
                      </a:r>
                      <a:endParaRPr kumimoji="0" lang="en-US" sz="1600" b="0" i="0" u="none" strike="noStrike" cap="none" normalizeH="0" baseline="0" noProof="0" dirty="0">
                        <a:ln>
                          <a:noFill/>
                        </a:ln>
                        <a:solidFill>
                          <a:schemeClr val="tx1"/>
                        </a:solidFill>
                        <a:effectLst/>
                        <a:latin typeface="Tahoma" panose="020B0604030504040204" pitchFamily="34" charset="0"/>
                      </a:endParaRPr>
                    </a:p>
                  </a:txBody>
                  <a:tcPr marL="90000" marR="90000" marT="46769" marB="46769"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bl>
          </a:graphicData>
        </a:graphic>
      </p:graphicFrame>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8" name="Rectangle 2">
            <a:extLst>
              <a:ext uri="{FF2B5EF4-FFF2-40B4-BE49-F238E27FC236}">
                <a16:creationId xmlns:a16="http://schemas.microsoft.com/office/drawing/2014/main" id="{BB2C9207-C19E-A6C3-ACEF-536A5819D67B}"/>
              </a:ext>
            </a:extLst>
          </p:cNvPr>
          <p:cNvSpPr>
            <a:spLocks noGrp="1" noChangeArrowheads="1"/>
          </p:cNvSpPr>
          <p:nvPr>
            <p:ph type="title"/>
          </p:nvPr>
        </p:nvSpPr>
        <p:spPr/>
        <p:txBody>
          <a:bodyPr/>
          <a:lstStyle/>
          <a:p>
            <a:pPr eaLnBrk="1" hangingPunct="1"/>
            <a:r>
              <a:rPr lang="en-US" noProof="0" dirty="0"/>
              <a:t>copyright notice</a:t>
            </a:r>
          </a:p>
        </p:txBody>
      </p:sp>
      <p:sp>
        <p:nvSpPr>
          <p:cNvPr id="6149" name="Rectangle 3">
            <a:extLst>
              <a:ext uri="{FF2B5EF4-FFF2-40B4-BE49-F238E27FC236}">
                <a16:creationId xmlns:a16="http://schemas.microsoft.com/office/drawing/2014/main" id="{497B66A6-D1AF-2196-495D-D786D522847C}"/>
              </a:ext>
            </a:extLst>
          </p:cNvPr>
          <p:cNvSpPr>
            <a:spLocks noGrp="1" noChangeArrowheads="1"/>
          </p:cNvSpPr>
          <p:nvPr>
            <p:ph idx="1"/>
          </p:nvPr>
        </p:nvSpPr>
        <p:spPr/>
        <p:txBody>
          <a:bodyPr/>
          <a:lstStyle/>
          <a:p>
            <a:pPr eaLnBrk="1" hangingPunct="1">
              <a:lnSpc>
                <a:spcPct val="80000"/>
              </a:lnSpc>
            </a:pPr>
            <a:r>
              <a:rPr lang="en-US" sz="1800" noProof="0" dirty="0"/>
              <a:t>All the pages/slides in this presentation, including but not limited to, images, photos, animations, videos, sounds, music, and text (hereby referred to as “material”) are protected by copyright.</a:t>
            </a:r>
          </a:p>
          <a:p>
            <a:pPr eaLnBrk="1" hangingPunct="1">
              <a:lnSpc>
                <a:spcPct val="80000"/>
              </a:lnSpc>
            </a:pPr>
            <a:r>
              <a:rPr lang="en-US" sz="1800" noProof="0" dirty="0"/>
              <a:t>This material, with the exception of some multimedia elements licensed by other organizations, is property of the authors and/or organizations appearing in the first slide.</a:t>
            </a:r>
          </a:p>
          <a:p>
            <a:pPr eaLnBrk="1" hangingPunct="1">
              <a:lnSpc>
                <a:spcPct val="80000"/>
              </a:lnSpc>
            </a:pPr>
            <a:r>
              <a:rPr lang="en-US" sz="1800" noProof="0" dirty="0"/>
              <a:t>This material, or its parts, can be reproduced and used for didactical purposes within universities and schools, provided that this happens for non-profit purposes.</a:t>
            </a:r>
          </a:p>
          <a:p>
            <a:pPr eaLnBrk="1" hangingPunct="1">
              <a:lnSpc>
                <a:spcPct val="80000"/>
              </a:lnSpc>
            </a:pPr>
            <a:r>
              <a:rPr lang="en-US" sz="1800" noProof="0" dirty="0"/>
              <a:t>Information contained in this material cannot be used within network design projects or other products of any kind.</a:t>
            </a:r>
          </a:p>
          <a:p>
            <a:pPr eaLnBrk="1" hangingPunct="1">
              <a:lnSpc>
                <a:spcPct val="80000"/>
              </a:lnSpc>
            </a:pPr>
            <a:r>
              <a:rPr lang="en-US" sz="1800" noProof="0" dirty="0"/>
              <a:t>Any other use is prohibited, unless explicitly authorized by the authors on the basis of an explicit agreement.</a:t>
            </a:r>
          </a:p>
          <a:p>
            <a:pPr eaLnBrk="1" hangingPunct="1">
              <a:lnSpc>
                <a:spcPct val="80000"/>
              </a:lnSpc>
            </a:pPr>
            <a:r>
              <a:rPr lang="en-US" sz="1800" noProof="0" dirty="0"/>
              <a:t>The authors assume no responsibility about this material and provide this material “as is”, with no implicit or explicit warranty about the correctness and completeness of its contents, which may be subject to changes.</a:t>
            </a:r>
          </a:p>
          <a:p>
            <a:pPr eaLnBrk="1" hangingPunct="1">
              <a:lnSpc>
                <a:spcPct val="80000"/>
              </a:lnSpc>
            </a:pPr>
            <a:r>
              <a:rPr lang="en-US" sz="1800" noProof="0" dirty="0"/>
              <a:t>This copyright notice must always be redistributed together with the material, or its portions.</a:t>
            </a:r>
          </a:p>
        </p:txBody>
      </p:sp>
      <p:sp>
        <p:nvSpPr>
          <p:cNvPr id="4" name="Segnaposto data 3">
            <a:extLst>
              <a:ext uri="{FF2B5EF4-FFF2-40B4-BE49-F238E27FC236}">
                <a16:creationId xmlns:a16="http://schemas.microsoft.com/office/drawing/2014/main" id="{22EB0DE9-B9FF-F794-0C57-CD532E92170F}"/>
              </a:ext>
            </a:extLst>
          </p:cNvPr>
          <p:cNvSpPr>
            <a:spLocks noGrp="1"/>
          </p:cNvSpPr>
          <p:nvPr>
            <p:ph type="dt" sz="half" idx="10"/>
          </p:nvPr>
        </p:nvSpPr>
        <p:spPr/>
        <p:txBody>
          <a:bodyPr/>
          <a:lstStyle/>
          <a:p>
            <a:pPr>
              <a:defRPr/>
            </a:pPr>
            <a:r>
              <a:rPr lang="en-US" noProof="0"/>
              <a:t>last update: Oct 2026</a:t>
            </a:r>
            <a:endParaRPr lang="en-US" noProof="0" dirty="0"/>
          </a:p>
        </p:txBody>
      </p:sp>
      <p:sp>
        <p:nvSpPr>
          <p:cNvPr id="5" name="Segnaposto piè di pagina 4">
            <a:extLst>
              <a:ext uri="{FF2B5EF4-FFF2-40B4-BE49-F238E27FC236}">
                <a16:creationId xmlns:a16="http://schemas.microsoft.com/office/drawing/2014/main" id="{317BB90C-4606-D484-6FB1-00FD5806DE9D}"/>
              </a:ext>
            </a:extLst>
          </p:cNvPr>
          <p:cNvSpPr>
            <a:spLocks noGrp="1"/>
          </p:cNvSpPr>
          <p:nvPr>
            <p:ph type="ftr" sz="quarter" idx="11"/>
          </p:nvPr>
        </p:nvSpPr>
        <p:spPr/>
        <p:txBody>
          <a:bodyPr/>
          <a:lstStyle/>
          <a:p>
            <a:pPr>
              <a:defRPr/>
            </a:pPr>
            <a:r>
              <a:rPr lang="en-US" noProof="0" dirty="0"/>
              <a:t>kathara – [ lab: basic-ipv4 ]</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7" name="Rectangle 2">
            <a:extLst>
              <a:ext uri="{FF2B5EF4-FFF2-40B4-BE49-F238E27FC236}">
                <a16:creationId xmlns:a16="http://schemas.microsoft.com/office/drawing/2014/main" id="{DBD5E7CA-9C58-48AA-323F-707E13B95CD6}"/>
              </a:ext>
            </a:extLst>
          </p:cNvPr>
          <p:cNvSpPr>
            <a:spLocks noGrp="1" noChangeArrowheads="1"/>
          </p:cNvSpPr>
          <p:nvPr>
            <p:ph type="title"/>
          </p:nvPr>
        </p:nvSpPr>
        <p:spPr/>
        <p:txBody>
          <a:bodyPr/>
          <a:lstStyle/>
          <a:p>
            <a:pPr eaLnBrk="1" hangingPunct="1"/>
            <a:r>
              <a:rPr lang="en-US" noProof="0" dirty="0"/>
              <a:t>content of the lab</a:t>
            </a:r>
            <a:endParaRPr lang="en-US" sz="4000" noProof="0" dirty="0"/>
          </a:p>
        </p:txBody>
      </p:sp>
      <p:sp>
        <p:nvSpPr>
          <p:cNvPr id="8198" name="Rectangle 3">
            <a:extLst>
              <a:ext uri="{FF2B5EF4-FFF2-40B4-BE49-F238E27FC236}">
                <a16:creationId xmlns:a16="http://schemas.microsoft.com/office/drawing/2014/main" id="{DE7CF4D6-80FD-46D2-8790-7B9D18C6C768}"/>
              </a:ext>
            </a:extLst>
          </p:cNvPr>
          <p:cNvSpPr>
            <a:spLocks noGrp="1" noChangeArrowheads="1"/>
          </p:cNvSpPr>
          <p:nvPr>
            <p:ph idx="1"/>
          </p:nvPr>
        </p:nvSpPr>
        <p:spPr/>
        <p:txBody>
          <a:bodyPr>
            <a:normAutofit/>
          </a:bodyPr>
          <a:lstStyle/>
          <a:p>
            <a:pPr eaLnBrk="1" hangingPunct="1">
              <a:lnSpc>
                <a:spcPct val="90000"/>
              </a:lnSpc>
            </a:pPr>
            <a:r>
              <a:rPr lang="en-US" sz="2400" noProof="0" dirty="0"/>
              <a:t>there are two routers, called r1 and r2, and three hosts, called pc1, pc2, and pc3</a:t>
            </a:r>
          </a:p>
          <a:p>
            <a:pPr lvl="1" eaLnBrk="1" hangingPunct="1">
              <a:lnSpc>
                <a:spcPct val="90000"/>
              </a:lnSpc>
            </a:pPr>
            <a:r>
              <a:rPr lang="en-US" sz="2000" noProof="0" dirty="0"/>
              <a:t>they are connected via  three LANs</a:t>
            </a:r>
          </a:p>
          <a:p>
            <a:pPr lvl="1" eaLnBrk="1" hangingPunct="1">
              <a:lnSpc>
                <a:spcPct val="90000"/>
              </a:lnSpc>
            </a:pPr>
            <a:r>
              <a:rPr lang="en-US" sz="2000" noProof="0" dirty="0"/>
              <a:t>we force their MAC addresses to be easily readable</a:t>
            </a:r>
          </a:p>
          <a:p>
            <a:pPr eaLnBrk="1" hangingPunct="1">
              <a:lnSpc>
                <a:spcPct val="90000"/>
              </a:lnSpc>
            </a:pPr>
            <a:r>
              <a:rPr lang="en-US" sz="2400" noProof="0" dirty="0"/>
              <a:t>we will learn how to:</a:t>
            </a:r>
          </a:p>
          <a:p>
            <a:pPr lvl="1" eaLnBrk="1" hangingPunct="1">
              <a:lnSpc>
                <a:spcPct val="90000"/>
              </a:lnSpc>
            </a:pPr>
            <a:r>
              <a:rPr lang="en-US" sz="2000" noProof="0" dirty="0"/>
              <a:t>assign an IPv4 address and a netmask to the interface of a host</a:t>
            </a:r>
          </a:p>
          <a:p>
            <a:pPr lvl="1" eaLnBrk="1" hangingPunct="1">
              <a:lnSpc>
                <a:spcPct val="90000"/>
              </a:lnSpc>
            </a:pPr>
            <a:r>
              <a:rPr lang="en-US" sz="2000" noProof="0" dirty="0"/>
              <a:t>assign a default gateway to the interface of a host</a:t>
            </a:r>
          </a:p>
          <a:p>
            <a:pPr lvl="1" eaLnBrk="1" hangingPunct="1">
              <a:lnSpc>
                <a:spcPct val="90000"/>
              </a:lnSpc>
            </a:pPr>
            <a:r>
              <a:rPr lang="en-US" sz="2000" noProof="0" dirty="0"/>
              <a:t>set the routing table of a router</a:t>
            </a:r>
          </a:p>
          <a:p>
            <a:pPr eaLnBrk="1" hangingPunct="1">
              <a:lnSpc>
                <a:spcPct val="90000"/>
              </a:lnSpc>
            </a:pPr>
            <a:r>
              <a:rPr lang="en-US" sz="2400" noProof="0" dirty="0"/>
              <a:t>we will use the ping  and traceroute commands</a:t>
            </a:r>
          </a:p>
          <a:p>
            <a:pPr eaLnBrk="1" hangingPunct="1">
              <a:lnSpc>
                <a:spcPct val="90000"/>
              </a:lnSpc>
            </a:pPr>
            <a:r>
              <a:rPr lang="en-US" sz="2400" noProof="0" dirty="0"/>
              <a:t>we will observe the behavior of ARP</a:t>
            </a:r>
          </a:p>
          <a:p>
            <a:pPr marL="0" indent="0" eaLnBrk="1" hangingPunct="1">
              <a:lnSpc>
                <a:spcPct val="90000"/>
              </a:lnSpc>
              <a:buNone/>
            </a:pPr>
            <a:endParaRPr lang="en-US" sz="2400" noProof="0" dirty="0"/>
          </a:p>
        </p:txBody>
      </p:sp>
      <p:sp>
        <p:nvSpPr>
          <p:cNvPr id="32" name="Segnaposto data 3">
            <a:extLst>
              <a:ext uri="{FF2B5EF4-FFF2-40B4-BE49-F238E27FC236}">
                <a16:creationId xmlns:a16="http://schemas.microsoft.com/office/drawing/2014/main" id="{2E5D5B4C-22D0-0B2C-A0A5-2C20457B7E43}"/>
              </a:ext>
            </a:extLst>
          </p:cNvPr>
          <p:cNvSpPr>
            <a:spLocks noGrp="1"/>
          </p:cNvSpPr>
          <p:nvPr>
            <p:ph type="dt" sz="half" idx="10"/>
          </p:nvPr>
        </p:nvSpPr>
        <p:spPr/>
        <p:txBody>
          <a:bodyPr/>
          <a:lstStyle/>
          <a:p>
            <a:pPr>
              <a:defRPr/>
            </a:pPr>
            <a:r>
              <a:rPr lang="en-US" noProof="0"/>
              <a:t>last update: Oct 2026</a:t>
            </a:r>
            <a:endParaRPr lang="en-US" noProof="0" dirty="0"/>
          </a:p>
        </p:txBody>
      </p:sp>
      <p:sp>
        <p:nvSpPr>
          <p:cNvPr id="33" name="Segnaposto piè di pagina 4">
            <a:extLst>
              <a:ext uri="{FF2B5EF4-FFF2-40B4-BE49-F238E27FC236}">
                <a16:creationId xmlns:a16="http://schemas.microsoft.com/office/drawing/2014/main" id="{50E58F9C-BA66-9FD2-348D-D8125AD8D638}"/>
              </a:ext>
            </a:extLst>
          </p:cNvPr>
          <p:cNvSpPr>
            <a:spLocks noGrp="1"/>
          </p:cNvSpPr>
          <p:nvPr>
            <p:ph type="ftr" sz="quarter" idx="11"/>
          </p:nvPr>
        </p:nvSpPr>
        <p:spPr/>
        <p:txBody>
          <a:bodyPr/>
          <a:lstStyle/>
          <a:p>
            <a:pPr>
              <a:defRPr/>
            </a:pPr>
            <a:r>
              <a:rPr lang="en-US" noProof="0" dirty="0"/>
              <a:t>kathara – [ lab: basic-ipv4 ]</a:t>
            </a:r>
          </a:p>
        </p:txBody>
      </p:sp>
      <p:sp>
        <p:nvSpPr>
          <p:cNvPr id="8199" name="Rectangle 57">
            <a:extLst>
              <a:ext uri="{FF2B5EF4-FFF2-40B4-BE49-F238E27FC236}">
                <a16:creationId xmlns:a16="http://schemas.microsoft.com/office/drawing/2014/main" id="{97078D1C-067C-00DB-925C-5BF925961B54}"/>
              </a:ext>
            </a:extLst>
          </p:cNvPr>
          <p:cNvSpPr>
            <a:spLocks noChangeArrowheads="1"/>
          </p:cNvSpPr>
          <p:nvPr/>
        </p:nvSpPr>
        <p:spPr bwMode="auto">
          <a:xfrm>
            <a:off x="9332918" y="5"/>
            <a:ext cx="1716087" cy="333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tx2"/>
              </a:buClr>
              <a:buSzPct val="7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eaLnBrk="1" hangingPunct="1">
              <a:lnSpc>
                <a:spcPct val="90000"/>
              </a:lnSpc>
              <a:spcBef>
                <a:spcPct val="0"/>
              </a:spcBef>
              <a:buClrTx/>
              <a:buSzTx/>
              <a:buFontTx/>
              <a:buNone/>
            </a:pPr>
            <a:r>
              <a:rPr lang="en-US" sz="900" noProof="0" dirty="0">
                <a:solidFill>
                  <a:schemeClr val="bg2"/>
                </a:solidFill>
                <a:latin typeface="Arial" panose="020B0604020202020204" pitchFamily="34" charset="0"/>
                <a:cs typeface="Arial" panose="020B0604020202020204" pitchFamily="34" charset="0"/>
              </a:rPr>
              <a:t>© Computer Networks Research Group Roma Tre</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60">
            <a:extLst>
              <a:ext uri="{FF2B5EF4-FFF2-40B4-BE49-F238E27FC236}">
                <a16:creationId xmlns:a16="http://schemas.microsoft.com/office/drawing/2014/main" id="{D52C1193-E72F-9504-F8A2-1C3CD7C9A60A}"/>
              </a:ext>
            </a:extLst>
          </p:cNvPr>
          <p:cNvSpPr>
            <a:spLocks noGrp="1" noChangeArrowheads="1"/>
          </p:cNvSpPr>
          <p:nvPr>
            <p:ph type="title"/>
          </p:nvPr>
        </p:nvSpPr>
        <p:spPr/>
        <p:txBody>
          <a:bodyPr/>
          <a:lstStyle/>
          <a:p>
            <a:pPr eaLnBrk="1" hangingPunct="1"/>
            <a:r>
              <a:rPr lang="en-US" noProof="0" dirty="0"/>
              <a:t>lab configuration</a:t>
            </a:r>
          </a:p>
        </p:txBody>
      </p:sp>
      <p:sp>
        <p:nvSpPr>
          <p:cNvPr id="2" name="Subtitle 1">
            <a:extLst>
              <a:ext uri="{FF2B5EF4-FFF2-40B4-BE49-F238E27FC236}">
                <a16:creationId xmlns:a16="http://schemas.microsoft.com/office/drawing/2014/main" id="{0E8EC977-9CBD-1D4F-3EC0-FBD3CCAC19D5}"/>
              </a:ext>
            </a:extLst>
          </p:cNvPr>
          <p:cNvSpPr>
            <a:spLocks noGrp="1"/>
          </p:cNvSpPr>
          <p:nvPr>
            <p:ph type="subTitle" idx="1"/>
          </p:nvPr>
        </p:nvSpPr>
        <p:spPr/>
        <p:txBody>
          <a:bodyPr/>
          <a:lstStyle/>
          <a:p>
            <a:endParaRPr lang="en-US" noProof="0" dirty="0"/>
          </a:p>
        </p:txBody>
      </p:sp>
      <p:sp>
        <p:nvSpPr>
          <p:cNvPr id="3" name="Segnaposto data 2">
            <a:extLst>
              <a:ext uri="{FF2B5EF4-FFF2-40B4-BE49-F238E27FC236}">
                <a16:creationId xmlns:a16="http://schemas.microsoft.com/office/drawing/2014/main" id="{8702B147-66D9-7E32-FBC6-1FEA9983C900}"/>
              </a:ext>
            </a:extLst>
          </p:cNvPr>
          <p:cNvSpPr>
            <a:spLocks noGrp="1"/>
          </p:cNvSpPr>
          <p:nvPr>
            <p:ph type="dt" sz="half" idx="10"/>
          </p:nvPr>
        </p:nvSpPr>
        <p:spPr/>
        <p:txBody>
          <a:bodyPr/>
          <a:lstStyle/>
          <a:p>
            <a:pPr>
              <a:defRPr/>
            </a:pPr>
            <a:r>
              <a:rPr lang="en-US" noProof="0"/>
              <a:t>last update: Oct 2026</a:t>
            </a:r>
            <a:endParaRPr lang="en-US" noProof="0" dirty="0"/>
          </a:p>
        </p:txBody>
      </p:sp>
      <p:sp>
        <p:nvSpPr>
          <p:cNvPr id="4" name="Segnaposto piè di pagina 3">
            <a:extLst>
              <a:ext uri="{FF2B5EF4-FFF2-40B4-BE49-F238E27FC236}">
                <a16:creationId xmlns:a16="http://schemas.microsoft.com/office/drawing/2014/main" id="{55B20638-857F-CDA0-A7AB-B7FA27D590B4}"/>
              </a:ext>
            </a:extLst>
          </p:cNvPr>
          <p:cNvSpPr>
            <a:spLocks noGrp="1"/>
          </p:cNvSpPr>
          <p:nvPr>
            <p:ph type="ftr" sz="quarter" idx="11"/>
          </p:nvPr>
        </p:nvSpPr>
        <p:spPr/>
        <p:txBody>
          <a:bodyPr/>
          <a:lstStyle/>
          <a:p>
            <a:pPr>
              <a:defRPr/>
            </a:pPr>
            <a:r>
              <a:rPr lang="en-US" noProof="0" dirty="0"/>
              <a:t>kathara – [ lab: basic-ipv4 ]</a:t>
            </a:r>
          </a:p>
        </p:txBody>
      </p:sp>
    </p:spTree>
    <p:extLst>
      <p:ext uri="{BB962C8B-B14F-4D97-AF65-F5344CB8AC3E}">
        <p14:creationId xmlns:p14="http://schemas.microsoft.com/office/powerpoint/2010/main" val="340138906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20" name="Rectangle 145">
            <a:extLst>
              <a:ext uri="{FF2B5EF4-FFF2-40B4-BE49-F238E27FC236}">
                <a16:creationId xmlns:a16="http://schemas.microsoft.com/office/drawing/2014/main" id="{DDBBD3EB-83E1-837C-8FAF-D4E095530AEF}"/>
              </a:ext>
            </a:extLst>
          </p:cNvPr>
          <p:cNvSpPr>
            <a:spLocks noGrp="1" noChangeArrowheads="1"/>
          </p:cNvSpPr>
          <p:nvPr>
            <p:ph type="title"/>
          </p:nvPr>
        </p:nvSpPr>
        <p:spPr/>
        <p:txBody>
          <a:bodyPr/>
          <a:lstStyle/>
          <a:p>
            <a:pPr eaLnBrk="1" hangingPunct="1"/>
            <a:r>
              <a:rPr lang="en-US" noProof="0" dirty="0"/>
              <a:t>network topology – high level view</a:t>
            </a:r>
          </a:p>
        </p:txBody>
      </p:sp>
      <p:sp>
        <p:nvSpPr>
          <p:cNvPr id="20" name="Segnaposto data 2">
            <a:extLst>
              <a:ext uri="{FF2B5EF4-FFF2-40B4-BE49-F238E27FC236}">
                <a16:creationId xmlns:a16="http://schemas.microsoft.com/office/drawing/2014/main" id="{DC6A64BB-0175-E707-376E-08B1179DB402}"/>
              </a:ext>
            </a:extLst>
          </p:cNvPr>
          <p:cNvSpPr>
            <a:spLocks noGrp="1"/>
          </p:cNvSpPr>
          <p:nvPr>
            <p:ph type="dt" sz="half" idx="10"/>
          </p:nvPr>
        </p:nvSpPr>
        <p:spPr/>
        <p:txBody>
          <a:bodyPr/>
          <a:lstStyle/>
          <a:p>
            <a:pPr>
              <a:defRPr/>
            </a:pPr>
            <a:r>
              <a:rPr lang="en-US" noProof="0"/>
              <a:t>last update: Oct 2026</a:t>
            </a:r>
            <a:endParaRPr lang="en-US" noProof="0" dirty="0"/>
          </a:p>
        </p:txBody>
      </p:sp>
      <p:sp>
        <p:nvSpPr>
          <p:cNvPr id="21" name="Segnaposto piè di pagina 3">
            <a:extLst>
              <a:ext uri="{FF2B5EF4-FFF2-40B4-BE49-F238E27FC236}">
                <a16:creationId xmlns:a16="http://schemas.microsoft.com/office/drawing/2014/main" id="{D772AB49-19F4-FF71-BE18-EA691226895A}"/>
              </a:ext>
            </a:extLst>
          </p:cNvPr>
          <p:cNvSpPr>
            <a:spLocks noGrp="1"/>
          </p:cNvSpPr>
          <p:nvPr>
            <p:ph type="ftr" sz="quarter" idx="11"/>
          </p:nvPr>
        </p:nvSpPr>
        <p:spPr/>
        <p:txBody>
          <a:bodyPr/>
          <a:lstStyle/>
          <a:p>
            <a:pPr>
              <a:defRPr/>
            </a:pPr>
            <a:r>
              <a:rPr lang="en-US" noProof="0" dirty="0"/>
              <a:t>kathara – [ lab: basic-ipv4 ]</a:t>
            </a:r>
          </a:p>
        </p:txBody>
      </p:sp>
      <p:sp>
        <p:nvSpPr>
          <p:cNvPr id="9223" name="Rectangle 17">
            <a:extLst>
              <a:ext uri="{FF2B5EF4-FFF2-40B4-BE49-F238E27FC236}">
                <a16:creationId xmlns:a16="http://schemas.microsoft.com/office/drawing/2014/main" id="{4B3708BF-68E7-A204-5290-A58524CE77C7}"/>
              </a:ext>
            </a:extLst>
          </p:cNvPr>
          <p:cNvSpPr>
            <a:spLocks noChangeArrowheads="1"/>
          </p:cNvSpPr>
          <p:nvPr/>
        </p:nvSpPr>
        <p:spPr bwMode="auto">
          <a:xfrm>
            <a:off x="7881945" y="5257801"/>
            <a:ext cx="695325" cy="609600"/>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tx2"/>
              </a:buClr>
              <a:buSzPct val="7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algn="ctr">
              <a:spcBef>
                <a:spcPct val="0"/>
              </a:spcBef>
              <a:buClrTx/>
              <a:buSzTx/>
              <a:buFontTx/>
              <a:buNone/>
            </a:pPr>
            <a:r>
              <a:rPr lang="en-US" sz="2000" b="1" noProof="0" dirty="0"/>
              <a:t>r2</a:t>
            </a:r>
            <a:endParaRPr lang="en-US" sz="2400" noProof="0" dirty="0"/>
          </a:p>
        </p:txBody>
      </p:sp>
      <p:sp>
        <p:nvSpPr>
          <p:cNvPr id="9224" name="Rectangle 123">
            <a:extLst>
              <a:ext uri="{FF2B5EF4-FFF2-40B4-BE49-F238E27FC236}">
                <a16:creationId xmlns:a16="http://schemas.microsoft.com/office/drawing/2014/main" id="{F6A0A16E-B659-66C9-7C80-5574E8C32F91}"/>
              </a:ext>
            </a:extLst>
          </p:cNvPr>
          <p:cNvSpPr>
            <a:spLocks noChangeArrowheads="1"/>
          </p:cNvSpPr>
          <p:nvPr/>
        </p:nvSpPr>
        <p:spPr bwMode="auto">
          <a:xfrm>
            <a:off x="7424745" y="2286001"/>
            <a:ext cx="695325" cy="609600"/>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tx2"/>
              </a:buClr>
              <a:buSzPct val="7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algn="ctr">
              <a:spcBef>
                <a:spcPct val="0"/>
              </a:spcBef>
              <a:buClrTx/>
              <a:buSzTx/>
              <a:buFontTx/>
              <a:buNone/>
            </a:pPr>
            <a:r>
              <a:rPr lang="en-US" sz="2000" b="1" noProof="0" dirty="0"/>
              <a:t>pc2</a:t>
            </a:r>
            <a:endParaRPr lang="en-US" sz="2400" noProof="0" dirty="0"/>
          </a:p>
        </p:txBody>
      </p:sp>
      <p:sp>
        <p:nvSpPr>
          <p:cNvPr id="9225" name="Rectangle 124">
            <a:extLst>
              <a:ext uri="{FF2B5EF4-FFF2-40B4-BE49-F238E27FC236}">
                <a16:creationId xmlns:a16="http://schemas.microsoft.com/office/drawing/2014/main" id="{29310477-F463-FCC0-DE1A-3B0639172AF5}"/>
              </a:ext>
            </a:extLst>
          </p:cNvPr>
          <p:cNvSpPr>
            <a:spLocks noChangeArrowheads="1"/>
          </p:cNvSpPr>
          <p:nvPr/>
        </p:nvSpPr>
        <p:spPr bwMode="auto">
          <a:xfrm>
            <a:off x="9251957" y="2286001"/>
            <a:ext cx="696913" cy="609600"/>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tx2"/>
              </a:buClr>
              <a:buSzPct val="7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algn="ctr">
              <a:spcBef>
                <a:spcPct val="0"/>
              </a:spcBef>
              <a:buClrTx/>
              <a:buSzTx/>
              <a:buFontTx/>
              <a:buNone/>
            </a:pPr>
            <a:r>
              <a:rPr lang="en-US" sz="2000" b="1" noProof="0" dirty="0"/>
              <a:t>pc3</a:t>
            </a:r>
            <a:endParaRPr lang="en-US" sz="2400" noProof="0" dirty="0"/>
          </a:p>
        </p:txBody>
      </p:sp>
      <p:sp>
        <p:nvSpPr>
          <p:cNvPr id="9226" name="Rectangle 125">
            <a:extLst>
              <a:ext uri="{FF2B5EF4-FFF2-40B4-BE49-F238E27FC236}">
                <a16:creationId xmlns:a16="http://schemas.microsoft.com/office/drawing/2014/main" id="{87BF248B-CFBE-3344-4ABA-B744DCFC3FFC}"/>
              </a:ext>
            </a:extLst>
          </p:cNvPr>
          <p:cNvSpPr>
            <a:spLocks noChangeArrowheads="1"/>
          </p:cNvSpPr>
          <p:nvPr/>
        </p:nvSpPr>
        <p:spPr bwMode="auto">
          <a:xfrm>
            <a:off x="3271838" y="2514602"/>
            <a:ext cx="696912" cy="609600"/>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tx2"/>
              </a:buClr>
              <a:buSzPct val="7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algn="ctr">
              <a:spcBef>
                <a:spcPct val="0"/>
              </a:spcBef>
              <a:buClrTx/>
              <a:buSzTx/>
              <a:buFontTx/>
              <a:buNone/>
            </a:pPr>
            <a:r>
              <a:rPr lang="en-US" sz="2000" b="1" noProof="0" dirty="0"/>
              <a:t>pc1</a:t>
            </a:r>
            <a:endParaRPr lang="en-US" sz="2400" noProof="0" dirty="0"/>
          </a:p>
        </p:txBody>
      </p:sp>
      <p:sp>
        <p:nvSpPr>
          <p:cNvPr id="9227" name="Line 127">
            <a:extLst>
              <a:ext uri="{FF2B5EF4-FFF2-40B4-BE49-F238E27FC236}">
                <a16:creationId xmlns:a16="http://schemas.microsoft.com/office/drawing/2014/main" id="{D1BF9110-45DF-4344-66AA-F6908540F3CA}"/>
              </a:ext>
            </a:extLst>
          </p:cNvPr>
          <p:cNvSpPr>
            <a:spLocks noChangeShapeType="1"/>
          </p:cNvSpPr>
          <p:nvPr/>
        </p:nvSpPr>
        <p:spPr bwMode="auto">
          <a:xfrm flipV="1">
            <a:off x="3929063" y="3124202"/>
            <a:ext cx="0" cy="2133600"/>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spAutoFit/>
          </a:bodyPr>
          <a:lstStyle/>
          <a:p>
            <a:endParaRPr lang="en-US" noProof="0" dirty="0"/>
          </a:p>
        </p:txBody>
      </p:sp>
      <p:sp>
        <p:nvSpPr>
          <p:cNvPr id="9228" name="Line 136">
            <a:extLst>
              <a:ext uri="{FF2B5EF4-FFF2-40B4-BE49-F238E27FC236}">
                <a16:creationId xmlns:a16="http://schemas.microsoft.com/office/drawing/2014/main" id="{9EFA41F6-0A14-E23B-1D54-ED15C6656487}"/>
              </a:ext>
            </a:extLst>
          </p:cNvPr>
          <p:cNvSpPr>
            <a:spLocks noChangeShapeType="1"/>
          </p:cNvSpPr>
          <p:nvPr/>
        </p:nvSpPr>
        <p:spPr bwMode="auto">
          <a:xfrm>
            <a:off x="8424863" y="4114802"/>
            <a:ext cx="0" cy="11430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noProof="0" dirty="0"/>
          </a:p>
        </p:txBody>
      </p:sp>
      <p:sp>
        <p:nvSpPr>
          <p:cNvPr id="9229" name="Line 137">
            <a:extLst>
              <a:ext uri="{FF2B5EF4-FFF2-40B4-BE49-F238E27FC236}">
                <a16:creationId xmlns:a16="http://schemas.microsoft.com/office/drawing/2014/main" id="{9154A1B7-D2E0-1C23-8E37-28788FF152BB}"/>
              </a:ext>
            </a:extLst>
          </p:cNvPr>
          <p:cNvSpPr>
            <a:spLocks noChangeShapeType="1"/>
          </p:cNvSpPr>
          <p:nvPr/>
        </p:nvSpPr>
        <p:spPr bwMode="auto">
          <a:xfrm flipH="1">
            <a:off x="4211645" y="5562600"/>
            <a:ext cx="3679825"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noProof="0" dirty="0"/>
          </a:p>
        </p:txBody>
      </p:sp>
      <p:sp>
        <p:nvSpPr>
          <p:cNvPr id="9230" name="Line 138">
            <a:extLst>
              <a:ext uri="{FF2B5EF4-FFF2-40B4-BE49-F238E27FC236}">
                <a16:creationId xmlns:a16="http://schemas.microsoft.com/office/drawing/2014/main" id="{5D55B538-3301-64D2-21FB-DE224AFBE404}"/>
              </a:ext>
            </a:extLst>
          </p:cNvPr>
          <p:cNvSpPr>
            <a:spLocks noChangeShapeType="1"/>
          </p:cNvSpPr>
          <p:nvPr/>
        </p:nvSpPr>
        <p:spPr bwMode="auto">
          <a:xfrm>
            <a:off x="3929063" y="4114802"/>
            <a:ext cx="0" cy="11430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noProof="0" dirty="0"/>
          </a:p>
        </p:txBody>
      </p:sp>
      <p:sp>
        <p:nvSpPr>
          <p:cNvPr id="9231" name="Line 139">
            <a:extLst>
              <a:ext uri="{FF2B5EF4-FFF2-40B4-BE49-F238E27FC236}">
                <a16:creationId xmlns:a16="http://schemas.microsoft.com/office/drawing/2014/main" id="{E03282CD-92B7-2240-498A-7D343939F48D}"/>
              </a:ext>
            </a:extLst>
          </p:cNvPr>
          <p:cNvSpPr>
            <a:spLocks noChangeShapeType="1"/>
          </p:cNvSpPr>
          <p:nvPr/>
        </p:nvSpPr>
        <p:spPr bwMode="auto">
          <a:xfrm flipH="1">
            <a:off x="3167063" y="4114800"/>
            <a:ext cx="1295400"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noProof="0" dirty="0"/>
          </a:p>
        </p:txBody>
      </p:sp>
      <p:sp>
        <p:nvSpPr>
          <p:cNvPr id="9232" name="Line 140">
            <a:extLst>
              <a:ext uri="{FF2B5EF4-FFF2-40B4-BE49-F238E27FC236}">
                <a16:creationId xmlns:a16="http://schemas.microsoft.com/office/drawing/2014/main" id="{BFA3C85C-AAAB-7DF0-9D5D-E386E975620D}"/>
              </a:ext>
            </a:extLst>
          </p:cNvPr>
          <p:cNvSpPr>
            <a:spLocks noChangeShapeType="1"/>
          </p:cNvSpPr>
          <p:nvPr/>
        </p:nvSpPr>
        <p:spPr bwMode="auto">
          <a:xfrm flipH="1">
            <a:off x="7358063" y="4114800"/>
            <a:ext cx="2819400"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noProof="0" dirty="0"/>
          </a:p>
        </p:txBody>
      </p:sp>
      <p:sp>
        <p:nvSpPr>
          <p:cNvPr id="9233" name="Line 141">
            <a:extLst>
              <a:ext uri="{FF2B5EF4-FFF2-40B4-BE49-F238E27FC236}">
                <a16:creationId xmlns:a16="http://schemas.microsoft.com/office/drawing/2014/main" id="{DEFC0B06-B909-AF9D-3BFB-FAB18BC1E655}"/>
              </a:ext>
            </a:extLst>
          </p:cNvPr>
          <p:cNvSpPr>
            <a:spLocks noChangeShapeType="1"/>
          </p:cNvSpPr>
          <p:nvPr/>
        </p:nvSpPr>
        <p:spPr bwMode="auto">
          <a:xfrm>
            <a:off x="3548063" y="3124200"/>
            <a:ext cx="0" cy="9906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noProof="0" dirty="0"/>
          </a:p>
        </p:txBody>
      </p:sp>
      <p:sp>
        <p:nvSpPr>
          <p:cNvPr id="9234" name="Line 142">
            <a:extLst>
              <a:ext uri="{FF2B5EF4-FFF2-40B4-BE49-F238E27FC236}">
                <a16:creationId xmlns:a16="http://schemas.microsoft.com/office/drawing/2014/main" id="{9F657CCA-7BD5-3182-0B67-7D204B9B9F20}"/>
              </a:ext>
            </a:extLst>
          </p:cNvPr>
          <p:cNvSpPr>
            <a:spLocks noChangeShapeType="1"/>
          </p:cNvSpPr>
          <p:nvPr/>
        </p:nvSpPr>
        <p:spPr bwMode="auto">
          <a:xfrm>
            <a:off x="7816850" y="2895600"/>
            <a:ext cx="0" cy="12192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noProof="0" dirty="0"/>
          </a:p>
        </p:txBody>
      </p:sp>
      <p:sp>
        <p:nvSpPr>
          <p:cNvPr id="9235" name="Line 143">
            <a:extLst>
              <a:ext uri="{FF2B5EF4-FFF2-40B4-BE49-F238E27FC236}">
                <a16:creationId xmlns:a16="http://schemas.microsoft.com/office/drawing/2014/main" id="{8D98DACB-948C-97B4-F7AA-B207FEC15E9A}"/>
              </a:ext>
            </a:extLst>
          </p:cNvPr>
          <p:cNvSpPr>
            <a:spLocks noChangeShapeType="1"/>
          </p:cNvSpPr>
          <p:nvPr/>
        </p:nvSpPr>
        <p:spPr bwMode="auto">
          <a:xfrm>
            <a:off x="9644063" y="2895600"/>
            <a:ext cx="0" cy="12192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noProof="0" dirty="0"/>
          </a:p>
        </p:txBody>
      </p:sp>
      <p:sp>
        <p:nvSpPr>
          <p:cNvPr id="9237" name="Rectangle 15">
            <a:extLst>
              <a:ext uri="{FF2B5EF4-FFF2-40B4-BE49-F238E27FC236}">
                <a16:creationId xmlns:a16="http://schemas.microsoft.com/office/drawing/2014/main" id="{7B9E2F5C-AEB4-0356-212C-5AA8C7862590}"/>
              </a:ext>
            </a:extLst>
          </p:cNvPr>
          <p:cNvSpPr>
            <a:spLocks noChangeArrowheads="1"/>
          </p:cNvSpPr>
          <p:nvPr/>
        </p:nvSpPr>
        <p:spPr bwMode="auto">
          <a:xfrm>
            <a:off x="3602044" y="5257801"/>
            <a:ext cx="674687" cy="609600"/>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tx2"/>
              </a:buClr>
              <a:buSzPct val="7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algn="ctr">
              <a:spcBef>
                <a:spcPct val="0"/>
              </a:spcBef>
              <a:buClrTx/>
              <a:buSzTx/>
              <a:buFontTx/>
              <a:buNone/>
            </a:pPr>
            <a:r>
              <a:rPr lang="en-US" sz="2000" b="1" noProof="0" dirty="0"/>
              <a:t>r1</a:t>
            </a:r>
            <a:endParaRPr lang="en-US" sz="2400" noProof="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8" name="Rectangle 119">
            <a:extLst>
              <a:ext uri="{FF2B5EF4-FFF2-40B4-BE49-F238E27FC236}">
                <a16:creationId xmlns:a16="http://schemas.microsoft.com/office/drawing/2014/main" id="{E75647D9-93B8-A3DD-1380-212904B4C8D7}"/>
              </a:ext>
            </a:extLst>
          </p:cNvPr>
          <p:cNvSpPr>
            <a:spLocks noGrp="1" noChangeArrowheads="1"/>
          </p:cNvSpPr>
          <p:nvPr>
            <p:ph type="title"/>
          </p:nvPr>
        </p:nvSpPr>
        <p:spPr/>
        <p:txBody>
          <a:bodyPr/>
          <a:lstStyle/>
          <a:p>
            <a:pPr eaLnBrk="1" hangingPunct="1"/>
            <a:r>
              <a:rPr lang="en-US" noProof="0" dirty="0"/>
              <a:t>network topology – MAC addresses</a:t>
            </a:r>
          </a:p>
        </p:txBody>
      </p:sp>
      <p:sp>
        <p:nvSpPr>
          <p:cNvPr id="43" name="Segnaposto data 2">
            <a:extLst>
              <a:ext uri="{FF2B5EF4-FFF2-40B4-BE49-F238E27FC236}">
                <a16:creationId xmlns:a16="http://schemas.microsoft.com/office/drawing/2014/main" id="{2D7AB25C-9229-6B51-6581-B2FA6A4C1811}"/>
              </a:ext>
            </a:extLst>
          </p:cNvPr>
          <p:cNvSpPr>
            <a:spLocks noGrp="1"/>
          </p:cNvSpPr>
          <p:nvPr>
            <p:ph type="dt" sz="half" idx="10"/>
          </p:nvPr>
        </p:nvSpPr>
        <p:spPr/>
        <p:txBody>
          <a:bodyPr/>
          <a:lstStyle/>
          <a:p>
            <a:pPr>
              <a:defRPr/>
            </a:pPr>
            <a:r>
              <a:rPr lang="en-US" noProof="0"/>
              <a:t>last update: Oct 2026</a:t>
            </a:r>
            <a:endParaRPr lang="en-US" noProof="0" dirty="0"/>
          </a:p>
        </p:txBody>
      </p:sp>
      <p:sp>
        <p:nvSpPr>
          <p:cNvPr id="44" name="Segnaposto piè di pagina 3">
            <a:extLst>
              <a:ext uri="{FF2B5EF4-FFF2-40B4-BE49-F238E27FC236}">
                <a16:creationId xmlns:a16="http://schemas.microsoft.com/office/drawing/2014/main" id="{C29382C5-7445-68FE-8674-D971FD490312}"/>
              </a:ext>
            </a:extLst>
          </p:cNvPr>
          <p:cNvSpPr>
            <a:spLocks noGrp="1"/>
          </p:cNvSpPr>
          <p:nvPr>
            <p:ph type="ftr" sz="quarter" idx="11"/>
          </p:nvPr>
        </p:nvSpPr>
        <p:spPr/>
        <p:txBody>
          <a:bodyPr/>
          <a:lstStyle/>
          <a:p>
            <a:pPr>
              <a:defRPr/>
            </a:pPr>
            <a:r>
              <a:rPr lang="en-US" noProof="0" dirty="0"/>
              <a:t>kathara – [ lab: basic-ipv4 ]</a:t>
            </a:r>
          </a:p>
        </p:txBody>
      </p:sp>
      <p:sp>
        <p:nvSpPr>
          <p:cNvPr id="11269" name="Line 55">
            <a:extLst>
              <a:ext uri="{FF2B5EF4-FFF2-40B4-BE49-F238E27FC236}">
                <a16:creationId xmlns:a16="http://schemas.microsoft.com/office/drawing/2014/main" id="{97F90661-369E-AF7B-5422-81BCB94E541B}"/>
              </a:ext>
            </a:extLst>
          </p:cNvPr>
          <p:cNvSpPr>
            <a:spLocks noChangeShapeType="1"/>
          </p:cNvSpPr>
          <p:nvPr/>
        </p:nvSpPr>
        <p:spPr bwMode="auto">
          <a:xfrm>
            <a:off x="8061325" y="3927481"/>
            <a:ext cx="0" cy="93027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noProof="0" dirty="0"/>
          </a:p>
        </p:txBody>
      </p:sp>
      <p:sp>
        <p:nvSpPr>
          <p:cNvPr id="11270" name="Line 3">
            <a:extLst>
              <a:ext uri="{FF2B5EF4-FFF2-40B4-BE49-F238E27FC236}">
                <a16:creationId xmlns:a16="http://schemas.microsoft.com/office/drawing/2014/main" id="{2D363B62-259F-EEB4-D608-AC0A42C093A8}"/>
              </a:ext>
            </a:extLst>
          </p:cNvPr>
          <p:cNvSpPr>
            <a:spLocks noChangeShapeType="1"/>
          </p:cNvSpPr>
          <p:nvPr/>
        </p:nvSpPr>
        <p:spPr bwMode="auto">
          <a:xfrm flipH="1">
            <a:off x="4327525" y="5391150"/>
            <a:ext cx="3125788"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noProof="0" dirty="0"/>
          </a:p>
        </p:txBody>
      </p:sp>
      <p:sp>
        <p:nvSpPr>
          <p:cNvPr id="11271" name="Text Box 27">
            <a:extLst>
              <a:ext uri="{FF2B5EF4-FFF2-40B4-BE49-F238E27FC236}">
                <a16:creationId xmlns:a16="http://schemas.microsoft.com/office/drawing/2014/main" id="{2E15300B-3CFD-7EC4-3C94-40550E87510B}"/>
              </a:ext>
            </a:extLst>
          </p:cNvPr>
          <p:cNvSpPr txBox="1">
            <a:spLocks noChangeArrowheads="1"/>
          </p:cNvSpPr>
          <p:nvPr/>
        </p:nvSpPr>
        <p:spPr bwMode="auto">
          <a:xfrm>
            <a:off x="4078288" y="3576644"/>
            <a:ext cx="465192"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tx2"/>
              </a:buClr>
              <a:buSzPct val="7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a:spcBef>
                <a:spcPct val="0"/>
              </a:spcBef>
              <a:buClrTx/>
              <a:buSzTx/>
              <a:buFontTx/>
              <a:buNone/>
            </a:pPr>
            <a:r>
              <a:rPr lang="en-US" b="1" noProof="0" dirty="0">
                <a:solidFill>
                  <a:schemeClr val="accent1"/>
                </a:solidFill>
              </a:rPr>
              <a:t>A</a:t>
            </a:r>
            <a:endParaRPr lang="en-US" sz="2000" noProof="0" dirty="0">
              <a:solidFill>
                <a:schemeClr val="accent1"/>
              </a:solidFill>
            </a:endParaRPr>
          </a:p>
        </p:txBody>
      </p:sp>
      <p:sp>
        <p:nvSpPr>
          <p:cNvPr id="11272" name="Line 29">
            <a:extLst>
              <a:ext uri="{FF2B5EF4-FFF2-40B4-BE49-F238E27FC236}">
                <a16:creationId xmlns:a16="http://schemas.microsoft.com/office/drawing/2014/main" id="{A419CEDD-2D5C-6A52-7E8E-B3EA9CE6A5EF}"/>
              </a:ext>
            </a:extLst>
          </p:cNvPr>
          <p:cNvSpPr>
            <a:spLocks noChangeShapeType="1"/>
          </p:cNvSpPr>
          <p:nvPr/>
        </p:nvSpPr>
        <p:spPr bwMode="auto">
          <a:xfrm>
            <a:off x="3565525" y="3927482"/>
            <a:ext cx="0" cy="85407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noProof="0" dirty="0"/>
          </a:p>
        </p:txBody>
      </p:sp>
      <p:sp>
        <p:nvSpPr>
          <p:cNvPr id="11273" name="Rectangle 35">
            <a:extLst>
              <a:ext uri="{FF2B5EF4-FFF2-40B4-BE49-F238E27FC236}">
                <a16:creationId xmlns:a16="http://schemas.microsoft.com/office/drawing/2014/main" id="{A70FBF88-4F82-F32E-4FAE-1DA940C6928F}"/>
              </a:ext>
            </a:extLst>
          </p:cNvPr>
          <p:cNvSpPr>
            <a:spLocks noChangeArrowheads="1"/>
          </p:cNvSpPr>
          <p:nvPr/>
        </p:nvSpPr>
        <p:spPr bwMode="auto">
          <a:xfrm>
            <a:off x="3260726" y="5086350"/>
            <a:ext cx="674688" cy="609600"/>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tx2"/>
              </a:buClr>
              <a:buSzPct val="7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algn="ctr">
              <a:spcBef>
                <a:spcPct val="0"/>
              </a:spcBef>
              <a:buClrTx/>
              <a:buSzTx/>
              <a:buFontTx/>
              <a:buNone/>
            </a:pPr>
            <a:r>
              <a:rPr lang="en-US" sz="2000" b="1" noProof="0" dirty="0"/>
              <a:t>r1</a:t>
            </a:r>
            <a:endParaRPr lang="en-US" sz="2400" noProof="0" dirty="0"/>
          </a:p>
        </p:txBody>
      </p:sp>
      <p:sp>
        <p:nvSpPr>
          <p:cNvPr id="11274" name="Rectangle 39">
            <a:extLst>
              <a:ext uri="{FF2B5EF4-FFF2-40B4-BE49-F238E27FC236}">
                <a16:creationId xmlns:a16="http://schemas.microsoft.com/office/drawing/2014/main" id="{2F39A354-37CD-C0B6-728C-81801AA73F31}"/>
              </a:ext>
            </a:extLst>
          </p:cNvPr>
          <p:cNvSpPr>
            <a:spLocks noChangeArrowheads="1"/>
          </p:cNvSpPr>
          <p:nvPr/>
        </p:nvSpPr>
        <p:spPr bwMode="auto">
          <a:xfrm>
            <a:off x="7758120" y="5086350"/>
            <a:ext cx="695325" cy="609600"/>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tx2"/>
              </a:buClr>
              <a:buSzPct val="7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algn="ctr">
              <a:spcBef>
                <a:spcPct val="0"/>
              </a:spcBef>
              <a:buClrTx/>
              <a:buSzTx/>
              <a:buFontTx/>
              <a:buNone/>
            </a:pPr>
            <a:r>
              <a:rPr lang="en-US" sz="2000" b="1" noProof="0" dirty="0"/>
              <a:t>r2</a:t>
            </a:r>
            <a:endParaRPr lang="en-US" sz="2400" noProof="0" dirty="0"/>
          </a:p>
        </p:txBody>
      </p:sp>
      <p:pic>
        <p:nvPicPr>
          <p:cNvPr id="11275" name="Picture 43" descr="scheda-su">
            <a:extLst>
              <a:ext uri="{FF2B5EF4-FFF2-40B4-BE49-F238E27FC236}">
                <a16:creationId xmlns:a16="http://schemas.microsoft.com/office/drawing/2014/main" id="{5836B4DA-629D-BBF6-7176-12B7FADF6C4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413125" y="4603750"/>
            <a:ext cx="331788" cy="558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276" name="Picture 52" descr="scheda-su">
            <a:extLst>
              <a:ext uri="{FF2B5EF4-FFF2-40B4-BE49-F238E27FC236}">
                <a16:creationId xmlns:a16="http://schemas.microsoft.com/office/drawing/2014/main" id="{7A6BBFEA-0CB1-E490-FBB7-C7A9D9D38EA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908925" y="4629150"/>
            <a:ext cx="331788" cy="558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277" name="Line 68">
            <a:extLst>
              <a:ext uri="{FF2B5EF4-FFF2-40B4-BE49-F238E27FC236}">
                <a16:creationId xmlns:a16="http://schemas.microsoft.com/office/drawing/2014/main" id="{D46AF7D8-7DA3-8A0C-85AE-BACC93DC46A9}"/>
              </a:ext>
            </a:extLst>
          </p:cNvPr>
          <p:cNvSpPr>
            <a:spLocks noChangeShapeType="1"/>
          </p:cNvSpPr>
          <p:nvPr/>
        </p:nvSpPr>
        <p:spPr bwMode="auto">
          <a:xfrm flipH="1">
            <a:off x="2805113" y="3927475"/>
            <a:ext cx="1293812"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noProof="0" dirty="0"/>
          </a:p>
        </p:txBody>
      </p:sp>
      <p:pic>
        <p:nvPicPr>
          <p:cNvPr id="11278" name="Picture 12" descr="scheda-right">
            <a:extLst>
              <a:ext uri="{FF2B5EF4-FFF2-40B4-BE49-F238E27FC236}">
                <a16:creationId xmlns:a16="http://schemas.microsoft.com/office/drawing/2014/main" id="{5919D6AA-7A65-8F0D-F7EB-1E45AD13995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870325" y="5238751"/>
            <a:ext cx="533400" cy="317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279" name="Text Box 75">
            <a:extLst>
              <a:ext uri="{FF2B5EF4-FFF2-40B4-BE49-F238E27FC236}">
                <a16:creationId xmlns:a16="http://schemas.microsoft.com/office/drawing/2014/main" id="{E34FC438-C96F-8F4C-7D71-72234F0D3174}"/>
              </a:ext>
            </a:extLst>
          </p:cNvPr>
          <p:cNvSpPr txBox="1">
            <a:spLocks noChangeArrowheads="1"/>
          </p:cNvSpPr>
          <p:nvPr/>
        </p:nvSpPr>
        <p:spPr bwMode="auto">
          <a:xfrm>
            <a:off x="6561138" y="3622680"/>
            <a:ext cx="458780"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tx2"/>
              </a:buClr>
              <a:buSzPct val="7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a:spcBef>
                <a:spcPct val="0"/>
              </a:spcBef>
              <a:buClrTx/>
              <a:buSzTx/>
              <a:buFontTx/>
              <a:buNone/>
            </a:pPr>
            <a:r>
              <a:rPr lang="en-US" b="1" noProof="0" dirty="0">
                <a:solidFill>
                  <a:schemeClr val="accent1"/>
                </a:solidFill>
              </a:rPr>
              <a:t>C</a:t>
            </a:r>
            <a:endParaRPr lang="en-US" noProof="0" dirty="0">
              <a:solidFill>
                <a:schemeClr val="accent1"/>
              </a:solidFill>
            </a:endParaRPr>
          </a:p>
        </p:txBody>
      </p:sp>
      <p:sp>
        <p:nvSpPr>
          <p:cNvPr id="11280" name="Line 76">
            <a:extLst>
              <a:ext uri="{FF2B5EF4-FFF2-40B4-BE49-F238E27FC236}">
                <a16:creationId xmlns:a16="http://schemas.microsoft.com/office/drawing/2014/main" id="{48738767-10D0-2229-D35F-DE3E7697DC30}"/>
              </a:ext>
            </a:extLst>
          </p:cNvPr>
          <p:cNvSpPr>
            <a:spLocks noChangeShapeType="1"/>
          </p:cNvSpPr>
          <p:nvPr/>
        </p:nvSpPr>
        <p:spPr bwMode="auto">
          <a:xfrm flipH="1">
            <a:off x="6994526" y="3927475"/>
            <a:ext cx="2819400"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noProof="0" dirty="0"/>
          </a:p>
        </p:txBody>
      </p:sp>
      <p:sp>
        <p:nvSpPr>
          <p:cNvPr id="11281" name="Text Box 77">
            <a:extLst>
              <a:ext uri="{FF2B5EF4-FFF2-40B4-BE49-F238E27FC236}">
                <a16:creationId xmlns:a16="http://schemas.microsoft.com/office/drawing/2014/main" id="{0C7515DE-FFD8-E017-B2A6-23A63615DCB2}"/>
              </a:ext>
            </a:extLst>
          </p:cNvPr>
          <p:cNvSpPr txBox="1">
            <a:spLocks noChangeArrowheads="1"/>
          </p:cNvSpPr>
          <p:nvPr/>
        </p:nvSpPr>
        <p:spPr bwMode="auto">
          <a:xfrm>
            <a:off x="5622925" y="4765680"/>
            <a:ext cx="466794"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tx2"/>
              </a:buClr>
              <a:buSzPct val="7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a:spcBef>
                <a:spcPct val="0"/>
              </a:spcBef>
              <a:buClrTx/>
              <a:buSzTx/>
              <a:buFontTx/>
              <a:buNone/>
            </a:pPr>
            <a:r>
              <a:rPr lang="en-US" b="1" noProof="0" dirty="0">
                <a:solidFill>
                  <a:schemeClr val="accent1"/>
                </a:solidFill>
              </a:rPr>
              <a:t>B</a:t>
            </a:r>
            <a:endParaRPr lang="en-US" sz="2000" noProof="0" dirty="0">
              <a:solidFill>
                <a:schemeClr val="accent1"/>
              </a:solidFill>
            </a:endParaRPr>
          </a:p>
        </p:txBody>
      </p:sp>
      <p:pic>
        <p:nvPicPr>
          <p:cNvPr id="11282" name="Picture 90" descr="scheda">
            <a:extLst>
              <a:ext uri="{FF2B5EF4-FFF2-40B4-BE49-F238E27FC236}">
                <a16:creationId xmlns:a16="http://schemas.microsoft.com/office/drawing/2014/main" id="{D6FF521C-4A29-990F-1829-F61342C5ED0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299325" y="5254625"/>
            <a:ext cx="533400" cy="317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283" name="Rectangle 91">
            <a:extLst>
              <a:ext uri="{FF2B5EF4-FFF2-40B4-BE49-F238E27FC236}">
                <a16:creationId xmlns:a16="http://schemas.microsoft.com/office/drawing/2014/main" id="{362E9449-7C46-9712-8694-D48D3DB58DD3}"/>
              </a:ext>
            </a:extLst>
          </p:cNvPr>
          <p:cNvSpPr>
            <a:spLocks noChangeArrowheads="1"/>
          </p:cNvSpPr>
          <p:nvPr/>
        </p:nvSpPr>
        <p:spPr bwMode="auto">
          <a:xfrm>
            <a:off x="2879726" y="2060577"/>
            <a:ext cx="674688" cy="609600"/>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tx2"/>
              </a:buClr>
              <a:buSzPct val="7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algn="ctr">
              <a:spcBef>
                <a:spcPct val="0"/>
              </a:spcBef>
              <a:buClrTx/>
              <a:buSzTx/>
              <a:buFontTx/>
              <a:buNone/>
            </a:pPr>
            <a:r>
              <a:rPr lang="en-US" sz="2000" b="1" noProof="0" dirty="0"/>
              <a:t>pc1</a:t>
            </a:r>
            <a:endParaRPr lang="en-US" sz="2400" noProof="0" dirty="0"/>
          </a:p>
        </p:txBody>
      </p:sp>
      <p:sp>
        <p:nvSpPr>
          <p:cNvPr id="11284" name="Rectangle 92">
            <a:extLst>
              <a:ext uri="{FF2B5EF4-FFF2-40B4-BE49-F238E27FC236}">
                <a16:creationId xmlns:a16="http://schemas.microsoft.com/office/drawing/2014/main" id="{8DABC302-DF34-6B96-C3B4-9CFCD1019D19}"/>
              </a:ext>
            </a:extLst>
          </p:cNvPr>
          <p:cNvSpPr>
            <a:spLocks noChangeArrowheads="1"/>
          </p:cNvSpPr>
          <p:nvPr/>
        </p:nvSpPr>
        <p:spPr bwMode="auto">
          <a:xfrm>
            <a:off x="7146925" y="2098676"/>
            <a:ext cx="674688" cy="609600"/>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tx2"/>
              </a:buClr>
              <a:buSzPct val="7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algn="ctr">
              <a:spcBef>
                <a:spcPct val="0"/>
              </a:spcBef>
              <a:buClrTx/>
              <a:buSzTx/>
              <a:buFontTx/>
              <a:buNone/>
            </a:pPr>
            <a:r>
              <a:rPr lang="en-US" sz="2000" b="1" noProof="0" dirty="0"/>
              <a:t>pc2</a:t>
            </a:r>
            <a:endParaRPr lang="en-US" sz="2400" noProof="0" dirty="0"/>
          </a:p>
        </p:txBody>
      </p:sp>
      <p:pic>
        <p:nvPicPr>
          <p:cNvPr id="11285" name="Picture 93" descr="scheda-giu">
            <a:extLst>
              <a:ext uri="{FF2B5EF4-FFF2-40B4-BE49-F238E27FC236}">
                <a16:creationId xmlns:a16="http://schemas.microsoft.com/office/drawing/2014/main" id="{7A0DB3C8-5CED-9BC1-3E57-679FCB7C9E12}"/>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299325" y="2606675"/>
            <a:ext cx="331788" cy="558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286" name="Picture 94" descr="scheda-giu">
            <a:extLst>
              <a:ext uri="{FF2B5EF4-FFF2-40B4-BE49-F238E27FC236}">
                <a16:creationId xmlns:a16="http://schemas.microsoft.com/office/drawing/2014/main" id="{2E58A6A5-BC63-DB90-4A94-9E5B3E3B4C07}"/>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032125" y="2606675"/>
            <a:ext cx="331788" cy="558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287" name="Line 95">
            <a:extLst>
              <a:ext uri="{FF2B5EF4-FFF2-40B4-BE49-F238E27FC236}">
                <a16:creationId xmlns:a16="http://schemas.microsoft.com/office/drawing/2014/main" id="{926D6859-311B-45AF-59C4-1588CC872168}"/>
              </a:ext>
            </a:extLst>
          </p:cNvPr>
          <p:cNvSpPr>
            <a:spLocks noChangeShapeType="1"/>
          </p:cNvSpPr>
          <p:nvPr/>
        </p:nvSpPr>
        <p:spPr bwMode="auto">
          <a:xfrm>
            <a:off x="3184525" y="3165475"/>
            <a:ext cx="0" cy="7620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noProof="0" dirty="0"/>
          </a:p>
        </p:txBody>
      </p:sp>
      <p:sp>
        <p:nvSpPr>
          <p:cNvPr id="11288" name="Line 96">
            <a:extLst>
              <a:ext uri="{FF2B5EF4-FFF2-40B4-BE49-F238E27FC236}">
                <a16:creationId xmlns:a16="http://schemas.microsoft.com/office/drawing/2014/main" id="{63DB99D0-6080-2FAF-8DF0-B94E6FC19201}"/>
              </a:ext>
            </a:extLst>
          </p:cNvPr>
          <p:cNvSpPr>
            <a:spLocks noChangeShapeType="1"/>
          </p:cNvSpPr>
          <p:nvPr/>
        </p:nvSpPr>
        <p:spPr bwMode="auto">
          <a:xfrm>
            <a:off x="7453313" y="3165475"/>
            <a:ext cx="0" cy="7620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noProof="0" dirty="0"/>
          </a:p>
        </p:txBody>
      </p:sp>
      <p:sp>
        <p:nvSpPr>
          <p:cNvPr id="11289" name="Text Box 97">
            <a:extLst>
              <a:ext uri="{FF2B5EF4-FFF2-40B4-BE49-F238E27FC236}">
                <a16:creationId xmlns:a16="http://schemas.microsoft.com/office/drawing/2014/main" id="{D7A9C10C-2622-D9C7-4419-C754AEEA0CA3}"/>
              </a:ext>
            </a:extLst>
          </p:cNvPr>
          <p:cNvSpPr txBox="1">
            <a:spLocks noChangeArrowheads="1"/>
          </p:cNvSpPr>
          <p:nvPr/>
        </p:nvSpPr>
        <p:spPr bwMode="auto">
          <a:xfrm>
            <a:off x="3416307" y="2708279"/>
            <a:ext cx="688009"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tx2"/>
              </a:buClr>
              <a:buSzPct val="7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a:spcBef>
                <a:spcPct val="0"/>
              </a:spcBef>
              <a:buClrTx/>
              <a:buSzTx/>
              <a:buFontTx/>
              <a:buNone/>
            </a:pPr>
            <a:r>
              <a:rPr lang="en-US" sz="2000" noProof="0" dirty="0"/>
              <a:t>eth0</a:t>
            </a:r>
          </a:p>
        </p:txBody>
      </p:sp>
      <p:sp>
        <p:nvSpPr>
          <p:cNvPr id="11290" name="Text Box 98">
            <a:extLst>
              <a:ext uri="{FF2B5EF4-FFF2-40B4-BE49-F238E27FC236}">
                <a16:creationId xmlns:a16="http://schemas.microsoft.com/office/drawing/2014/main" id="{30AC3EC9-D512-1D50-49D6-4F0D75A8EA3E}"/>
              </a:ext>
            </a:extLst>
          </p:cNvPr>
          <p:cNvSpPr txBox="1">
            <a:spLocks noChangeArrowheads="1"/>
          </p:cNvSpPr>
          <p:nvPr/>
        </p:nvSpPr>
        <p:spPr bwMode="auto">
          <a:xfrm>
            <a:off x="6584957" y="2736853"/>
            <a:ext cx="688009"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tx2"/>
              </a:buClr>
              <a:buSzPct val="7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a:spcBef>
                <a:spcPct val="0"/>
              </a:spcBef>
              <a:buClrTx/>
              <a:buSzTx/>
              <a:buFontTx/>
              <a:buNone/>
            </a:pPr>
            <a:r>
              <a:rPr lang="en-US" sz="2000" noProof="0" dirty="0"/>
              <a:t>eth0</a:t>
            </a:r>
          </a:p>
        </p:txBody>
      </p:sp>
      <p:sp>
        <p:nvSpPr>
          <p:cNvPr id="11291" name="Text Box 99">
            <a:extLst>
              <a:ext uri="{FF2B5EF4-FFF2-40B4-BE49-F238E27FC236}">
                <a16:creationId xmlns:a16="http://schemas.microsoft.com/office/drawing/2014/main" id="{EC7D2F34-DC1C-5107-48AC-072688D9C05C}"/>
              </a:ext>
            </a:extLst>
          </p:cNvPr>
          <p:cNvSpPr txBox="1">
            <a:spLocks noChangeArrowheads="1"/>
          </p:cNvSpPr>
          <p:nvPr/>
        </p:nvSpPr>
        <p:spPr bwMode="auto">
          <a:xfrm>
            <a:off x="2727332" y="4664077"/>
            <a:ext cx="688009"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tx2"/>
              </a:buClr>
              <a:buSzPct val="7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a:spcBef>
                <a:spcPct val="0"/>
              </a:spcBef>
              <a:buClrTx/>
              <a:buSzTx/>
              <a:buFontTx/>
              <a:buNone/>
            </a:pPr>
            <a:r>
              <a:rPr lang="en-US" sz="2000" noProof="0" dirty="0"/>
              <a:t>eth0</a:t>
            </a:r>
          </a:p>
        </p:txBody>
      </p:sp>
      <p:sp>
        <p:nvSpPr>
          <p:cNvPr id="11292" name="Text Box 100">
            <a:extLst>
              <a:ext uri="{FF2B5EF4-FFF2-40B4-BE49-F238E27FC236}">
                <a16:creationId xmlns:a16="http://schemas.microsoft.com/office/drawing/2014/main" id="{EDA2F17B-55A1-2CBE-3F46-F758E1AA5B5E}"/>
              </a:ext>
            </a:extLst>
          </p:cNvPr>
          <p:cNvSpPr txBox="1">
            <a:spLocks noChangeArrowheads="1"/>
          </p:cNvSpPr>
          <p:nvPr/>
        </p:nvSpPr>
        <p:spPr bwMode="auto">
          <a:xfrm>
            <a:off x="7124707" y="5511803"/>
            <a:ext cx="688009"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tx2"/>
              </a:buClr>
              <a:buSzPct val="7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a:spcBef>
                <a:spcPct val="0"/>
              </a:spcBef>
              <a:buClrTx/>
              <a:buSzTx/>
              <a:buFontTx/>
              <a:buNone/>
            </a:pPr>
            <a:r>
              <a:rPr lang="en-US" sz="2000" noProof="0" dirty="0"/>
              <a:t>eth1</a:t>
            </a:r>
          </a:p>
        </p:txBody>
      </p:sp>
      <p:sp>
        <p:nvSpPr>
          <p:cNvPr id="11293" name="Text Box 101">
            <a:extLst>
              <a:ext uri="{FF2B5EF4-FFF2-40B4-BE49-F238E27FC236}">
                <a16:creationId xmlns:a16="http://schemas.microsoft.com/office/drawing/2014/main" id="{B35C31F3-D633-EB88-9F86-D8693F36D891}"/>
              </a:ext>
            </a:extLst>
          </p:cNvPr>
          <p:cNvSpPr txBox="1">
            <a:spLocks noChangeArrowheads="1"/>
          </p:cNvSpPr>
          <p:nvPr/>
        </p:nvSpPr>
        <p:spPr bwMode="auto">
          <a:xfrm>
            <a:off x="3946532" y="5511803"/>
            <a:ext cx="688009"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tx2"/>
              </a:buClr>
              <a:buSzPct val="7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a:spcBef>
                <a:spcPct val="0"/>
              </a:spcBef>
              <a:buClrTx/>
              <a:buSzTx/>
              <a:buFontTx/>
              <a:buNone/>
            </a:pPr>
            <a:r>
              <a:rPr lang="en-US" sz="2000" noProof="0" dirty="0"/>
              <a:t>eth1</a:t>
            </a:r>
          </a:p>
        </p:txBody>
      </p:sp>
      <p:sp>
        <p:nvSpPr>
          <p:cNvPr id="11294" name="Text Box 102">
            <a:extLst>
              <a:ext uri="{FF2B5EF4-FFF2-40B4-BE49-F238E27FC236}">
                <a16:creationId xmlns:a16="http://schemas.microsoft.com/office/drawing/2014/main" id="{AAEED84F-A254-A959-C4A3-A68C0BDBE7A8}"/>
              </a:ext>
            </a:extLst>
          </p:cNvPr>
          <p:cNvSpPr txBox="1">
            <a:spLocks noChangeArrowheads="1"/>
          </p:cNvSpPr>
          <p:nvPr/>
        </p:nvSpPr>
        <p:spPr bwMode="auto">
          <a:xfrm>
            <a:off x="8240720" y="4673602"/>
            <a:ext cx="688009"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tx2"/>
              </a:buClr>
              <a:buSzPct val="7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a:spcBef>
                <a:spcPct val="0"/>
              </a:spcBef>
              <a:buClrTx/>
              <a:buSzTx/>
              <a:buFontTx/>
              <a:buNone/>
            </a:pPr>
            <a:r>
              <a:rPr lang="en-US" sz="2000" noProof="0" dirty="0"/>
              <a:t>eth0</a:t>
            </a:r>
          </a:p>
        </p:txBody>
      </p:sp>
      <p:sp>
        <p:nvSpPr>
          <p:cNvPr id="11304" name="Rectangle 113">
            <a:extLst>
              <a:ext uri="{FF2B5EF4-FFF2-40B4-BE49-F238E27FC236}">
                <a16:creationId xmlns:a16="http://schemas.microsoft.com/office/drawing/2014/main" id="{8BBE7E4F-226E-B131-8911-0B5DF0280700}"/>
              </a:ext>
            </a:extLst>
          </p:cNvPr>
          <p:cNvSpPr>
            <a:spLocks noChangeArrowheads="1"/>
          </p:cNvSpPr>
          <p:nvPr/>
        </p:nvSpPr>
        <p:spPr bwMode="auto">
          <a:xfrm>
            <a:off x="8975725" y="2098676"/>
            <a:ext cx="674688" cy="609600"/>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tx2"/>
              </a:buClr>
              <a:buSzPct val="7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algn="ctr">
              <a:spcBef>
                <a:spcPct val="0"/>
              </a:spcBef>
              <a:buClrTx/>
              <a:buSzTx/>
              <a:buFontTx/>
              <a:buNone/>
            </a:pPr>
            <a:r>
              <a:rPr lang="en-US" sz="2000" b="1" noProof="0" dirty="0"/>
              <a:t>pc3</a:t>
            </a:r>
            <a:endParaRPr lang="en-US" sz="2400" noProof="0" dirty="0"/>
          </a:p>
        </p:txBody>
      </p:sp>
      <p:pic>
        <p:nvPicPr>
          <p:cNvPr id="11305" name="Picture 114" descr="scheda-giu">
            <a:extLst>
              <a:ext uri="{FF2B5EF4-FFF2-40B4-BE49-F238E27FC236}">
                <a16:creationId xmlns:a16="http://schemas.microsoft.com/office/drawing/2014/main" id="{3859BF5D-CD85-B733-42F1-4C52D1D6F133}"/>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128125" y="2606675"/>
            <a:ext cx="331788" cy="558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306" name="Line 115">
            <a:extLst>
              <a:ext uri="{FF2B5EF4-FFF2-40B4-BE49-F238E27FC236}">
                <a16:creationId xmlns:a16="http://schemas.microsoft.com/office/drawing/2014/main" id="{9AE9AF07-E24C-022C-5FAF-9888556C7EBE}"/>
              </a:ext>
            </a:extLst>
          </p:cNvPr>
          <p:cNvSpPr>
            <a:spLocks noChangeShapeType="1"/>
          </p:cNvSpPr>
          <p:nvPr/>
        </p:nvSpPr>
        <p:spPr bwMode="auto">
          <a:xfrm>
            <a:off x="9280525" y="3165475"/>
            <a:ext cx="0" cy="7620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noProof="0" dirty="0"/>
          </a:p>
        </p:txBody>
      </p:sp>
      <p:sp>
        <p:nvSpPr>
          <p:cNvPr id="11307" name="Text Box 116">
            <a:extLst>
              <a:ext uri="{FF2B5EF4-FFF2-40B4-BE49-F238E27FC236}">
                <a16:creationId xmlns:a16="http://schemas.microsoft.com/office/drawing/2014/main" id="{BE9DEB22-B334-0AB6-2245-A96D8EBB4E59}"/>
              </a:ext>
            </a:extLst>
          </p:cNvPr>
          <p:cNvSpPr txBox="1">
            <a:spLocks noChangeArrowheads="1"/>
          </p:cNvSpPr>
          <p:nvPr/>
        </p:nvSpPr>
        <p:spPr bwMode="auto">
          <a:xfrm>
            <a:off x="9509132" y="2784477"/>
            <a:ext cx="688009"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tx2"/>
              </a:buClr>
              <a:buSzPct val="7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a:spcBef>
                <a:spcPct val="0"/>
              </a:spcBef>
              <a:buClrTx/>
              <a:buSzTx/>
              <a:buFontTx/>
              <a:buNone/>
            </a:pPr>
            <a:r>
              <a:rPr lang="en-US" sz="2000" noProof="0" dirty="0"/>
              <a:t>eth0</a:t>
            </a:r>
          </a:p>
        </p:txBody>
      </p:sp>
      <p:sp>
        <p:nvSpPr>
          <p:cNvPr id="11309" name="Text Box 106">
            <a:extLst>
              <a:ext uri="{FF2B5EF4-FFF2-40B4-BE49-F238E27FC236}">
                <a16:creationId xmlns:a16="http://schemas.microsoft.com/office/drawing/2014/main" id="{38198B4D-4087-5B5D-1419-04E2FFEFF268}"/>
              </a:ext>
            </a:extLst>
          </p:cNvPr>
          <p:cNvSpPr txBox="1">
            <a:spLocks noChangeArrowheads="1"/>
          </p:cNvSpPr>
          <p:nvPr/>
        </p:nvSpPr>
        <p:spPr bwMode="auto">
          <a:xfrm>
            <a:off x="2251411" y="2708275"/>
            <a:ext cx="554960" cy="400110"/>
          </a:xfrm>
          <a:prstGeom prst="rect">
            <a:avLst/>
          </a:prstGeom>
          <a:solidFill>
            <a:schemeClr val="bg1"/>
          </a:solidFill>
          <a:ln w="9525">
            <a:solidFill>
              <a:schemeClr val="tx1"/>
            </a:solidFill>
            <a:miter lim="800000"/>
            <a:headEnd/>
            <a:tailEnd/>
          </a:ln>
        </p:spPr>
        <p:txBody>
          <a:bodyPr wrap="none">
            <a:spAutoFit/>
          </a:bodyPr>
          <a:lstStyle>
            <a:lvl1pPr>
              <a:spcBef>
                <a:spcPct val="20000"/>
              </a:spcBef>
              <a:buClr>
                <a:schemeClr val="tx2"/>
              </a:buClr>
              <a:buSzPct val="7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algn="ctr">
              <a:spcBef>
                <a:spcPct val="0"/>
              </a:spcBef>
              <a:buClrTx/>
              <a:buSzTx/>
              <a:buFontTx/>
              <a:buNone/>
            </a:pPr>
            <a:r>
              <a:rPr lang="en-US" sz="2000" noProof="0" dirty="0"/>
              <a:t>0:1</a:t>
            </a:r>
          </a:p>
        </p:txBody>
      </p:sp>
      <p:sp>
        <p:nvSpPr>
          <p:cNvPr id="11310" name="Text Box 106">
            <a:extLst>
              <a:ext uri="{FF2B5EF4-FFF2-40B4-BE49-F238E27FC236}">
                <a16:creationId xmlns:a16="http://schemas.microsoft.com/office/drawing/2014/main" id="{16F8A4C4-8CB0-788D-7507-0FAC5E055CC5}"/>
              </a:ext>
            </a:extLst>
          </p:cNvPr>
          <p:cNvSpPr txBox="1">
            <a:spLocks noChangeArrowheads="1"/>
          </p:cNvSpPr>
          <p:nvPr/>
        </p:nvSpPr>
        <p:spPr bwMode="auto">
          <a:xfrm>
            <a:off x="7752099" y="2736852"/>
            <a:ext cx="554960" cy="400110"/>
          </a:xfrm>
          <a:prstGeom prst="rect">
            <a:avLst/>
          </a:prstGeom>
          <a:solidFill>
            <a:schemeClr val="bg1"/>
          </a:solidFill>
          <a:ln w="9525">
            <a:solidFill>
              <a:schemeClr val="tx1"/>
            </a:solidFill>
            <a:miter lim="800000"/>
            <a:headEnd/>
            <a:tailEnd/>
          </a:ln>
        </p:spPr>
        <p:txBody>
          <a:bodyPr wrap="none">
            <a:spAutoFit/>
          </a:bodyPr>
          <a:lstStyle>
            <a:lvl1pPr>
              <a:spcBef>
                <a:spcPct val="20000"/>
              </a:spcBef>
              <a:buClr>
                <a:schemeClr val="tx2"/>
              </a:buClr>
              <a:buSzPct val="7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algn="ctr">
              <a:spcBef>
                <a:spcPct val="0"/>
              </a:spcBef>
              <a:buClrTx/>
              <a:buSzTx/>
              <a:buFontTx/>
              <a:buNone/>
            </a:pPr>
            <a:r>
              <a:rPr lang="en-US" sz="2000" noProof="0" dirty="0"/>
              <a:t>0:2</a:t>
            </a:r>
          </a:p>
        </p:txBody>
      </p:sp>
      <p:sp>
        <p:nvSpPr>
          <p:cNvPr id="11311" name="Text Box 106">
            <a:extLst>
              <a:ext uri="{FF2B5EF4-FFF2-40B4-BE49-F238E27FC236}">
                <a16:creationId xmlns:a16="http://schemas.microsoft.com/office/drawing/2014/main" id="{569FBED0-258A-7F6A-B83E-B80511FCD306}"/>
              </a:ext>
            </a:extLst>
          </p:cNvPr>
          <p:cNvSpPr txBox="1">
            <a:spLocks noChangeArrowheads="1"/>
          </p:cNvSpPr>
          <p:nvPr/>
        </p:nvSpPr>
        <p:spPr bwMode="auto">
          <a:xfrm>
            <a:off x="8476791" y="2746377"/>
            <a:ext cx="554960" cy="400110"/>
          </a:xfrm>
          <a:prstGeom prst="rect">
            <a:avLst/>
          </a:prstGeom>
          <a:solidFill>
            <a:schemeClr val="bg1"/>
          </a:solidFill>
          <a:ln w="9525">
            <a:solidFill>
              <a:schemeClr val="tx1"/>
            </a:solidFill>
            <a:miter lim="800000"/>
            <a:headEnd/>
            <a:tailEnd/>
          </a:ln>
        </p:spPr>
        <p:txBody>
          <a:bodyPr wrap="none">
            <a:spAutoFit/>
          </a:bodyPr>
          <a:lstStyle>
            <a:lvl1pPr>
              <a:spcBef>
                <a:spcPct val="20000"/>
              </a:spcBef>
              <a:buClr>
                <a:schemeClr val="tx2"/>
              </a:buClr>
              <a:buSzPct val="7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algn="ctr">
              <a:spcBef>
                <a:spcPct val="0"/>
              </a:spcBef>
              <a:buClrTx/>
              <a:buSzTx/>
              <a:buFontTx/>
              <a:buNone/>
            </a:pPr>
            <a:r>
              <a:rPr lang="en-US" sz="2000" noProof="0" dirty="0"/>
              <a:t>0:3</a:t>
            </a:r>
          </a:p>
        </p:txBody>
      </p:sp>
      <p:sp>
        <p:nvSpPr>
          <p:cNvPr id="11312" name="Text Box 106">
            <a:extLst>
              <a:ext uri="{FF2B5EF4-FFF2-40B4-BE49-F238E27FC236}">
                <a16:creationId xmlns:a16="http://schemas.microsoft.com/office/drawing/2014/main" id="{EBD0329C-F704-6870-A2C5-1700D067820A}"/>
              </a:ext>
            </a:extLst>
          </p:cNvPr>
          <p:cNvSpPr txBox="1">
            <a:spLocks noChangeArrowheads="1"/>
          </p:cNvSpPr>
          <p:nvPr/>
        </p:nvSpPr>
        <p:spPr bwMode="auto">
          <a:xfrm>
            <a:off x="1598298" y="4686302"/>
            <a:ext cx="689612" cy="400110"/>
          </a:xfrm>
          <a:prstGeom prst="rect">
            <a:avLst/>
          </a:prstGeom>
          <a:solidFill>
            <a:schemeClr val="bg1"/>
          </a:solidFill>
          <a:ln w="9525">
            <a:solidFill>
              <a:schemeClr val="tx1"/>
            </a:solidFill>
            <a:miter lim="800000"/>
            <a:headEnd/>
            <a:tailEnd/>
          </a:ln>
        </p:spPr>
        <p:txBody>
          <a:bodyPr wrap="none">
            <a:spAutoFit/>
          </a:bodyPr>
          <a:lstStyle>
            <a:lvl1pPr>
              <a:spcBef>
                <a:spcPct val="20000"/>
              </a:spcBef>
              <a:buClr>
                <a:schemeClr val="tx2"/>
              </a:buClr>
              <a:buSzPct val="7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algn="ctr">
              <a:spcBef>
                <a:spcPct val="0"/>
              </a:spcBef>
              <a:buClrTx/>
              <a:buSzTx/>
              <a:buFontTx/>
              <a:buNone/>
            </a:pPr>
            <a:r>
              <a:rPr lang="en-US" sz="2000" noProof="0" dirty="0"/>
              <a:t>0:a1</a:t>
            </a:r>
          </a:p>
        </p:txBody>
      </p:sp>
      <p:sp>
        <p:nvSpPr>
          <p:cNvPr id="11313" name="Text Box 106">
            <a:extLst>
              <a:ext uri="{FF2B5EF4-FFF2-40B4-BE49-F238E27FC236}">
                <a16:creationId xmlns:a16="http://schemas.microsoft.com/office/drawing/2014/main" id="{78A1A829-8B02-BE41-2DF7-74BC68AB9862}"/>
              </a:ext>
            </a:extLst>
          </p:cNvPr>
          <p:cNvSpPr txBox="1">
            <a:spLocks noChangeArrowheads="1"/>
          </p:cNvSpPr>
          <p:nvPr/>
        </p:nvSpPr>
        <p:spPr bwMode="auto">
          <a:xfrm>
            <a:off x="9443800" y="4684713"/>
            <a:ext cx="673582" cy="400110"/>
          </a:xfrm>
          <a:prstGeom prst="rect">
            <a:avLst/>
          </a:prstGeom>
          <a:solidFill>
            <a:schemeClr val="bg1"/>
          </a:solidFill>
          <a:ln w="9525">
            <a:solidFill>
              <a:schemeClr val="tx1"/>
            </a:solidFill>
            <a:miter lim="800000"/>
            <a:headEnd/>
            <a:tailEnd/>
          </a:ln>
        </p:spPr>
        <p:txBody>
          <a:bodyPr wrap="none">
            <a:spAutoFit/>
          </a:bodyPr>
          <a:lstStyle>
            <a:lvl1pPr>
              <a:spcBef>
                <a:spcPct val="20000"/>
              </a:spcBef>
              <a:buClr>
                <a:schemeClr val="tx2"/>
              </a:buClr>
              <a:buSzPct val="7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algn="ctr">
              <a:spcBef>
                <a:spcPct val="0"/>
              </a:spcBef>
              <a:buClrTx/>
              <a:buSzTx/>
              <a:buFontTx/>
              <a:buNone/>
            </a:pPr>
            <a:r>
              <a:rPr lang="en-US" sz="2000" noProof="0" dirty="0"/>
              <a:t>0:c1</a:t>
            </a:r>
          </a:p>
        </p:txBody>
      </p:sp>
      <p:sp>
        <p:nvSpPr>
          <p:cNvPr id="11314" name="Text Box 106">
            <a:extLst>
              <a:ext uri="{FF2B5EF4-FFF2-40B4-BE49-F238E27FC236}">
                <a16:creationId xmlns:a16="http://schemas.microsoft.com/office/drawing/2014/main" id="{9D0F88E3-2F3B-1C7F-46AB-E56257231BA6}"/>
              </a:ext>
            </a:extLst>
          </p:cNvPr>
          <p:cNvSpPr txBox="1">
            <a:spLocks noChangeArrowheads="1"/>
          </p:cNvSpPr>
          <p:nvPr/>
        </p:nvSpPr>
        <p:spPr bwMode="auto">
          <a:xfrm>
            <a:off x="3205609" y="5911852"/>
            <a:ext cx="696024" cy="400110"/>
          </a:xfrm>
          <a:prstGeom prst="rect">
            <a:avLst/>
          </a:prstGeom>
          <a:solidFill>
            <a:schemeClr val="bg1"/>
          </a:solidFill>
          <a:ln w="9525">
            <a:solidFill>
              <a:schemeClr val="tx1"/>
            </a:solidFill>
            <a:miter lim="800000"/>
            <a:headEnd/>
            <a:tailEnd/>
          </a:ln>
        </p:spPr>
        <p:txBody>
          <a:bodyPr wrap="none">
            <a:spAutoFit/>
          </a:bodyPr>
          <a:lstStyle>
            <a:lvl1pPr>
              <a:spcBef>
                <a:spcPct val="20000"/>
              </a:spcBef>
              <a:buClr>
                <a:schemeClr val="tx2"/>
              </a:buClr>
              <a:buSzPct val="7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algn="ctr">
              <a:spcBef>
                <a:spcPct val="0"/>
              </a:spcBef>
              <a:buClrTx/>
              <a:buSzTx/>
              <a:buFontTx/>
              <a:buNone/>
            </a:pPr>
            <a:r>
              <a:rPr lang="en-US" sz="2000" noProof="0" dirty="0"/>
              <a:t>0:b1</a:t>
            </a:r>
          </a:p>
        </p:txBody>
      </p:sp>
      <p:sp>
        <p:nvSpPr>
          <p:cNvPr id="11315" name="Text Box 106">
            <a:extLst>
              <a:ext uri="{FF2B5EF4-FFF2-40B4-BE49-F238E27FC236}">
                <a16:creationId xmlns:a16="http://schemas.microsoft.com/office/drawing/2014/main" id="{264A42C2-ACF5-D242-732A-A22B14A59989}"/>
              </a:ext>
            </a:extLst>
          </p:cNvPr>
          <p:cNvSpPr txBox="1">
            <a:spLocks noChangeArrowheads="1"/>
          </p:cNvSpPr>
          <p:nvPr/>
        </p:nvSpPr>
        <p:spPr bwMode="auto">
          <a:xfrm>
            <a:off x="7806979" y="5911852"/>
            <a:ext cx="696024" cy="400110"/>
          </a:xfrm>
          <a:prstGeom prst="rect">
            <a:avLst/>
          </a:prstGeom>
          <a:solidFill>
            <a:schemeClr val="bg1"/>
          </a:solidFill>
          <a:ln w="9525">
            <a:solidFill>
              <a:schemeClr val="tx1"/>
            </a:solidFill>
            <a:miter lim="800000"/>
            <a:headEnd/>
            <a:tailEnd/>
          </a:ln>
        </p:spPr>
        <p:txBody>
          <a:bodyPr wrap="none">
            <a:spAutoFit/>
          </a:bodyPr>
          <a:lstStyle>
            <a:lvl1pPr>
              <a:spcBef>
                <a:spcPct val="20000"/>
              </a:spcBef>
              <a:buClr>
                <a:schemeClr val="tx2"/>
              </a:buClr>
              <a:buSzPct val="7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algn="ctr">
              <a:spcBef>
                <a:spcPct val="0"/>
              </a:spcBef>
              <a:buClrTx/>
              <a:buSzTx/>
              <a:buFontTx/>
              <a:buNone/>
            </a:pPr>
            <a:r>
              <a:rPr lang="en-US" sz="2000" noProof="0" dirty="0"/>
              <a:t>0:b2</a:t>
            </a:r>
          </a:p>
        </p:txBody>
      </p:sp>
    </p:spTree>
    <p:extLst>
      <p:ext uri="{BB962C8B-B14F-4D97-AF65-F5344CB8AC3E}">
        <p14:creationId xmlns:p14="http://schemas.microsoft.com/office/powerpoint/2010/main" val="62225282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4" name="Rectangle 119">
            <a:extLst>
              <a:ext uri="{FF2B5EF4-FFF2-40B4-BE49-F238E27FC236}">
                <a16:creationId xmlns:a16="http://schemas.microsoft.com/office/drawing/2014/main" id="{D63F4DBA-DBF8-1D3F-E3DE-6A1BB33B10F4}"/>
              </a:ext>
            </a:extLst>
          </p:cNvPr>
          <p:cNvSpPr>
            <a:spLocks noGrp="1" noChangeArrowheads="1"/>
          </p:cNvSpPr>
          <p:nvPr>
            <p:ph type="title"/>
          </p:nvPr>
        </p:nvSpPr>
        <p:spPr/>
        <p:txBody>
          <a:bodyPr/>
          <a:lstStyle/>
          <a:p>
            <a:pPr eaLnBrk="1" hangingPunct="1"/>
            <a:r>
              <a:rPr lang="en-US" noProof="0" dirty="0"/>
              <a:t>network topology – IPv4 address plan</a:t>
            </a:r>
          </a:p>
        </p:txBody>
      </p:sp>
      <p:sp>
        <p:nvSpPr>
          <p:cNvPr id="43" name="Segnaposto data 2">
            <a:extLst>
              <a:ext uri="{FF2B5EF4-FFF2-40B4-BE49-F238E27FC236}">
                <a16:creationId xmlns:a16="http://schemas.microsoft.com/office/drawing/2014/main" id="{AC044F4F-744A-0D5A-58EF-79D2EB6A8F67}"/>
              </a:ext>
            </a:extLst>
          </p:cNvPr>
          <p:cNvSpPr>
            <a:spLocks noGrp="1"/>
          </p:cNvSpPr>
          <p:nvPr>
            <p:ph type="dt" sz="half" idx="10"/>
          </p:nvPr>
        </p:nvSpPr>
        <p:spPr/>
        <p:txBody>
          <a:bodyPr/>
          <a:lstStyle/>
          <a:p>
            <a:pPr>
              <a:defRPr/>
            </a:pPr>
            <a:r>
              <a:rPr lang="en-US" noProof="0"/>
              <a:t>last update: Oct 2026</a:t>
            </a:r>
            <a:endParaRPr lang="en-US" noProof="0" dirty="0"/>
          </a:p>
        </p:txBody>
      </p:sp>
      <p:sp>
        <p:nvSpPr>
          <p:cNvPr id="44" name="Segnaposto piè di pagina 3">
            <a:extLst>
              <a:ext uri="{FF2B5EF4-FFF2-40B4-BE49-F238E27FC236}">
                <a16:creationId xmlns:a16="http://schemas.microsoft.com/office/drawing/2014/main" id="{9D0E48F7-EDF7-597A-BE5C-C02776B27083}"/>
              </a:ext>
            </a:extLst>
          </p:cNvPr>
          <p:cNvSpPr>
            <a:spLocks noGrp="1"/>
          </p:cNvSpPr>
          <p:nvPr>
            <p:ph type="ftr" sz="quarter" idx="11"/>
          </p:nvPr>
        </p:nvSpPr>
        <p:spPr/>
        <p:txBody>
          <a:bodyPr/>
          <a:lstStyle/>
          <a:p>
            <a:pPr>
              <a:defRPr/>
            </a:pPr>
            <a:r>
              <a:rPr lang="en-US" noProof="0" dirty="0"/>
              <a:t>kathara – [ lab: basic-ipv4 ]</a:t>
            </a:r>
          </a:p>
        </p:txBody>
      </p:sp>
      <p:sp>
        <p:nvSpPr>
          <p:cNvPr id="10245" name="Line 55">
            <a:extLst>
              <a:ext uri="{FF2B5EF4-FFF2-40B4-BE49-F238E27FC236}">
                <a16:creationId xmlns:a16="http://schemas.microsoft.com/office/drawing/2014/main" id="{DCCCE049-62B6-D793-ABC8-2176DC0A3A69}"/>
              </a:ext>
            </a:extLst>
          </p:cNvPr>
          <p:cNvSpPr>
            <a:spLocks noChangeShapeType="1"/>
          </p:cNvSpPr>
          <p:nvPr/>
        </p:nvSpPr>
        <p:spPr bwMode="auto">
          <a:xfrm>
            <a:off x="8061325" y="3927481"/>
            <a:ext cx="0" cy="93027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noProof="0" dirty="0"/>
          </a:p>
        </p:txBody>
      </p:sp>
      <p:sp>
        <p:nvSpPr>
          <p:cNvPr id="10246" name="Line 3">
            <a:extLst>
              <a:ext uri="{FF2B5EF4-FFF2-40B4-BE49-F238E27FC236}">
                <a16:creationId xmlns:a16="http://schemas.microsoft.com/office/drawing/2014/main" id="{CEEFF8F2-A31E-A2EA-674F-63972EA16E94}"/>
              </a:ext>
            </a:extLst>
          </p:cNvPr>
          <p:cNvSpPr>
            <a:spLocks noChangeShapeType="1"/>
          </p:cNvSpPr>
          <p:nvPr/>
        </p:nvSpPr>
        <p:spPr bwMode="auto">
          <a:xfrm flipH="1">
            <a:off x="4327525" y="5391150"/>
            <a:ext cx="3125788"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noProof="0" dirty="0"/>
          </a:p>
        </p:txBody>
      </p:sp>
      <p:sp>
        <p:nvSpPr>
          <p:cNvPr id="10247" name="Text Box 27">
            <a:extLst>
              <a:ext uri="{FF2B5EF4-FFF2-40B4-BE49-F238E27FC236}">
                <a16:creationId xmlns:a16="http://schemas.microsoft.com/office/drawing/2014/main" id="{F30C8D7A-36FB-CD22-AE42-F8DB613FA2EF}"/>
              </a:ext>
            </a:extLst>
          </p:cNvPr>
          <p:cNvSpPr txBox="1">
            <a:spLocks noChangeArrowheads="1"/>
          </p:cNvSpPr>
          <p:nvPr/>
        </p:nvSpPr>
        <p:spPr bwMode="auto">
          <a:xfrm>
            <a:off x="4078288" y="3576644"/>
            <a:ext cx="465192"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tx2"/>
              </a:buClr>
              <a:buSzPct val="7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a:spcBef>
                <a:spcPct val="0"/>
              </a:spcBef>
              <a:buClrTx/>
              <a:buSzTx/>
              <a:buFontTx/>
              <a:buNone/>
            </a:pPr>
            <a:r>
              <a:rPr lang="en-US" b="1" noProof="0" dirty="0">
                <a:solidFill>
                  <a:schemeClr val="accent1"/>
                </a:solidFill>
              </a:rPr>
              <a:t>A</a:t>
            </a:r>
            <a:endParaRPr lang="en-US" sz="2000" noProof="0" dirty="0">
              <a:solidFill>
                <a:schemeClr val="accent1"/>
              </a:solidFill>
            </a:endParaRPr>
          </a:p>
        </p:txBody>
      </p:sp>
      <p:sp>
        <p:nvSpPr>
          <p:cNvPr id="10248" name="Line 29">
            <a:extLst>
              <a:ext uri="{FF2B5EF4-FFF2-40B4-BE49-F238E27FC236}">
                <a16:creationId xmlns:a16="http://schemas.microsoft.com/office/drawing/2014/main" id="{7E63AF48-94BF-F736-88E6-EC32DE4151AB}"/>
              </a:ext>
            </a:extLst>
          </p:cNvPr>
          <p:cNvSpPr>
            <a:spLocks noChangeShapeType="1"/>
          </p:cNvSpPr>
          <p:nvPr/>
        </p:nvSpPr>
        <p:spPr bwMode="auto">
          <a:xfrm>
            <a:off x="3565525" y="3927482"/>
            <a:ext cx="0" cy="85407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noProof="0" dirty="0"/>
          </a:p>
        </p:txBody>
      </p:sp>
      <p:sp>
        <p:nvSpPr>
          <p:cNvPr id="10249" name="Rectangle 35">
            <a:extLst>
              <a:ext uri="{FF2B5EF4-FFF2-40B4-BE49-F238E27FC236}">
                <a16:creationId xmlns:a16="http://schemas.microsoft.com/office/drawing/2014/main" id="{4C224C2A-7A70-6E69-19B9-6B5A1DFC833C}"/>
              </a:ext>
            </a:extLst>
          </p:cNvPr>
          <p:cNvSpPr>
            <a:spLocks noChangeArrowheads="1"/>
          </p:cNvSpPr>
          <p:nvPr/>
        </p:nvSpPr>
        <p:spPr bwMode="auto">
          <a:xfrm>
            <a:off x="3260726" y="5086350"/>
            <a:ext cx="674688" cy="609600"/>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tx2"/>
              </a:buClr>
              <a:buSzPct val="7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algn="ctr">
              <a:spcBef>
                <a:spcPct val="0"/>
              </a:spcBef>
              <a:buClrTx/>
              <a:buSzTx/>
              <a:buFontTx/>
              <a:buNone/>
            </a:pPr>
            <a:r>
              <a:rPr lang="en-US" sz="2000" b="1" noProof="0" dirty="0"/>
              <a:t>r1</a:t>
            </a:r>
            <a:endParaRPr lang="en-US" sz="2400" noProof="0" dirty="0"/>
          </a:p>
        </p:txBody>
      </p:sp>
      <p:sp>
        <p:nvSpPr>
          <p:cNvPr id="10250" name="Rectangle 39">
            <a:extLst>
              <a:ext uri="{FF2B5EF4-FFF2-40B4-BE49-F238E27FC236}">
                <a16:creationId xmlns:a16="http://schemas.microsoft.com/office/drawing/2014/main" id="{03E2D1DC-5845-205E-ED44-78FB9CD084B7}"/>
              </a:ext>
            </a:extLst>
          </p:cNvPr>
          <p:cNvSpPr>
            <a:spLocks noChangeArrowheads="1"/>
          </p:cNvSpPr>
          <p:nvPr/>
        </p:nvSpPr>
        <p:spPr bwMode="auto">
          <a:xfrm>
            <a:off x="7758120" y="5086350"/>
            <a:ext cx="695325" cy="609600"/>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tx2"/>
              </a:buClr>
              <a:buSzPct val="7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algn="ctr">
              <a:spcBef>
                <a:spcPct val="0"/>
              </a:spcBef>
              <a:buClrTx/>
              <a:buSzTx/>
              <a:buFontTx/>
              <a:buNone/>
            </a:pPr>
            <a:r>
              <a:rPr lang="en-US" sz="2000" b="1" noProof="0" dirty="0"/>
              <a:t>r2</a:t>
            </a:r>
            <a:endParaRPr lang="en-US" sz="2400" noProof="0" dirty="0"/>
          </a:p>
        </p:txBody>
      </p:sp>
      <p:pic>
        <p:nvPicPr>
          <p:cNvPr id="10251" name="Picture 43" descr="scheda-su">
            <a:extLst>
              <a:ext uri="{FF2B5EF4-FFF2-40B4-BE49-F238E27FC236}">
                <a16:creationId xmlns:a16="http://schemas.microsoft.com/office/drawing/2014/main" id="{C7C9FDD1-B6D4-9B52-8943-DE5B2B27559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413125" y="4603750"/>
            <a:ext cx="331788" cy="558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252" name="Picture 52" descr="scheda-su">
            <a:extLst>
              <a:ext uri="{FF2B5EF4-FFF2-40B4-BE49-F238E27FC236}">
                <a16:creationId xmlns:a16="http://schemas.microsoft.com/office/drawing/2014/main" id="{714FE557-F4D5-F402-1967-60C3BB87D1B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908925" y="4629150"/>
            <a:ext cx="331788" cy="558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253" name="Line 68">
            <a:extLst>
              <a:ext uri="{FF2B5EF4-FFF2-40B4-BE49-F238E27FC236}">
                <a16:creationId xmlns:a16="http://schemas.microsoft.com/office/drawing/2014/main" id="{302374FC-93F8-8A98-C99F-7F91CE95E1C3}"/>
              </a:ext>
            </a:extLst>
          </p:cNvPr>
          <p:cNvSpPr>
            <a:spLocks noChangeShapeType="1"/>
          </p:cNvSpPr>
          <p:nvPr/>
        </p:nvSpPr>
        <p:spPr bwMode="auto">
          <a:xfrm flipH="1">
            <a:off x="2805113" y="3927475"/>
            <a:ext cx="1293812"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noProof="0" dirty="0"/>
          </a:p>
        </p:txBody>
      </p:sp>
      <p:pic>
        <p:nvPicPr>
          <p:cNvPr id="10254" name="Picture 12" descr="scheda-right">
            <a:extLst>
              <a:ext uri="{FF2B5EF4-FFF2-40B4-BE49-F238E27FC236}">
                <a16:creationId xmlns:a16="http://schemas.microsoft.com/office/drawing/2014/main" id="{2CAE0423-33A3-E4B1-5643-B679DADF6B4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870325" y="5238751"/>
            <a:ext cx="533400" cy="317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255" name="Text Box 75">
            <a:extLst>
              <a:ext uri="{FF2B5EF4-FFF2-40B4-BE49-F238E27FC236}">
                <a16:creationId xmlns:a16="http://schemas.microsoft.com/office/drawing/2014/main" id="{B7117394-3E9D-8BDB-4032-73EB2E848167}"/>
              </a:ext>
            </a:extLst>
          </p:cNvPr>
          <p:cNvSpPr txBox="1">
            <a:spLocks noChangeArrowheads="1"/>
          </p:cNvSpPr>
          <p:nvPr/>
        </p:nvSpPr>
        <p:spPr bwMode="auto">
          <a:xfrm>
            <a:off x="6561138" y="3622680"/>
            <a:ext cx="458780"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tx2"/>
              </a:buClr>
              <a:buSzPct val="7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a:spcBef>
                <a:spcPct val="0"/>
              </a:spcBef>
              <a:buClrTx/>
              <a:buSzTx/>
              <a:buFontTx/>
              <a:buNone/>
            </a:pPr>
            <a:r>
              <a:rPr lang="en-US" b="1" noProof="0" dirty="0">
                <a:solidFill>
                  <a:schemeClr val="accent1"/>
                </a:solidFill>
              </a:rPr>
              <a:t>C</a:t>
            </a:r>
            <a:endParaRPr lang="en-US" noProof="0" dirty="0">
              <a:solidFill>
                <a:schemeClr val="accent1"/>
              </a:solidFill>
            </a:endParaRPr>
          </a:p>
        </p:txBody>
      </p:sp>
      <p:sp>
        <p:nvSpPr>
          <p:cNvPr id="10256" name="Line 76">
            <a:extLst>
              <a:ext uri="{FF2B5EF4-FFF2-40B4-BE49-F238E27FC236}">
                <a16:creationId xmlns:a16="http://schemas.microsoft.com/office/drawing/2014/main" id="{E4868B0C-5D57-E59E-9AF8-4D34492E6A1A}"/>
              </a:ext>
            </a:extLst>
          </p:cNvPr>
          <p:cNvSpPr>
            <a:spLocks noChangeShapeType="1"/>
          </p:cNvSpPr>
          <p:nvPr/>
        </p:nvSpPr>
        <p:spPr bwMode="auto">
          <a:xfrm flipH="1">
            <a:off x="6994526" y="3927475"/>
            <a:ext cx="2819400"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noProof="0" dirty="0"/>
          </a:p>
        </p:txBody>
      </p:sp>
      <p:sp>
        <p:nvSpPr>
          <p:cNvPr id="10257" name="Text Box 77">
            <a:extLst>
              <a:ext uri="{FF2B5EF4-FFF2-40B4-BE49-F238E27FC236}">
                <a16:creationId xmlns:a16="http://schemas.microsoft.com/office/drawing/2014/main" id="{537A78F1-B217-0864-C40E-F809C4285B2C}"/>
              </a:ext>
            </a:extLst>
          </p:cNvPr>
          <p:cNvSpPr txBox="1">
            <a:spLocks noChangeArrowheads="1"/>
          </p:cNvSpPr>
          <p:nvPr/>
        </p:nvSpPr>
        <p:spPr bwMode="auto">
          <a:xfrm>
            <a:off x="5622925" y="4765680"/>
            <a:ext cx="466794"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tx2"/>
              </a:buClr>
              <a:buSzPct val="7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a:spcBef>
                <a:spcPct val="0"/>
              </a:spcBef>
              <a:buClrTx/>
              <a:buSzTx/>
              <a:buFontTx/>
              <a:buNone/>
            </a:pPr>
            <a:r>
              <a:rPr lang="en-US" b="1" noProof="0" dirty="0">
                <a:solidFill>
                  <a:schemeClr val="accent1"/>
                </a:solidFill>
              </a:rPr>
              <a:t>B</a:t>
            </a:r>
            <a:endParaRPr lang="en-US" sz="2000" noProof="0" dirty="0">
              <a:solidFill>
                <a:schemeClr val="accent1"/>
              </a:solidFill>
            </a:endParaRPr>
          </a:p>
        </p:txBody>
      </p:sp>
      <p:pic>
        <p:nvPicPr>
          <p:cNvPr id="10258" name="Picture 90" descr="scheda">
            <a:extLst>
              <a:ext uri="{FF2B5EF4-FFF2-40B4-BE49-F238E27FC236}">
                <a16:creationId xmlns:a16="http://schemas.microsoft.com/office/drawing/2014/main" id="{5A7BF3C3-B5EC-DA87-9A17-880B6D1A0BB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299325" y="5254625"/>
            <a:ext cx="533400" cy="317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259" name="Rectangle 91">
            <a:extLst>
              <a:ext uri="{FF2B5EF4-FFF2-40B4-BE49-F238E27FC236}">
                <a16:creationId xmlns:a16="http://schemas.microsoft.com/office/drawing/2014/main" id="{FECE8D7F-2EE9-01A1-A4A4-5796FD9785E3}"/>
              </a:ext>
            </a:extLst>
          </p:cNvPr>
          <p:cNvSpPr>
            <a:spLocks noChangeArrowheads="1"/>
          </p:cNvSpPr>
          <p:nvPr/>
        </p:nvSpPr>
        <p:spPr bwMode="auto">
          <a:xfrm>
            <a:off x="2879726" y="2060577"/>
            <a:ext cx="674688" cy="609600"/>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tx2"/>
              </a:buClr>
              <a:buSzPct val="7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algn="ctr">
              <a:spcBef>
                <a:spcPct val="0"/>
              </a:spcBef>
              <a:buClrTx/>
              <a:buSzTx/>
              <a:buFontTx/>
              <a:buNone/>
            </a:pPr>
            <a:r>
              <a:rPr lang="en-US" sz="2000" b="1" noProof="0" dirty="0"/>
              <a:t>pc1</a:t>
            </a:r>
            <a:endParaRPr lang="en-US" sz="2400" noProof="0" dirty="0"/>
          </a:p>
        </p:txBody>
      </p:sp>
      <p:sp>
        <p:nvSpPr>
          <p:cNvPr id="10260" name="Rectangle 92">
            <a:extLst>
              <a:ext uri="{FF2B5EF4-FFF2-40B4-BE49-F238E27FC236}">
                <a16:creationId xmlns:a16="http://schemas.microsoft.com/office/drawing/2014/main" id="{0DEAD90E-A96F-86AC-E703-F432102E0824}"/>
              </a:ext>
            </a:extLst>
          </p:cNvPr>
          <p:cNvSpPr>
            <a:spLocks noChangeArrowheads="1"/>
          </p:cNvSpPr>
          <p:nvPr/>
        </p:nvSpPr>
        <p:spPr bwMode="auto">
          <a:xfrm>
            <a:off x="7146925" y="2098676"/>
            <a:ext cx="674688" cy="609600"/>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tx2"/>
              </a:buClr>
              <a:buSzPct val="7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algn="ctr">
              <a:spcBef>
                <a:spcPct val="0"/>
              </a:spcBef>
              <a:buClrTx/>
              <a:buSzTx/>
              <a:buFontTx/>
              <a:buNone/>
            </a:pPr>
            <a:r>
              <a:rPr lang="en-US" sz="2000" b="1" noProof="0" dirty="0"/>
              <a:t>pc2</a:t>
            </a:r>
            <a:endParaRPr lang="en-US" sz="2400" noProof="0" dirty="0"/>
          </a:p>
        </p:txBody>
      </p:sp>
      <p:pic>
        <p:nvPicPr>
          <p:cNvPr id="10261" name="Picture 93" descr="scheda-giu">
            <a:extLst>
              <a:ext uri="{FF2B5EF4-FFF2-40B4-BE49-F238E27FC236}">
                <a16:creationId xmlns:a16="http://schemas.microsoft.com/office/drawing/2014/main" id="{47EB1560-977D-9C00-D250-D6B51E2E221F}"/>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299325" y="2606675"/>
            <a:ext cx="331788" cy="558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262" name="Picture 94" descr="scheda-giu">
            <a:extLst>
              <a:ext uri="{FF2B5EF4-FFF2-40B4-BE49-F238E27FC236}">
                <a16:creationId xmlns:a16="http://schemas.microsoft.com/office/drawing/2014/main" id="{963F0DF7-7E6A-9984-ABFB-8D0A25369A47}"/>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032125" y="2606675"/>
            <a:ext cx="331788" cy="558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263" name="Line 95">
            <a:extLst>
              <a:ext uri="{FF2B5EF4-FFF2-40B4-BE49-F238E27FC236}">
                <a16:creationId xmlns:a16="http://schemas.microsoft.com/office/drawing/2014/main" id="{6C5B4E3A-C13F-24BA-FC44-3FB2FBD945F3}"/>
              </a:ext>
            </a:extLst>
          </p:cNvPr>
          <p:cNvSpPr>
            <a:spLocks noChangeShapeType="1"/>
          </p:cNvSpPr>
          <p:nvPr/>
        </p:nvSpPr>
        <p:spPr bwMode="auto">
          <a:xfrm>
            <a:off x="3184525" y="3165475"/>
            <a:ext cx="0" cy="7620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noProof="0" dirty="0"/>
          </a:p>
        </p:txBody>
      </p:sp>
      <p:sp>
        <p:nvSpPr>
          <p:cNvPr id="10264" name="Line 96">
            <a:extLst>
              <a:ext uri="{FF2B5EF4-FFF2-40B4-BE49-F238E27FC236}">
                <a16:creationId xmlns:a16="http://schemas.microsoft.com/office/drawing/2014/main" id="{928DC613-A327-2872-13BC-FF57C99A00D8}"/>
              </a:ext>
            </a:extLst>
          </p:cNvPr>
          <p:cNvSpPr>
            <a:spLocks noChangeShapeType="1"/>
          </p:cNvSpPr>
          <p:nvPr/>
        </p:nvSpPr>
        <p:spPr bwMode="auto">
          <a:xfrm>
            <a:off x="7453313" y="3165475"/>
            <a:ext cx="0" cy="7620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noProof="0" dirty="0"/>
          </a:p>
        </p:txBody>
      </p:sp>
      <p:sp>
        <p:nvSpPr>
          <p:cNvPr id="10265" name="Text Box 97">
            <a:extLst>
              <a:ext uri="{FF2B5EF4-FFF2-40B4-BE49-F238E27FC236}">
                <a16:creationId xmlns:a16="http://schemas.microsoft.com/office/drawing/2014/main" id="{EC4901B0-EF1D-E22A-A82E-1B2FEFE15C96}"/>
              </a:ext>
            </a:extLst>
          </p:cNvPr>
          <p:cNvSpPr txBox="1">
            <a:spLocks noChangeArrowheads="1"/>
          </p:cNvSpPr>
          <p:nvPr/>
        </p:nvSpPr>
        <p:spPr bwMode="auto">
          <a:xfrm>
            <a:off x="3416307" y="2708279"/>
            <a:ext cx="688009"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tx2"/>
              </a:buClr>
              <a:buSzPct val="7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a:spcBef>
                <a:spcPct val="0"/>
              </a:spcBef>
              <a:buClrTx/>
              <a:buSzTx/>
              <a:buFontTx/>
              <a:buNone/>
            </a:pPr>
            <a:r>
              <a:rPr lang="en-US" sz="2000" noProof="0" dirty="0"/>
              <a:t>eth0</a:t>
            </a:r>
          </a:p>
        </p:txBody>
      </p:sp>
      <p:sp>
        <p:nvSpPr>
          <p:cNvPr id="10266" name="Text Box 98">
            <a:extLst>
              <a:ext uri="{FF2B5EF4-FFF2-40B4-BE49-F238E27FC236}">
                <a16:creationId xmlns:a16="http://schemas.microsoft.com/office/drawing/2014/main" id="{1F39E370-6A8B-E6E0-7686-EA5A4FF6BF47}"/>
              </a:ext>
            </a:extLst>
          </p:cNvPr>
          <p:cNvSpPr txBox="1">
            <a:spLocks noChangeArrowheads="1"/>
          </p:cNvSpPr>
          <p:nvPr/>
        </p:nvSpPr>
        <p:spPr bwMode="auto">
          <a:xfrm>
            <a:off x="6584957" y="2736853"/>
            <a:ext cx="688009"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tx2"/>
              </a:buClr>
              <a:buSzPct val="7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a:spcBef>
                <a:spcPct val="0"/>
              </a:spcBef>
              <a:buClrTx/>
              <a:buSzTx/>
              <a:buFontTx/>
              <a:buNone/>
            </a:pPr>
            <a:r>
              <a:rPr lang="en-US" sz="2000" noProof="0" dirty="0"/>
              <a:t>eth0</a:t>
            </a:r>
          </a:p>
        </p:txBody>
      </p:sp>
      <p:sp>
        <p:nvSpPr>
          <p:cNvPr id="10267" name="Text Box 99">
            <a:extLst>
              <a:ext uri="{FF2B5EF4-FFF2-40B4-BE49-F238E27FC236}">
                <a16:creationId xmlns:a16="http://schemas.microsoft.com/office/drawing/2014/main" id="{288E4019-2360-958B-6C14-2208CAB2E135}"/>
              </a:ext>
            </a:extLst>
          </p:cNvPr>
          <p:cNvSpPr txBox="1">
            <a:spLocks noChangeArrowheads="1"/>
          </p:cNvSpPr>
          <p:nvPr/>
        </p:nvSpPr>
        <p:spPr bwMode="auto">
          <a:xfrm>
            <a:off x="2727332" y="4664077"/>
            <a:ext cx="688009"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tx2"/>
              </a:buClr>
              <a:buSzPct val="7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a:spcBef>
                <a:spcPct val="0"/>
              </a:spcBef>
              <a:buClrTx/>
              <a:buSzTx/>
              <a:buFontTx/>
              <a:buNone/>
            </a:pPr>
            <a:r>
              <a:rPr lang="en-US" sz="2000" noProof="0" dirty="0"/>
              <a:t>eth0</a:t>
            </a:r>
          </a:p>
        </p:txBody>
      </p:sp>
      <p:sp>
        <p:nvSpPr>
          <p:cNvPr id="10268" name="Text Box 100">
            <a:extLst>
              <a:ext uri="{FF2B5EF4-FFF2-40B4-BE49-F238E27FC236}">
                <a16:creationId xmlns:a16="http://schemas.microsoft.com/office/drawing/2014/main" id="{BBE1FFC5-E283-5B49-68CA-5DDE695A9534}"/>
              </a:ext>
            </a:extLst>
          </p:cNvPr>
          <p:cNvSpPr txBox="1">
            <a:spLocks noChangeArrowheads="1"/>
          </p:cNvSpPr>
          <p:nvPr/>
        </p:nvSpPr>
        <p:spPr bwMode="auto">
          <a:xfrm>
            <a:off x="7124707" y="5511803"/>
            <a:ext cx="688009"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tx2"/>
              </a:buClr>
              <a:buSzPct val="7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a:spcBef>
                <a:spcPct val="0"/>
              </a:spcBef>
              <a:buClrTx/>
              <a:buSzTx/>
              <a:buFontTx/>
              <a:buNone/>
            </a:pPr>
            <a:r>
              <a:rPr lang="en-US" sz="2000" noProof="0" dirty="0"/>
              <a:t>eth1</a:t>
            </a:r>
          </a:p>
        </p:txBody>
      </p:sp>
      <p:sp>
        <p:nvSpPr>
          <p:cNvPr id="10269" name="Text Box 101">
            <a:extLst>
              <a:ext uri="{FF2B5EF4-FFF2-40B4-BE49-F238E27FC236}">
                <a16:creationId xmlns:a16="http://schemas.microsoft.com/office/drawing/2014/main" id="{33ABE2C2-204A-CB27-DE2F-68ED3EDFD5F8}"/>
              </a:ext>
            </a:extLst>
          </p:cNvPr>
          <p:cNvSpPr txBox="1">
            <a:spLocks noChangeArrowheads="1"/>
          </p:cNvSpPr>
          <p:nvPr/>
        </p:nvSpPr>
        <p:spPr bwMode="auto">
          <a:xfrm>
            <a:off x="3946532" y="5511803"/>
            <a:ext cx="688009"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tx2"/>
              </a:buClr>
              <a:buSzPct val="7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a:spcBef>
                <a:spcPct val="0"/>
              </a:spcBef>
              <a:buClrTx/>
              <a:buSzTx/>
              <a:buFontTx/>
              <a:buNone/>
            </a:pPr>
            <a:r>
              <a:rPr lang="en-US" sz="2000" noProof="0" dirty="0"/>
              <a:t>eth1</a:t>
            </a:r>
          </a:p>
        </p:txBody>
      </p:sp>
      <p:sp>
        <p:nvSpPr>
          <p:cNvPr id="10270" name="Text Box 102">
            <a:extLst>
              <a:ext uri="{FF2B5EF4-FFF2-40B4-BE49-F238E27FC236}">
                <a16:creationId xmlns:a16="http://schemas.microsoft.com/office/drawing/2014/main" id="{FE5C0C6F-5752-A6B5-89A2-2B26AF82C02B}"/>
              </a:ext>
            </a:extLst>
          </p:cNvPr>
          <p:cNvSpPr txBox="1">
            <a:spLocks noChangeArrowheads="1"/>
          </p:cNvSpPr>
          <p:nvPr/>
        </p:nvSpPr>
        <p:spPr bwMode="auto">
          <a:xfrm>
            <a:off x="8240720" y="4673602"/>
            <a:ext cx="688009"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tx2"/>
              </a:buClr>
              <a:buSzPct val="7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a:spcBef>
                <a:spcPct val="0"/>
              </a:spcBef>
              <a:buClrTx/>
              <a:buSzTx/>
              <a:buFontTx/>
              <a:buNone/>
            </a:pPr>
            <a:r>
              <a:rPr lang="en-US" sz="2000" noProof="0" dirty="0"/>
              <a:t>eth0</a:t>
            </a:r>
          </a:p>
        </p:txBody>
      </p:sp>
      <p:sp>
        <p:nvSpPr>
          <p:cNvPr id="10271" name="Text Box 103">
            <a:extLst>
              <a:ext uri="{FF2B5EF4-FFF2-40B4-BE49-F238E27FC236}">
                <a16:creationId xmlns:a16="http://schemas.microsoft.com/office/drawing/2014/main" id="{D22681EA-95BD-BD5B-0F7C-B99A6DFEDAF6}"/>
              </a:ext>
            </a:extLst>
          </p:cNvPr>
          <p:cNvSpPr txBox="1">
            <a:spLocks noChangeArrowheads="1"/>
          </p:cNvSpPr>
          <p:nvPr/>
        </p:nvSpPr>
        <p:spPr bwMode="auto">
          <a:xfrm>
            <a:off x="1599216" y="4003677"/>
            <a:ext cx="1905393" cy="400110"/>
          </a:xfrm>
          <a:prstGeom prst="rect">
            <a:avLst/>
          </a:prstGeom>
          <a:solidFill>
            <a:srgbClr val="FFFFC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tx2"/>
              </a:buClr>
              <a:buSzPct val="7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algn="ctr">
              <a:spcBef>
                <a:spcPct val="0"/>
              </a:spcBef>
              <a:buClrTx/>
              <a:buSzTx/>
              <a:buFontTx/>
              <a:buNone/>
            </a:pPr>
            <a:r>
              <a:rPr lang="en-US" sz="2000" noProof="0" dirty="0"/>
              <a:t>195.11.14.0/24</a:t>
            </a:r>
          </a:p>
        </p:txBody>
      </p:sp>
      <p:sp>
        <p:nvSpPr>
          <p:cNvPr id="10272" name="Text Box 104">
            <a:extLst>
              <a:ext uri="{FF2B5EF4-FFF2-40B4-BE49-F238E27FC236}">
                <a16:creationId xmlns:a16="http://schemas.microsoft.com/office/drawing/2014/main" id="{F80BAB7C-E839-7A24-3FA1-235976C785C4}"/>
              </a:ext>
            </a:extLst>
          </p:cNvPr>
          <p:cNvSpPr txBox="1">
            <a:spLocks noChangeArrowheads="1"/>
          </p:cNvSpPr>
          <p:nvPr/>
        </p:nvSpPr>
        <p:spPr bwMode="auto">
          <a:xfrm>
            <a:off x="8198549" y="3978275"/>
            <a:ext cx="1628972" cy="400110"/>
          </a:xfrm>
          <a:prstGeom prst="rect">
            <a:avLst/>
          </a:prstGeom>
          <a:solidFill>
            <a:srgbClr val="FFFFC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tx2"/>
              </a:buClr>
              <a:buSzPct val="7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algn="ctr">
              <a:spcBef>
                <a:spcPct val="0"/>
              </a:spcBef>
              <a:buClrTx/>
              <a:buSzTx/>
              <a:buFontTx/>
              <a:buNone/>
            </a:pPr>
            <a:r>
              <a:rPr lang="en-US" sz="2000" noProof="0" dirty="0"/>
              <a:t>200.1.1.0/24</a:t>
            </a:r>
          </a:p>
        </p:txBody>
      </p:sp>
      <p:sp>
        <p:nvSpPr>
          <p:cNvPr id="10273" name="Text Box 105">
            <a:extLst>
              <a:ext uri="{FF2B5EF4-FFF2-40B4-BE49-F238E27FC236}">
                <a16:creationId xmlns:a16="http://schemas.microsoft.com/office/drawing/2014/main" id="{921E4EFE-4742-D765-AEA4-972D7610E490}"/>
              </a:ext>
            </a:extLst>
          </p:cNvPr>
          <p:cNvSpPr txBox="1">
            <a:spLocks noChangeArrowheads="1"/>
          </p:cNvSpPr>
          <p:nvPr/>
        </p:nvSpPr>
        <p:spPr bwMode="auto">
          <a:xfrm>
            <a:off x="5089529" y="5451477"/>
            <a:ext cx="1628972" cy="400110"/>
          </a:xfrm>
          <a:prstGeom prst="rect">
            <a:avLst/>
          </a:prstGeom>
          <a:solidFill>
            <a:srgbClr val="FFFFC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tx2"/>
              </a:buClr>
              <a:buSzPct val="7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a:spcBef>
                <a:spcPct val="0"/>
              </a:spcBef>
              <a:buClrTx/>
              <a:buSzTx/>
              <a:buFontTx/>
              <a:buNone/>
            </a:pPr>
            <a:r>
              <a:rPr lang="en-US" sz="2000" noProof="0" dirty="0"/>
              <a:t>100.0.0.8/30</a:t>
            </a:r>
          </a:p>
        </p:txBody>
      </p:sp>
      <p:sp>
        <p:nvSpPr>
          <p:cNvPr id="10274" name="Text Box 106">
            <a:extLst>
              <a:ext uri="{FF2B5EF4-FFF2-40B4-BE49-F238E27FC236}">
                <a16:creationId xmlns:a16="http://schemas.microsoft.com/office/drawing/2014/main" id="{3A326E34-F219-77A9-C8F0-C50BF3C34624}"/>
              </a:ext>
            </a:extLst>
          </p:cNvPr>
          <p:cNvSpPr txBox="1">
            <a:spLocks noChangeArrowheads="1"/>
          </p:cNvSpPr>
          <p:nvPr/>
        </p:nvSpPr>
        <p:spPr bwMode="auto">
          <a:xfrm>
            <a:off x="4087303" y="2665414"/>
            <a:ext cx="401072" cy="400110"/>
          </a:xfrm>
          <a:prstGeom prst="rect">
            <a:avLst/>
          </a:prstGeom>
          <a:solidFill>
            <a:srgbClr val="FFFFC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tx2"/>
              </a:buClr>
              <a:buSzPct val="7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algn="ctr">
              <a:spcBef>
                <a:spcPct val="0"/>
              </a:spcBef>
              <a:buClrTx/>
              <a:buSzTx/>
              <a:buFontTx/>
              <a:buNone/>
            </a:pPr>
            <a:r>
              <a:rPr lang="en-US" sz="2000" noProof="0" dirty="0"/>
              <a:t>.5</a:t>
            </a:r>
          </a:p>
        </p:txBody>
      </p:sp>
      <p:sp>
        <p:nvSpPr>
          <p:cNvPr id="10275" name="Text Box 107">
            <a:extLst>
              <a:ext uri="{FF2B5EF4-FFF2-40B4-BE49-F238E27FC236}">
                <a16:creationId xmlns:a16="http://schemas.microsoft.com/office/drawing/2014/main" id="{C1DD3443-C3CF-3954-1C52-3700DF353D80}"/>
              </a:ext>
            </a:extLst>
          </p:cNvPr>
          <p:cNvSpPr txBox="1">
            <a:spLocks noChangeArrowheads="1"/>
          </p:cNvSpPr>
          <p:nvPr/>
        </p:nvSpPr>
        <p:spPr bwMode="auto">
          <a:xfrm>
            <a:off x="6158895" y="2736852"/>
            <a:ext cx="394916" cy="400110"/>
          </a:xfrm>
          <a:prstGeom prst="rect">
            <a:avLst/>
          </a:prstGeom>
          <a:solidFill>
            <a:srgbClr val="FFFFC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tx2"/>
              </a:buClr>
              <a:buSzPct val="7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algn="ctr">
              <a:spcBef>
                <a:spcPct val="0"/>
              </a:spcBef>
              <a:buClrTx/>
              <a:buSzTx/>
              <a:buFontTx/>
              <a:buNone/>
            </a:pPr>
            <a:r>
              <a:rPr lang="en-US" sz="2000" noProof="0" dirty="0"/>
              <a:t>.7</a:t>
            </a:r>
          </a:p>
        </p:txBody>
      </p:sp>
      <p:sp>
        <p:nvSpPr>
          <p:cNvPr id="10276" name="Text Box 108">
            <a:extLst>
              <a:ext uri="{FF2B5EF4-FFF2-40B4-BE49-F238E27FC236}">
                <a16:creationId xmlns:a16="http://schemas.microsoft.com/office/drawing/2014/main" id="{79043165-0604-162A-85F7-D2C4797BD2BD}"/>
              </a:ext>
            </a:extLst>
          </p:cNvPr>
          <p:cNvSpPr txBox="1">
            <a:spLocks noChangeArrowheads="1"/>
          </p:cNvSpPr>
          <p:nvPr/>
        </p:nvSpPr>
        <p:spPr bwMode="auto">
          <a:xfrm>
            <a:off x="8922035" y="4681540"/>
            <a:ext cx="401072" cy="400110"/>
          </a:xfrm>
          <a:prstGeom prst="rect">
            <a:avLst/>
          </a:prstGeom>
          <a:solidFill>
            <a:srgbClr val="FFFFC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tx2"/>
              </a:buClr>
              <a:buSzPct val="7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algn="ctr">
              <a:spcBef>
                <a:spcPct val="0"/>
              </a:spcBef>
              <a:buClrTx/>
              <a:buSzTx/>
              <a:buFontTx/>
              <a:buNone/>
            </a:pPr>
            <a:r>
              <a:rPr lang="en-US" sz="2000" noProof="0" dirty="0"/>
              <a:t>.1</a:t>
            </a:r>
          </a:p>
        </p:txBody>
      </p:sp>
      <p:sp>
        <p:nvSpPr>
          <p:cNvPr id="10277" name="Text Box 109">
            <a:extLst>
              <a:ext uri="{FF2B5EF4-FFF2-40B4-BE49-F238E27FC236}">
                <a16:creationId xmlns:a16="http://schemas.microsoft.com/office/drawing/2014/main" id="{99998D75-2480-FAAF-FB3B-C4D56489090C}"/>
              </a:ext>
            </a:extLst>
          </p:cNvPr>
          <p:cNvSpPr txBox="1">
            <a:spLocks noChangeArrowheads="1"/>
          </p:cNvSpPr>
          <p:nvPr/>
        </p:nvSpPr>
        <p:spPr bwMode="auto">
          <a:xfrm>
            <a:off x="2338674" y="4681540"/>
            <a:ext cx="401072" cy="400110"/>
          </a:xfrm>
          <a:prstGeom prst="rect">
            <a:avLst/>
          </a:prstGeom>
          <a:solidFill>
            <a:srgbClr val="FFFFC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tx2"/>
              </a:buClr>
              <a:buSzPct val="7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algn="ctr">
              <a:spcBef>
                <a:spcPct val="0"/>
              </a:spcBef>
              <a:buClrTx/>
              <a:buSzTx/>
              <a:buFontTx/>
              <a:buNone/>
            </a:pPr>
            <a:r>
              <a:rPr lang="en-US" sz="2000" noProof="0" dirty="0"/>
              <a:t>.1</a:t>
            </a:r>
          </a:p>
        </p:txBody>
      </p:sp>
      <p:sp>
        <p:nvSpPr>
          <p:cNvPr id="10278" name="Text Box 110">
            <a:extLst>
              <a:ext uri="{FF2B5EF4-FFF2-40B4-BE49-F238E27FC236}">
                <a16:creationId xmlns:a16="http://schemas.microsoft.com/office/drawing/2014/main" id="{EB4B189A-A2EA-8885-88CE-13D905165B31}"/>
              </a:ext>
            </a:extLst>
          </p:cNvPr>
          <p:cNvSpPr txBox="1">
            <a:spLocks noChangeArrowheads="1"/>
          </p:cNvSpPr>
          <p:nvPr/>
        </p:nvSpPr>
        <p:spPr bwMode="auto">
          <a:xfrm>
            <a:off x="4015074" y="5908675"/>
            <a:ext cx="401072" cy="400110"/>
          </a:xfrm>
          <a:prstGeom prst="rect">
            <a:avLst/>
          </a:prstGeom>
          <a:solidFill>
            <a:srgbClr val="FFFFC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tx2"/>
              </a:buClr>
              <a:buSzPct val="7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algn="ctr">
              <a:spcBef>
                <a:spcPct val="0"/>
              </a:spcBef>
              <a:buClrTx/>
              <a:buSzTx/>
              <a:buFontTx/>
              <a:buNone/>
            </a:pPr>
            <a:r>
              <a:rPr lang="en-US" sz="2000" noProof="0" dirty="0"/>
              <a:t>.9</a:t>
            </a:r>
          </a:p>
        </p:txBody>
      </p:sp>
      <p:sp>
        <p:nvSpPr>
          <p:cNvPr id="10279" name="Text Box 111">
            <a:extLst>
              <a:ext uri="{FF2B5EF4-FFF2-40B4-BE49-F238E27FC236}">
                <a16:creationId xmlns:a16="http://schemas.microsoft.com/office/drawing/2014/main" id="{FDEBF8A9-0F2C-F5AA-97E4-349B72E56102}"/>
              </a:ext>
            </a:extLst>
          </p:cNvPr>
          <p:cNvSpPr txBox="1">
            <a:spLocks noChangeArrowheads="1"/>
          </p:cNvSpPr>
          <p:nvPr/>
        </p:nvSpPr>
        <p:spPr bwMode="auto">
          <a:xfrm>
            <a:off x="7144952" y="5908675"/>
            <a:ext cx="540533" cy="400110"/>
          </a:xfrm>
          <a:prstGeom prst="rect">
            <a:avLst/>
          </a:prstGeom>
          <a:solidFill>
            <a:srgbClr val="FFFFC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tx2"/>
              </a:buClr>
              <a:buSzPct val="7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algn="ctr">
              <a:spcBef>
                <a:spcPct val="0"/>
              </a:spcBef>
              <a:buClrTx/>
              <a:buSzTx/>
              <a:buFontTx/>
              <a:buNone/>
            </a:pPr>
            <a:r>
              <a:rPr lang="en-US" sz="2000" noProof="0" dirty="0"/>
              <a:t>.10</a:t>
            </a:r>
          </a:p>
        </p:txBody>
      </p:sp>
      <p:sp>
        <p:nvSpPr>
          <p:cNvPr id="10280" name="Rectangle 113">
            <a:extLst>
              <a:ext uri="{FF2B5EF4-FFF2-40B4-BE49-F238E27FC236}">
                <a16:creationId xmlns:a16="http://schemas.microsoft.com/office/drawing/2014/main" id="{0D7BCB94-870A-F915-DC49-D069C03C6482}"/>
              </a:ext>
            </a:extLst>
          </p:cNvPr>
          <p:cNvSpPr>
            <a:spLocks noChangeArrowheads="1"/>
          </p:cNvSpPr>
          <p:nvPr/>
        </p:nvSpPr>
        <p:spPr bwMode="auto">
          <a:xfrm>
            <a:off x="8975725" y="2098676"/>
            <a:ext cx="674688" cy="609600"/>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tx2"/>
              </a:buClr>
              <a:buSzPct val="7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algn="ctr">
              <a:spcBef>
                <a:spcPct val="0"/>
              </a:spcBef>
              <a:buClrTx/>
              <a:buSzTx/>
              <a:buFontTx/>
              <a:buNone/>
            </a:pPr>
            <a:r>
              <a:rPr lang="en-US" sz="2000" b="1" noProof="0" dirty="0"/>
              <a:t>pc3</a:t>
            </a:r>
            <a:endParaRPr lang="en-US" sz="2400" noProof="0" dirty="0"/>
          </a:p>
        </p:txBody>
      </p:sp>
      <p:pic>
        <p:nvPicPr>
          <p:cNvPr id="10281" name="Picture 114" descr="scheda-giu">
            <a:extLst>
              <a:ext uri="{FF2B5EF4-FFF2-40B4-BE49-F238E27FC236}">
                <a16:creationId xmlns:a16="http://schemas.microsoft.com/office/drawing/2014/main" id="{502B727A-2B60-BF31-F426-C23ACB2620DF}"/>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128125" y="2606675"/>
            <a:ext cx="331788" cy="558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282" name="Line 115">
            <a:extLst>
              <a:ext uri="{FF2B5EF4-FFF2-40B4-BE49-F238E27FC236}">
                <a16:creationId xmlns:a16="http://schemas.microsoft.com/office/drawing/2014/main" id="{8523AE2E-3EC0-99BB-12D1-1F512A081DA5}"/>
              </a:ext>
            </a:extLst>
          </p:cNvPr>
          <p:cNvSpPr>
            <a:spLocks noChangeShapeType="1"/>
          </p:cNvSpPr>
          <p:nvPr/>
        </p:nvSpPr>
        <p:spPr bwMode="auto">
          <a:xfrm>
            <a:off x="9280525" y="3165475"/>
            <a:ext cx="0" cy="7620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noProof="0" dirty="0"/>
          </a:p>
        </p:txBody>
      </p:sp>
      <p:sp>
        <p:nvSpPr>
          <p:cNvPr id="10283" name="Text Box 116">
            <a:extLst>
              <a:ext uri="{FF2B5EF4-FFF2-40B4-BE49-F238E27FC236}">
                <a16:creationId xmlns:a16="http://schemas.microsoft.com/office/drawing/2014/main" id="{20E6BDAC-88FC-4A7E-9C9E-4FC4E3CF72F9}"/>
              </a:ext>
            </a:extLst>
          </p:cNvPr>
          <p:cNvSpPr txBox="1">
            <a:spLocks noChangeArrowheads="1"/>
          </p:cNvSpPr>
          <p:nvPr/>
        </p:nvSpPr>
        <p:spPr bwMode="auto">
          <a:xfrm>
            <a:off x="9509132" y="2784477"/>
            <a:ext cx="688009"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tx2"/>
              </a:buClr>
              <a:buSzPct val="7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a:spcBef>
                <a:spcPct val="0"/>
              </a:spcBef>
              <a:buClrTx/>
              <a:buSzTx/>
              <a:buFontTx/>
              <a:buNone/>
            </a:pPr>
            <a:r>
              <a:rPr lang="en-US" sz="2000" noProof="0" dirty="0"/>
              <a:t>eth0</a:t>
            </a:r>
          </a:p>
        </p:txBody>
      </p:sp>
      <p:sp>
        <p:nvSpPr>
          <p:cNvPr id="10284" name="Text Box 117">
            <a:extLst>
              <a:ext uri="{FF2B5EF4-FFF2-40B4-BE49-F238E27FC236}">
                <a16:creationId xmlns:a16="http://schemas.microsoft.com/office/drawing/2014/main" id="{E6FF9A67-6869-95F7-2463-D9678D1D175A}"/>
              </a:ext>
            </a:extLst>
          </p:cNvPr>
          <p:cNvSpPr txBox="1">
            <a:spLocks noChangeArrowheads="1"/>
          </p:cNvSpPr>
          <p:nvPr/>
        </p:nvSpPr>
        <p:spPr bwMode="auto">
          <a:xfrm>
            <a:off x="10187274" y="2736852"/>
            <a:ext cx="401072" cy="400110"/>
          </a:xfrm>
          <a:prstGeom prst="rect">
            <a:avLst/>
          </a:prstGeom>
          <a:solidFill>
            <a:srgbClr val="FFFFC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tx2"/>
              </a:buClr>
              <a:buSzPct val="7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algn="ctr">
              <a:spcBef>
                <a:spcPct val="0"/>
              </a:spcBef>
              <a:buClrTx/>
              <a:buSzTx/>
              <a:buFontTx/>
              <a:buNone/>
            </a:pPr>
            <a:r>
              <a:rPr lang="en-US" sz="2000" noProof="0" dirty="0"/>
              <a:t>.3</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8" name="Rectangle 119">
            <a:extLst>
              <a:ext uri="{FF2B5EF4-FFF2-40B4-BE49-F238E27FC236}">
                <a16:creationId xmlns:a16="http://schemas.microsoft.com/office/drawing/2014/main" id="{E75647D9-93B8-A3DD-1380-212904B4C8D7}"/>
              </a:ext>
            </a:extLst>
          </p:cNvPr>
          <p:cNvSpPr>
            <a:spLocks noGrp="1" noChangeArrowheads="1"/>
          </p:cNvSpPr>
          <p:nvPr>
            <p:ph type="title"/>
          </p:nvPr>
        </p:nvSpPr>
        <p:spPr/>
        <p:txBody>
          <a:bodyPr/>
          <a:lstStyle/>
          <a:p>
            <a:pPr eaLnBrk="1" hangingPunct="1"/>
            <a:r>
              <a:rPr lang="en-US" noProof="0" dirty="0"/>
              <a:t>network topology – complete overview</a:t>
            </a:r>
          </a:p>
        </p:txBody>
      </p:sp>
      <p:sp>
        <p:nvSpPr>
          <p:cNvPr id="43" name="Segnaposto data 2">
            <a:extLst>
              <a:ext uri="{FF2B5EF4-FFF2-40B4-BE49-F238E27FC236}">
                <a16:creationId xmlns:a16="http://schemas.microsoft.com/office/drawing/2014/main" id="{2D7AB25C-9229-6B51-6581-B2FA6A4C1811}"/>
              </a:ext>
            </a:extLst>
          </p:cNvPr>
          <p:cNvSpPr>
            <a:spLocks noGrp="1"/>
          </p:cNvSpPr>
          <p:nvPr>
            <p:ph type="dt" sz="half" idx="10"/>
          </p:nvPr>
        </p:nvSpPr>
        <p:spPr/>
        <p:txBody>
          <a:bodyPr/>
          <a:lstStyle/>
          <a:p>
            <a:pPr>
              <a:defRPr/>
            </a:pPr>
            <a:r>
              <a:rPr lang="en-US" noProof="0"/>
              <a:t>last update: Oct 2026</a:t>
            </a:r>
            <a:endParaRPr lang="en-US" noProof="0" dirty="0"/>
          </a:p>
        </p:txBody>
      </p:sp>
      <p:sp>
        <p:nvSpPr>
          <p:cNvPr id="44" name="Segnaposto piè di pagina 3">
            <a:extLst>
              <a:ext uri="{FF2B5EF4-FFF2-40B4-BE49-F238E27FC236}">
                <a16:creationId xmlns:a16="http://schemas.microsoft.com/office/drawing/2014/main" id="{C29382C5-7445-68FE-8674-D971FD490312}"/>
              </a:ext>
            </a:extLst>
          </p:cNvPr>
          <p:cNvSpPr>
            <a:spLocks noGrp="1"/>
          </p:cNvSpPr>
          <p:nvPr>
            <p:ph type="ftr" sz="quarter" idx="11"/>
          </p:nvPr>
        </p:nvSpPr>
        <p:spPr/>
        <p:txBody>
          <a:bodyPr/>
          <a:lstStyle/>
          <a:p>
            <a:pPr>
              <a:defRPr/>
            </a:pPr>
            <a:r>
              <a:rPr lang="en-US" noProof="0" dirty="0"/>
              <a:t>kathara – [ lab: basic-ipv4 ]</a:t>
            </a:r>
          </a:p>
        </p:txBody>
      </p:sp>
      <p:sp>
        <p:nvSpPr>
          <p:cNvPr id="11269" name="Line 55">
            <a:extLst>
              <a:ext uri="{FF2B5EF4-FFF2-40B4-BE49-F238E27FC236}">
                <a16:creationId xmlns:a16="http://schemas.microsoft.com/office/drawing/2014/main" id="{97F90661-369E-AF7B-5422-81BCB94E541B}"/>
              </a:ext>
            </a:extLst>
          </p:cNvPr>
          <p:cNvSpPr>
            <a:spLocks noChangeShapeType="1"/>
          </p:cNvSpPr>
          <p:nvPr/>
        </p:nvSpPr>
        <p:spPr bwMode="auto">
          <a:xfrm>
            <a:off x="8061325" y="3927481"/>
            <a:ext cx="0" cy="93027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noProof="0" dirty="0"/>
          </a:p>
        </p:txBody>
      </p:sp>
      <p:sp>
        <p:nvSpPr>
          <p:cNvPr id="11270" name="Line 3">
            <a:extLst>
              <a:ext uri="{FF2B5EF4-FFF2-40B4-BE49-F238E27FC236}">
                <a16:creationId xmlns:a16="http://schemas.microsoft.com/office/drawing/2014/main" id="{2D363B62-259F-EEB4-D608-AC0A42C093A8}"/>
              </a:ext>
            </a:extLst>
          </p:cNvPr>
          <p:cNvSpPr>
            <a:spLocks noChangeShapeType="1"/>
          </p:cNvSpPr>
          <p:nvPr/>
        </p:nvSpPr>
        <p:spPr bwMode="auto">
          <a:xfrm flipH="1">
            <a:off x="4327525" y="5391150"/>
            <a:ext cx="3125788"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noProof="0" dirty="0"/>
          </a:p>
        </p:txBody>
      </p:sp>
      <p:sp>
        <p:nvSpPr>
          <p:cNvPr id="11271" name="Text Box 27">
            <a:extLst>
              <a:ext uri="{FF2B5EF4-FFF2-40B4-BE49-F238E27FC236}">
                <a16:creationId xmlns:a16="http://schemas.microsoft.com/office/drawing/2014/main" id="{2E15300B-3CFD-7EC4-3C94-40550E87510B}"/>
              </a:ext>
            </a:extLst>
          </p:cNvPr>
          <p:cNvSpPr txBox="1">
            <a:spLocks noChangeArrowheads="1"/>
          </p:cNvSpPr>
          <p:nvPr/>
        </p:nvSpPr>
        <p:spPr bwMode="auto">
          <a:xfrm>
            <a:off x="4078288" y="3576644"/>
            <a:ext cx="465192"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tx2"/>
              </a:buClr>
              <a:buSzPct val="7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a:spcBef>
                <a:spcPct val="0"/>
              </a:spcBef>
              <a:buClrTx/>
              <a:buSzTx/>
              <a:buFontTx/>
              <a:buNone/>
            </a:pPr>
            <a:r>
              <a:rPr lang="en-US" b="1" noProof="0" dirty="0">
                <a:solidFill>
                  <a:schemeClr val="accent1"/>
                </a:solidFill>
              </a:rPr>
              <a:t>A</a:t>
            </a:r>
            <a:endParaRPr lang="en-US" sz="2000" noProof="0" dirty="0">
              <a:solidFill>
                <a:schemeClr val="accent1"/>
              </a:solidFill>
            </a:endParaRPr>
          </a:p>
        </p:txBody>
      </p:sp>
      <p:sp>
        <p:nvSpPr>
          <p:cNvPr id="11272" name="Line 29">
            <a:extLst>
              <a:ext uri="{FF2B5EF4-FFF2-40B4-BE49-F238E27FC236}">
                <a16:creationId xmlns:a16="http://schemas.microsoft.com/office/drawing/2014/main" id="{A419CEDD-2D5C-6A52-7E8E-B3EA9CE6A5EF}"/>
              </a:ext>
            </a:extLst>
          </p:cNvPr>
          <p:cNvSpPr>
            <a:spLocks noChangeShapeType="1"/>
          </p:cNvSpPr>
          <p:nvPr/>
        </p:nvSpPr>
        <p:spPr bwMode="auto">
          <a:xfrm>
            <a:off x="3565525" y="3927482"/>
            <a:ext cx="0" cy="85407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noProof="0" dirty="0"/>
          </a:p>
        </p:txBody>
      </p:sp>
      <p:sp>
        <p:nvSpPr>
          <p:cNvPr id="11273" name="Rectangle 35">
            <a:extLst>
              <a:ext uri="{FF2B5EF4-FFF2-40B4-BE49-F238E27FC236}">
                <a16:creationId xmlns:a16="http://schemas.microsoft.com/office/drawing/2014/main" id="{A70FBF88-4F82-F32E-4FAE-1DA940C6928F}"/>
              </a:ext>
            </a:extLst>
          </p:cNvPr>
          <p:cNvSpPr>
            <a:spLocks noChangeArrowheads="1"/>
          </p:cNvSpPr>
          <p:nvPr/>
        </p:nvSpPr>
        <p:spPr bwMode="auto">
          <a:xfrm>
            <a:off x="3260726" y="5086350"/>
            <a:ext cx="674688" cy="609600"/>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tx2"/>
              </a:buClr>
              <a:buSzPct val="7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algn="ctr">
              <a:spcBef>
                <a:spcPct val="0"/>
              </a:spcBef>
              <a:buClrTx/>
              <a:buSzTx/>
              <a:buFontTx/>
              <a:buNone/>
            </a:pPr>
            <a:r>
              <a:rPr lang="en-US" sz="2000" b="1" noProof="0" dirty="0"/>
              <a:t>r1</a:t>
            </a:r>
            <a:endParaRPr lang="en-US" sz="2400" noProof="0" dirty="0"/>
          </a:p>
        </p:txBody>
      </p:sp>
      <p:sp>
        <p:nvSpPr>
          <p:cNvPr id="11274" name="Rectangle 39">
            <a:extLst>
              <a:ext uri="{FF2B5EF4-FFF2-40B4-BE49-F238E27FC236}">
                <a16:creationId xmlns:a16="http://schemas.microsoft.com/office/drawing/2014/main" id="{2F39A354-37CD-C0B6-728C-81801AA73F31}"/>
              </a:ext>
            </a:extLst>
          </p:cNvPr>
          <p:cNvSpPr>
            <a:spLocks noChangeArrowheads="1"/>
          </p:cNvSpPr>
          <p:nvPr/>
        </p:nvSpPr>
        <p:spPr bwMode="auto">
          <a:xfrm>
            <a:off x="7758120" y="5086350"/>
            <a:ext cx="695325" cy="609600"/>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tx2"/>
              </a:buClr>
              <a:buSzPct val="7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algn="ctr">
              <a:spcBef>
                <a:spcPct val="0"/>
              </a:spcBef>
              <a:buClrTx/>
              <a:buSzTx/>
              <a:buFontTx/>
              <a:buNone/>
            </a:pPr>
            <a:r>
              <a:rPr lang="en-US" sz="2000" b="1" noProof="0" dirty="0"/>
              <a:t>r2</a:t>
            </a:r>
            <a:endParaRPr lang="en-US" sz="2400" noProof="0" dirty="0"/>
          </a:p>
        </p:txBody>
      </p:sp>
      <p:pic>
        <p:nvPicPr>
          <p:cNvPr id="11275" name="Picture 43" descr="scheda-su">
            <a:extLst>
              <a:ext uri="{FF2B5EF4-FFF2-40B4-BE49-F238E27FC236}">
                <a16:creationId xmlns:a16="http://schemas.microsoft.com/office/drawing/2014/main" id="{5836B4DA-629D-BBF6-7176-12B7FADF6C4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413125" y="4603750"/>
            <a:ext cx="331788" cy="558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276" name="Picture 52" descr="scheda-su">
            <a:extLst>
              <a:ext uri="{FF2B5EF4-FFF2-40B4-BE49-F238E27FC236}">
                <a16:creationId xmlns:a16="http://schemas.microsoft.com/office/drawing/2014/main" id="{7A6BBFEA-0CB1-E490-FBB7-C7A9D9D38EA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908925" y="4629150"/>
            <a:ext cx="331788" cy="558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277" name="Line 68">
            <a:extLst>
              <a:ext uri="{FF2B5EF4-FFF2-40B4-BE49-F238E27FC236}">
                <a16:creationId xmlns:a16="http://schemas.microsoft.com/office/drawing/2014/main" id="{D46AF7D8-7DA3-8A0C-85AE-BACC93DC46A9}"/>
              </a:ext>
            </a:extLst>
          </p:cNvPr>
          <p:cNvSpPr>
            <a:spLocks noChangeShapeType="1"/>
          </p:cNvSpPr>
          <p:nvPr/>
        </p:nvSpPr>
        <p:spPr bwMode="auto">
          <a:xfrm flipH="1">
            <a:off x="2805113" y="3927475"/>
            <a:ext cx="1293812"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noProof="0" dirty="0"/>
          </a:p>
        </p:txBody>
      </p:sp>
      <p:pic>
        <p:nvPicPr>
          <p:cNvPr id="11278" name="Picture 12" descr="scheda-right">
            <a:extLst>
              <a:ext uri="{FF2B5EF4-FFF2-40B4-BE49-F238E27FC236}">
                <a16:creationId xmlns:a16="http://schemas.microsoft.com/office/drawing/2014/main" id="{5919D6AA-7A65-8F0D-F7EB-1E45AD13995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870325" y="5238751"/>
            <a:ext cx="533400" cy="317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279" name="Text Box 75">
            <a:extLst>
              <a:ext uri="{FF2B5EF4-FFF2-40B4-BE49-F238E27FC236}">
                <a16:creationId xmlns:a16="http://schemas.microsoft.com/office/drawing/2014/main" id="{E34FC438-C96F-8F4C-7D71-72234F0D3174}"/>
              </a:ext>
            </a:extLst>
          </p:cNvPr>
          <p:cNvSpPr txBox="1">
            <a:spLocks noChangeArrowheads="1"/>
          </p:cNvSpPr>
          <p:nvPr/>
        </p:nvSpPr>
        <p:spPr bwMode="auto">
          <a:xfrm>
            <a:off x="6561138" y="3622680"/>
            <a:ext cx="458780"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tx2"/>
              </a:buClr>
              <a:buSzPct val="7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a:spcBef>
                <a:spcPct val="0"/>
              </a:spcBef>
              <a:buClrTx/>
              <a:buSzTx/>
              <a:buFontTx/>
              <a:buNone/>
            </a:pPr>
            <a:r>
              <a:rPr lang="en-US" b="1" noProof="0" dirty="0">
                <a:solidFill>
                  <a:schemeClr val="accent1"/>
                </a:solidFill>
              </a:rPr>
              <a:t>C</a:t>
            </a:r>
            <a:endParaRPr lang="en-US" noProof="0" dirty="0">
              <a:solidFill>
                <a:schemeClr val="accent1"/>
              </a:solidFill>
            </a:endParaRPr>
          </a:p>
        </p:txBody>
      </p:sp>
      <p:sp>
        <p:nvSpPr>
          <p:cNvPr id="11280" name="Line 76">
            <a:extLst>
              <a:ext uri="{FF2B5EF4-FFF2-40B4-BE49-F238E27FC236}">
                <a16:creationId xmlns:a16="http://schemas.microsoft.com/office/drawing/2014/main" id="{48738767-10D0-2229-D35F-DE3E7697DC30}"/>
              </a:ext>
            </a:extLst>
          </p:cNvPr>
          <p:cNvSpPr>
            <a:spLocks noChangeShapeType="1"/>
          </p:cNvSpPr>
          <p:nvPr/>
        </p:nvSpPr>
        <p:spPr bwMode="auto">
          <a:xfrm flipH="1">
            <a:off x="6994526" y="3927475"/>
            <a:ext cx="2819400"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noProof="0" dirty="0"/>
          </a:p>
        </p:txBody>
      </p:sp>
      <p:sp>
        <p:nvSpPr>
          <p:cNvPr id="11281" name="Text Box 77">
            <a:extLst>
              <a:ext uri="{FF2B5EF4-FFF2-40B4-BE49-F238E27FC236}">
                <a16:creationId xmlns:a16="http://schemas.microsoft.com/office/drawing/2014/main" id="{0C7515DE-FFD8-E017-B2A6-23A63615DCB2}"/>
              </a:ext>
            </a:extLst>
          </p:cNvPr>
          <p:cNvSpPr txBox="1">
            <a:spLocks noChangeArrowheads="1"/>
          </p:cNvSpPr>
          <p:nvPr/>
        </p:nvSpPr>
        <p:spPr bwMode="auto">
          <a:xfrm>
            <a:off x="5622925" y="4765680"/>
            <a:ext cx="466794"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tx2"/>
              </a:buClr>
              <a:buSzPct val="7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a:spcBef>
                <a:spcPct val="0"/>
              </a:spcBef>
              <a:buClrTx/>
              <a:buSzTx/>
              <a:buFontTx/>
              <a:buNone/>
            </a:pPr>
            <a:r>
              <a:rPr lang="en-US" b="1" noProof="0" dirty="0">
                <a:solidFill>
                  <a:schemeClr val="accent1"/>
                </a:solidFill>
              </a:rPr>
              <a:t>B</a:t>
            </a:r>
            <a:endParaRPr lang="en-US" sz="2000" noProof="0" dirty="0">
              <a:solidFill>
                <a:schemeClr val="accent1"/>
              </a:solidFill>
            </a:endParaRPr>
          </a:p>
        </p:txBody>
      </p:sp>
      <p:pic>
        <p:nvPicPr>
          <p:cNvPr id="11282" name="Picture 90" descr="scheda">
            <a:extLst>
              <a:ext uri="{FF2B5EF4-FFF2-40B4-BE49-F238E27FC236}">
                <a16:creationId xmlns:a16="http://schemas.microsoft.com/office/drawing/2014/main" id="{D6FF521C-4A29-990F-1829-F61342C5ED0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299325" y="5254625"/>
            <a:ext cx="533400" cy="317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283" name="Rectangle 91">
            <a:extLst>
              <a:ext uri="{FF2B5EF4-FFF2-40B4-BE49-F238E27FC236}">
                <a16:creationId xmlns:a16="http://schemas.microsoft.com/office/drawing/2014/main" id="{362E9449-7C46-9712-8694-D48D3DB58DD3}"/>
              </a:ext>
            </a:extLst>
          </p:cNvPr>
          <p:cNvSpPr>
            <a:spLocks noChangeArrowheads="1"/>
          </p:cNvSpPr>
          <p:nvPr/>
        </p:nvSpPr>
        <p:spPr bwMode="auto">
          <a:xfrm>
            <a:off x="2879726" y="2060577"/>
            <a:ext cx="674688" cy="609600"/>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tx2"/>
              </a:buClr>
              <a:buSzPct val="7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algn="ctr">
              <a:spcBef>
                <a:spcPct val="0"/>
              </a:spcBef>
              <a:buClrTx/>
              <a:buSzTx/>
              <a:buFontTx/>
              <a:buNone/>
            </a:pPr>
            <a:r>
              <a:rPr lang="en-US" sz="2000" b="1" noProof="0" dirty="0"/>
              <a:t>pc1</a:t>
            </a:r>
            <a:endParaRPr lang="en-US" sz="2400" noProof="0" dirty="0"/>
          </a:p>
        </p:txBody>
      </p:sp>
      <p:sp>
        <p:nvSpPr>
          <p:cNvPr id="11284" name="Rectangle 92">
            <a:extLst>
              <a:ext uri="{FF2B5EF4-FFF2-40B4-BE49-F238E27FC236}">
                <a16:creationId xmlns:a16="http://schemas.microsoft.com/office/drawing/2014/main" id="{8DABC302-DF34-6B96-C3B4-9CFCD1019D19}"/>
              </a:ext>
            </a:extLst>
          </p:cNvPr>
          <p:cNvSpPr>
            <a:spLocks noChangeArrowheads="1"/>
          </p:cNvSpPr>
          <p:nvPr/>
        </p:nvSpPr>
        <p:spPr bwMode="auto">
          <a:xfrm>
            <a:off x="7146925" y="2098676"/>
            <a:ext cx="674688" cy="609600"/>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tx2"/>
              </a:buClr>
              <a:buSzPct val="7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algn="ctr">
              <a:spcBef>
                <a:spcPct val="0"/>
              </a:spcBef>
              <a:buClrTx/>
              <a:buSzTx/>
              <a:buFontTx/>
              <a:buNone/>
            </a:pPr>
            <a:r>
              <a:rPr lang="en-US" sz="2000" b="1" noProof="0" dirty="0"/>
              <a:t>pc2</a:t>
            </a:r>
            <a:endParaRPr lang="en-US" sz="2400" noProof="0" dirty="0"/>
          </a:p>
        </p:txBody>
      </p:sp>
      <p:pic>
        <p:nvPicPr>
          <p:cNvPr id="11285" name="Picture 93" descr="scheda-giu">
            <a:extLst>
              <a:ext uri="{FF2B5EF4-FFF2-40B4-BE49-F238E27FC236}">
                <a16:creationId xmlns:a16="http://schemas.microsoft.com/office/drawing/2014/main" id="{7A0DB3C8-5CED-9BC1-3E57-679FCB7C9E12}"/>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299325" y="2606675"/>
            <a:ext cx="331788" cy="558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286" name="Picture 94" descr="scheda-giu">
            <a:extLst>
              <a:ext uri="{FF2B5EF4-FFF2-40B4-BE49-F238E27FC236}">
                <a16:creationId xmlns:a16="http://schemas.microsoft.com/office/drawing/2014/main" id="{2E58A6A5-BC63-DB90-4A94-9E5B3E3B4C07}"/>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032125" y="2606675"/>
            <a:ext cx="331788" cy="558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287" name="Line 95">
            <a:extLst>
              <a:ext uri="{FF2B5EF4-FFF2-40B4-BE49-F238E27FC236}">
                <a16:creationId xmlns:a16="http://schemas.microsoft.com/office/drawing/2014/main" id="{926D6859-311B-45AF-59C4-1588CC872168}"/>
              </a:ext>
            </a:extLst>
          </p:cNvPr>
          <p:cNvSpPr>
            <a:spLocks noChangeShapeType="1"/>
          </p:cNvSpPr>
          <p:nvPr/>
        </p:nvSpPr>
        <p:spPr bwMode="auto">
          <a:xfrm>
            <a:off x="3184525" y="3165475"/>
            <a:ext cx="0" cy="7620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noProof="0" dirty="0"/>
          </a:p>
        </p:txBody>
      </p:sp>
      <p:sp>
        <p:nvSpPr>
          <p:cNvPr id="11288" name="Line 96">
            <a:extLst>
              <a:ext uri="{FF2B5EF4-FFF2-40B4-BE49-F238E27FC236}">
                <a16:creationId xmlns:a16="http://schemas.microsoft.com/office/drawing/2014/main" id="{63DB99D0-6080-2FAF-8DF0-B94E6FC19201}"/>
              </a:ext>
            </a:extLst>
          </p:cNvPr>
          <p:cNvSpPr>
            <a:spLocks noChangeShapeType="1"/>
          </p:cNvSpPr>
          <p:nvPr/>
        </p:nvSpPr>
        <p:spPr bwMode="auto">
          <a:xfrm>
            <a:off x="7453313" y="3165475"/>
            <a:ext cx="0" cy="7620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noProof="0" dirty="0"/>
          </a:p>
        </p:txBody>
      </p:sp>
      <p:sp>
        <p:nvSpPr>
          <p:cNvPr id="11289" name="Text Box 97">
            <a:extLst>
              <a:ext uri="{FF2B5EF4-FFF2-40B4-BE49-F238E27FC236}">
                <a16:creationId xmlns:a16="http://schemas.microsoft.com/office/drawing/2014/main" id="{D7A9C10C-2622-D9C7-4419-C754AEEA0CA3}"/>
              </a:ext>
            </a:extLst>
          </p:cNvPr>
          <p:cNvSpPr txBox="1">
            <a:spLocks noChangeArrowheads="1"/>
          </p:cNvSpPr>
          <p:nvPr/>
        </p:nvSpPr>
        <p:spPr bwMode="auto">
          <a:xfrm>
            <a:off x="3416307" y="2708279"/>
            <a:ext cx="688009"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tx2"/>
              </a:buClr>
              <a:buSzPct val="7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a:spcBef>
                <a:spcPct val="0"/>
              </a:spcBef>
              <a:buClrTx/>
              <a:buSzTx/>
              <a:buFontTx/>
              <a:buNone/>
            </a:pPr>
            <a:r>
              <a:rPr lang="en-US" sz="2000" noProof="0" dirty="0"/>
              <a:t>eth0</a:t>
            </a:r>
          </a:p>
        </p:txBody>
      </p:sp>
      <p:sp>
        <p:nvSpPr>
          <p:cNvPr id="11290" name="Text Box 98">
            <a:extLst>
              <a:ext uri="{FF2B5EF4-FFF2-40B4-BE49-F238E27FC236}">
                <a16:creationId xmlns:a16="http://schemas.microsoft.com/office/drawing/2014/main" id="{30AC3EC9-D512-1D50-49D6-4F0D75A8EA3E}"/>
              </a:ext>
            </a:extLst>
          </p:cNvPr>
          <p:cNvSpPr txBox="1">
            <a:spLocks noChangeArrowheads="1"/>
          </p:cNvSpPr>
          <p:nvPr/>
        </p:nvSpPr>
        <p:spPr bwMode="auto">
          <a:xfrm>
            <a:off x="6584957" y="2736853"/>
            <a:ext cx="688009"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tx2"/>
              </a:buClr>
              <a:buSzPct val="7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a:spcBef>
                <a:spcPct val="0"/>
              </a:spcBef>
              <a:buClrTx/>
              <a:buSzTx/>
              <a:buFontTx/>
              <a:buNone/>
            </a:pPr>
            <a:r>
              <a:rPr lang="en-US" sz="2000" noProof="0" dirty="0"/>
              <a:t>eth0</a:t>
            </a:r>
          </a:p>
        </p:txBody>
      </p:sp>
      <p:sp>
        <p:nvSpPr>
          <p:cNvPr id="11291" name="Text Box 99">
            <a:extLst>
              <a:ext uri="{FF2B5EF4-FFF2-40B4-BE49-F238E27FC236}">
                <a16:creationId xmlns:a16="http://schemas.microsoft.com/office/drawing/2014/main" id="{EC7D2F34-DC1C-5107-48AC-072688D9C05C}"/>
              </a:ext>
            </a:extLst>
          </p:cNvPr>
          <p:cNvSpPr txBox="1">
            <a:spLocks noChangeArrowheads="1"/>
          </p:cNvSpPr>
          <p:nvPr/>
        </p:nvSpPr>
        <p:spPr bwMode="auto">
          <a:xfrm>
            <a:off x="2727332" y="4664077"/>
            <a:ext cx="688009"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tx2"/>
              </a:buClr>
              <a:buSzPct val="7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a:spcBef>
                <a:spcPct val="0"/>
              </a:spcBef>
              <a:buClrTx/>
              <a:buSzTx/>
              <a:buFontTx/>
              <a:buNone/>
            </a:pPr>
            <a:r>
              <a:rPr lang="en-US" sz="2000" noProof="0" dirty="0"/>
              <a:t>eth0</a:t>
            </a:r>
          </a:p>
        </p:txBody>
      </p:sp>
      <p:sp>
        <p:nvSpPr>
          <p:cNvPr id="11292" name="Text Box 100">
            <a:extLst>
              <a:ext uri="{FF2B5EF4-FFF2-40B4-BE49-F238E27FC236}">
                <a16:creationId xmlns:a16="http://schemas.microsoft.com/office/drawing/2014/main" id="{EDA2F17B-55A1-2CBE-3F46-F758E1AA5B5E}"/>
              </a:ext>
            </a:extLst>
          </p:cNvPr>
          <p:cNvSpPr txBox="1">
            <a:spLocks noChangeArrowheads="1"/>
          </p:cNvSpPr>
          <p:nvPr/>
        </p:nvSpPr>
        <p:spPr bwMode="auto">
          <a:xfrm>
            <a:off x="7124707" y="5511803"/>
            <a:ext cx="688009"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tx2"/>
              </a:buClr>
              <a:buSzPct val="7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a:spcBef>
                <a:spcPct val="0"/>
              </a:spcBef>
              <a:buClrTx/>
              <a:buSzTx/>
              <a:buFontTx/>
              <a:buNone/>
            </a:pPr>
            <a:r>
              <a:rPr lang="en-US" sz="2000" noProof="0" dirty="0"/>
              <a:t>eth1</a:t>
            </a:r>
          </a:p>
        </p:txBody>
      </p:sp>
      <p:sp>
        <p:nvSpPr>
          <p:cNvPr id="11293" name="Text Box 101">
            <a:extLst>
              <a:ext uri="{FF2B5EF4-FFF2-40B4-BE49-F238E27FC236}">
                <a16:creationId xmlns:a16="http://schemas.microsoft.com/office/drawing/2014/main" id="{B35C31F3-D633-EB88-9F86-D8693F36D891}"/>
              </a:ext>
            </a:extLst>
          </p:cNvPr>
          <p:cNvSpPr txBox="1">
            <a:spLocks noChangeArrowheads="1"/>
          </p:cNvSpPr>
          <p:nvPr/>
        </p:nvSpPr>
        <p:spPr bwMode="auto">
          <a:xfrm>
            <a:off x="3946532" y="5511803"/>
            <a:ext cx="688009"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tx2"/>
              </a:buClr>
              <a:buSzPct val="7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a:spcBef>
                <a:spcPct val="0"/>
              </a:spcBef>
              <a:buClrTx/>
              <a:buSzTx/>
              <a:buFontTx/>
              <a:buNone/>
            </a:pPr>
            <a:r>
              <a:rPr lang="en-US" sz="2000" noProof="0" dirty="0"/>
              <a:t>eth1</a:t>
            </a:r>
          </a:p>
        </p:txBody>
      </p:sp>
      <p:sp>
        <p:nvSpPr>
          <p:cNvPr id="11294" name="Text Box 102">
            <a:extLst>
              <a:ext uri="{FF2B5EF4-FFF2-40B4-BE49-F238E27FC236}">
                <a16:creationId xmlns:a16="http://schemas.microsoft.com/office/drawing/2014/main" id="{AAEED84F-A254-A959-C4A3-A68C0BDBE7A8}"/>
              </a:ext>
            </a:extLst>
          </p:cNvPr>
          <p:cNvSpPr txBox="1">
            <a:spLocks noChangeArrowheads="1"/>
          </p:cNvSpPr>
          <p:nvPr/>
        </p:nvSpPr>
        <p:spPr bwMode="auto">
          <a:xfrm>
            <a:off x="8240720" y="4673602"/>
            <a:ext cx="688009"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tx2"/>
              </a:buClr>
              <a:buSzPct val="7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a:spcBef>
                <a:spcPct val="0"/>
              </a:spcBef>
              <a:buClrTx/>
              <a:buSzTx/>
              <a:buFontTx/>
              <a:buNone/>
            </a:pPr>
            <a:r>
              <a:rPr lang="en-US" sz="2000" noProof="0" dirty="0"/>
              <a:t>eth0</a:t>
            </a:r>
          </a:p>
        </p:txBody>
      </p:sp>
      <p:sp>
        <p:nvSpPr>
          <p:cNvPr id="11295" name="Text Box 103">
            <a:extLst>
              <a:ext uri="{FF2B5EF4-FFF2-40B4-BE49-F238E27FC236}">
                <a16:creationId xmlns:a16="http://schemas.microsoft.com/office/drawing/2014/main" id="{B4137E02-1E8F-2A5D-2544-96A89EA968C1}"/>
              </a:ext>
            </a:extLst>
          </p:cNvPr>
          <p:cNvSpPr txBox="1">
            <a:spLocks noChangeArrowheads="1"/>
          </p:cNvSpPr>
          <p:nvPr/>
        </p:nvSpPr>
        <p:spPr bwMode="auto">
          <a:xfrm>
            <a:off x="1599216" y="4003677"/>
            <a:ext cx="1905393" cy="400110"/>
          </a:xfrm>
          <a:prstGeom prst="rect">
            <a:avLst/>
          </a:prstGeom>
          <a:solidFill>
            <a:srgbClr val="FFFFC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tx2"/>
              </a:buClr>
              <a:buSzPct val="7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algn="ctr">
              <a:spcBef>
                <a:spcPct val="0"/>
              </a:spcBef>
              <a:buClrTx/>
              <a:buSzTx/>
              <a:buFontTx/>
              <a:buNone/>
            </a:pPr>
            <a:r>
              <a:rPr lang="en-US" sz="2000" noProof="0" dirty="0"/>
              <a:t>195.11.14.0/24</a:t>
            </a:r>
          </a:p>
        </p:txBody>
      </p:sp>
      <p:sp>
        <p:nvSpPr>
          <p:cNvPr id="11296" name="Text Box 104">
            <a:extLst>
              <a:ext uri="{FF2B5EF4-FFF2-40B4-BE49-F238E27FC236}">
                <a16:creationId xmlns:a16="http://schemas.microsoft.com/office/drawing/2014/main" id="{C060C8E1-46F1-6E27-597D-328710FBEBD1}"/>
              </a:ext>
            </a:extLst>
          </p:cNvPr>
          <p:cNvSpPr txBox="1">
            <a:spLocks noChangeArrowheads="1"/>
          </p:cNvSpPr>
          <p:nvPr/>
        </p:nvSpPr>
        <p:spPr bwMode="auto">
          <a:xfrm>
            <a:off x="8198549" y="3978275"/>
            <a:ext cx="1628972" cy="400110"/>
          </a:xfrm>
          <a:prstGeom prst="rect">
            <a:avLst/>
          </a:prstGeom>
          <a:solidFill>
            <a:srgbClr val="FFFFC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tx2"/>
              </a:buClr>
              <a:buSzPct val="7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algn="ctr">
              <a:spcBef>
                <a:spcPct val="0"/>
              </a:spcBef>
              <a:buClrTx/>
              <a:buSzTx/>
              <a:buFontTx/>
              <a:buNone/>
            </a:pPr>
            <a:r>
              <a:rPr lang="en-US" sz="2000" noProof="0" dirty="0"/>
              <a:t>200.1.1.0/24</a:t>
            </a:r>
          </a:p>
        </p:txBody>
      </p:sp>
      <p:sp>
        <p:nvSpPr>
          <p:cNvPr id="11297" name="Text Box 105">
            <a:extLst>
              <a:ext uri="{FF2B5EF4-FFF2-40B4-BE49-F238E27FC236}">
                <a16:creationId xmlns:a16="http://schemas.microsoft.com/office/drawing/2014/main" id="{E779A002-693D-936C-8119-F0103CAE90D6}"/>
              </a:ext>
            </a:extLst>
          </p:cNvPr>
          <p:cNvSpPr txBox="1">
            <a:spLocks noChangeArrowheads="1"/>
          </p:cNvSpPr>
          <p:nvPr/>
        </p:nvSpPr>
        <p:spPr bwMode="auto">
          <a:xfrm>
            <a:off x="5089529" y="5451477"/>
            <a:ext cx="1628972" cy="400110"/>
          </a:xfrm>
          <a:prstGeom prst="rect">
            <a:avLst/>
          </a:prstGeom>
          <a:solidFill>
            <a:srgbClr val="FFFFC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tx2"/>
              </a:buClr>
              <a:buSzPct val="7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a:spcBef>
                <a:spcPct val="0"/>
              </a:spcBef>
              <a:buClrTx/>
              <a:buSzTx/>
              <a:buFontTx/>
              <a:buNone/>
            </a:pPr>
            <a:r>
              <a:rPr lang="en-US" sz="2000" noProof="0" dirty="0"/>
              <a:t>100.0.0.8/30</a:t>
            </a:r>
          </a:p>
        </p:txBody>
      </p:sp>
      <p:sp>
        <p:nvSpPr>
          <p:cNvPr id="11298" name="Text Box 106">
            <a:extLst>
              <a:ext uri="{FF2B5EF4-FFF2-40B4-BE49-F238E27FC236}">
                <a16:creationId xmlns:a16="http://schemas.microsoft.com/office/drawing/2014/main" id="{69C7AB04-9ECA-4138-F4CB-9FBBEAE08B29}"/>
              </a:ext>
            </a:extLst>
          </p:cNvPr>
          <p:cNvSpPr txBox="1">
            <a:spLocks noChangeArrowheads="1"/>
          </p:cNvSpPr>
          <p:nvPr/>
        </p:nvSpPr>
        <p:spPr bwMode="auto">
          <a:xfrm>
            <a:off x="4087303" y="2665414"/>
            <a:ext cx="401072" cy="400110"/>
          </a:xfrm>
          <a:prstGeom prst="rect">
            <a:avLst/>
          </a:prstGeom>
          <a:solidFill>
            <a:srgbClr val="FFFFC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tx2"/>
              </a:buClr>
              <a:buSzPct val="7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algn="ctr">
              <a:spcBef>
                <a:spcPct val="0"/>
              </a:spcBef>
              <a:buClrTx/>
              <a:buSzTx/>
              <a:buFontTx/>
              <a:buNone/>
            </a:pPr>
            <a:r>
              <a:rPr lang="en-US" sz="2000" noProof="0" dirty="0"/>
              <a:t>.5</a:t>
            </a:r>
          </a:p>
        </p:txBody>
      </p:sp>
      <p:sp>
        <p:nvSpPr>
          <p:cNvPr id="11299" name="Text Box 107">
            <a:extLst>
              <a:ext uri="{FF2B5EF4-FFF2-40B4-BE49-F238E27FC236}">
                <a16:creationId xmlns:a16="http://schemas.microsoft.com/office/drawing/2014/main" id="{53313574-EED5-23B6-F447-23A4CEB8C350}"/>
              </a:ext>
            </a:extLst>
          </p:cNvPr>
          <p:cNvSpPr txBox="1">
            <a:spLocks noChangeArrowheads="1"/>
          </p:cNvSpPr>
          <p:nvPr/>
        </p:nvSpPr>
        <p:spPr bwMode="auto">
          <a:xfrm>
            <a:off x="6158895" y="2736852"/>
            <a:ext cx="394916" cy="400110"/>
          </a:xfrm>
          <a:prstGeom prst="rect">
            <a:avLst/>
          </a:prstGeom>
          <a:solidFill>
            <a:srgbClr val="FFFFC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tx2"/>
              </a:buClr>
              <a:buSzPct val="7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algn="ctr">
              <a:spcBef>
                <a:spcPct val="0"/>
              </a:spcBef>
              <a:buClrTx/>
              <a:buSzTx/>
              <a:buFontTx/>
              <a:buNone/>
            </a:pPr>
            <a:r>
              <a:rPr lang="en-US" sz="2000" noProof="0" dirty="0"/>
              <a:t>.7</a:t>
            </a:r>
          </a:p>
        </p:txBody>
      </p:sp>
      <p:sp>
        <p:nvSpPr>
          <p:cNvPr id="11300" name="Text Box 108">
            <a:extLst>
              <a:ext uri="{FF2B5EF4-FFF2-40B4-BE49-F238E27FC236}">
                <a16:creationId xmlns:a16="http://schemas.microsoft.com/office/drawing/2014/main" id="{A5BACE31-B126-1790-2605-D2A257D1BFAE}"/>
              </a:ext>
            </a:extLst>
          </p:cNvPr>
          <p:cNvSpPr txBox="1">
            <a:spLocks noChangeArrowheads="1"/>
          </p:cNvSpPr>
          <p:nvPr/>
        </p:nvSpPr>
        <p:spPr bwMode="auto">
          <a:xfrm>
            <a:off x="8922035" y="4681540"/>
            <a:ext cx="401072" cy="400110"/>
          </a:xfrm>
          <a:prstGeom prst="rect">
            <a:avLst/>
          </a:prstGeom>
          <a:solidFill>
            <a:srgbClr val="FFFFC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tx2"/>
              </a:buClr>
              <a:buSzPct val="7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algn="ctr">
              <a:spcBef>
                <a:spcPct val="0"/>
              </a:spcBef>
              <a:buClrTx/>
              <a:buSzTx/>
              <a:buFontTx/>
              <a:buNone/>
            </a:pPr>
            <a:r>
              <a:rPr lang="en-US" sz="2000" noProof="0" dirty="0"/>
              <a:t>.1</a:t>
            </a:r>
          </a:p>
        </p:txBody>
      </p:sp>
      <p:sp>
        <p:nvSpPr>
          <p:cNvPr id="11301" name="Text Box 109">
            <a:extLst>
              <a:ext uri="{FF2B5EF4-FFF2-40B4-BE49-F238E27FC236}">
                <a16:creationId xmlns:a16="http://schemas.microsoft.com/office/drawing/2014/main" id="{70CA5849-6000-3209-38CD-09403D356D36}"/>
              </a:ext>
            </a:extLst>
          </p:cNvPr>
          <p:cNvSpPr txBox="1">
            <a:spLocks noChangeArrowheads="1"/>
          </p:cNvSpPr>
          <p:nvPr/>
        </p:nvSpPr>
        <p:spPr bwMode="auto">
          <a:xfrm>
            <a:off x="2338674" y="4681540"/>
            <a:ext cx="401072" cy="400110"/>
          </a:xfrm>
          <a:prstGeom prst="rect">
            <a:avLst/>
          </a:prstGeom>
          <a:solidFill>
            <a:srgbClr val="FFFFC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tx2"/>
              </a:buClr>
              <a:buSzPct val="7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algn="ctr">
              <a:spcBef>
                <a:spcPct val="0"/>
              </a:spcBef>
              <a:buClrTx/>
              <a:buSzTx/>
              <a:buFontTx/>
              <a:buNone/>
            </a:pPr>
            <a:r>
              <a:rPr lang="en-US" sz="2000" noProof="0" dirty="0"/>
              <a:t>.1</a:t>
            </a:r>
          </a:p>
        </p:txBody>
      </p:sp>
      <p:sp>
        <p:nvSpPr>
          <p:cNvPr id="11302" name="Text Box 110">
            <a:extLst>
              <a:ext uri="{FF2B5EF4-FFF2-40B4-BE49-F238E27FC236}">
                <a16:creationId xmlns:a16="http://schemas.microsoft.com/office/drawing/2014/main" id="{B1456707-CBA7-2C10-814D-7803AE568494}"/>
              </a:ext>
            </a:extLst>
          </p:cNvPr>
          <p:cNvSpPr txBox="1">
            <a:spLocks noChangeArrowheads="1"/>
          </p:cNvSpPr>
          <p:nvPr/>
        </p:nvSpPr>
        <p:spPr bwMode="auto">
          <a:xfrm>
            <a:off x="4015074" y="5908675"/>
            <a:ext cx="401072" cy="400110"/>
          </a:xfrm>
          <a:prstGeom prst="rect">
            <a:avLst/>
          </a:prstGeom>
          <a:solidFill>
            <a:srgbClr val="FFFFC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tx2"/>
              </a:buClr>
              <a:buSzPct val="7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algn="ctr">
              <a:spcBef>
                <a:spcPct val="0"/>
              </a:spcBef>
              <a:buClrTx/>
              <a:buSzTx/>
              <a:buFontTx/>
              <a:buNone/>
            </a:pPr>
            <a:r>
              <a:rPr lang="en-US" sz="2000" noProof="0" dirty="0"/>
              <a:t>.9</a:t>
            </a:r>
          </a:p>
        </p:txBody>
      </p:sp>
      <p:sp>
        <p:nvSpPr>
          <p:cNvPr id="11303" name="Text Box 111">
            <a:extLst>
              <a:ext uri="{FF2B5EF4-FFF2-40B4-BE49-F238E27FC236}">
                <a16:creationId xmlns:a16="http://schemas.microsoft.com/office/drawing/2014/main" id="{7AAD916D-7B7B-F40D-CC77-8DBBF039DDC3}"/>
              </a:ext>
            </a:extLst>
          </p:cNvPr>
          <p:cNvSpPr txBox="1">
            <a:spLocks noChangeArrowheads="1"/>
          </p:cNvSpPr>
          <p:nvPr/>
        </p:nvSpPr>
        <p:spPr bwMode="auto">
          <a:xfrm>
            <a:off x="7144952" y="5908675"/>
            <a:ext cx="540533" cy="400110"/>
          </a:xfrm>
          <a:prstGeom prst="rect">
            <a:avLst/>
          </a:prstGeom>
          <a:solidFill>
            <a:srgbClr val="FFFFC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tx2"/>
              </a:buClr>
              <a:buSzPct val="7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algn="ctr">
              <a:spcBef>
                <a:spcPct val="0"/>
              </a:spcBef>
              <a:buClrTx/>
              <a:buSzTx/>
              <a:buFontTx/>
              <a:buNone/>
            </a:pPr>
            <a:r>
              <a:rPr lang="en-US" sz="2000" noProof="0" dirty="0"/>
              <a:t>.10</a:t>
            </a:r>
          </a:p>
        </p:txBody>
      </p:sp>
      <p:sp>
        <p:nvSpPr>
          <p:cNvPr id="11304" name="Rectangle 113">
            <a:extLst>
              <a:ext uri="{FF2B5EF4-FFF2-40B4-BE49-F238E27FC236}">
                <a16:creationId xmlns:a16="http://schemas.microsoft.com/office/drawing/2014/main" id="{8BBE7E4F-226E-B131-8911-0B5DF0280700}"/>
              </a:ext>
            </a:extLst>
          </p:cNvPr>
          <p:cNvSpPr>
            <a:spLocks noChangeArrowheads="1"/>
          </p:cNvSpPr>
          <p:nvPr/>
        </p:nvSpPr>
        <p:spPr bwMode="auto">
          <a:xfrm>
            <a:off x="8975725" y="2098676"/>
            <a:ext cx="674688" cy="609600"/>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tx2"/>
              </a:buClr>
              <a:buSzPct val="7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algn="ctr">
              <a:spcBef>
                <a:spcPct val="0"/>
              </a:spcBef>
              <a:buClrTx/>
              <a:buSzTx/>
              <a:buFontTx/>
              <a:buNone/>
            </a:pPr>
            <a:r>
              <a:rPr lang="en-US" sz="2000" b="1" noProof="0" dirty="0"/>
              <a:t>pc3</a:t>
            </a:r>
            <a:endParaRPr lang="en-US" sz="2400" noProof="0" dirty="0"/>
          </a:p>
        </p:txBody>
      </p:sp>
      <p:pic>
        <p:nvPicPr>
          <p:cNvPr id="11305" name="Picture 114" descr="scheda-giu">
            <a:extLst>
              <a:ext uri="{FF2B5EF4-FFF2-40B4-BE49-F238E27FC236}">
                <a16:creationId xmlns:a16="http://schemas.microsoft.com/office/drawing/2014/main" id="{3859BF5D-CD85-B733-42F1-4C52D1D6F133}"/>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128125" y="2606675"/>
            <a:ext cx="331788" cy="558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306" name="Line 115">
            <a:extLst>
              <a:ext uri="{FF2B5EF4-FFF2-40B4-BE49-F238E27FC236}">
                <a16:creationId xmlns:a16="http://schemas.microsoft.com/office/drawing/2014/main" id="{9AE9AF07-E24C-022C-5FAF-9888556C7EBE}"/>
              </a:ext>
            </a:extLst>
          </p:cNvPr>
          <p:cNvSpPr>
            <a:spLocks noChangeShapeType="1"/>
          </p:cNvSpPr>
          <p:nvPr/>
        </p:nvSpPr>
        <p:spPr bwMode="auto">
          <a:xfrm>
            <a:off x="9280525" y="3165475"/>
            <a:ext cx="0" cy="7620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noProof="0" dirty="0"/>
          </a:p>
        </p:txBody>
      </p:sp>
      <p:sp>
        <p:nvSpPr>
          <p:cNvPr id="11307" name="Text Box 116">
            <a:extLst>
              <a:ext uri="{FF2B5EF4-FFF2-40B4-BE49-F238E27FC236}">
                <a16:creationId xmlns:a16="http://schemas.microsoft.com/office/drawing/2014/main" id="{BE9DEB22-B334-0AB6-2245-A96D8EBB4E59}"/>
              </a:ext>
            </a:extLst>
          </p:cNvPr>
          <p:cNvSpPr txBox="1">
            <a:spLocks noChangeArrowheads="1"/>
          </p:cNvSpPr>
          <p:nvPr/>
        </p:nvSpPr>
        <p:spPr bwMode="auto">
          <a:xfrm>
            <a:off x="9509132" y="2784477"/>
            <a:ext cx="688009"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tx2"/>
              </a:buClr>
              <a:buSzPct val="7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a:spcBef>
                <a:spcPct val="0"/>
              </a:spcBef>
              <a:buClrTx/>
              <a:buSzTx/>
              <a:buFontTx/>
              <a:buNone/>
            </a:pPr>
            <a:r>
              <a:rPr lang="en-US" sz="2000" noProof="0" dirty="0"/>
              <a:t>eth0</a:t>
            </a:r>
          </a:p>
        </p:txBody>
      </p:sp>
      <p:sp>
        <p:nvSpPr>
          <p:cNvPr id="11308" name="Text Box 117">
            <a:extLst>
              <a:ext uri="{FF2B5EF4-FFF2-40B4-BE49-F238E27FC236}">
                <a16:creationId xmlns:a16="http://schemas.microsoft.com/office/drawing/2014/main" id="{07AF5F9E-FE9B-149E-60A9-754C2A39E348}"/>
              </a:ext>
            </a:extLst>
          </p:cNvPr>
          <p:cNvSpPr txBox="1">
            <a:spLocks noChangeArrowheads="1"/>
          </p:cNvSpPr>
          <p:nvPr/>
        </p:nvSpPr>
        <p:spPr bwMode="auto">
          <a:xfrm>
            <a:off x="10187274" y="2736852"/>
            <a:ext cx="401072" cy="400110"/>
          </a:xfrm>
          <a:prstGeom prst="rect">
            <a:avLst/>
          </a:prstGeom>
          <a:solidFill>
            <a:srgbClr val="FFFFC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tx2"/>
              </a:buClr>
              <a:buSzPct val="7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algn="ctr">
              <a:spcBef>
                <a:spcPct val="0"/>
              </a:spcBef>
              <a:buClrTx/>
              <a:buSzTx/>
              <a:buFontTx/>
              <a:buNone/>
            </a:pPr>
            <a:r>
              <a:rPr lang="en-US" sz="2000" noProof="0" dirty="0"/>
              <a:t>.3</a:t>
            </a:r>
          </a:p>
        </p:txBody>
      </p:sp>
      <p:sp>
        <p:nvSpPr>
          <p:cNvPr id="11309" name="Text Box 106">
            <a:extLst>
              <a:ext uri="{FF2B5EF4-FFF2-40B4-BE49-F238E27FC236}">
                <a16:creationId xmlns:a16="http://schemas.microsoft.com/office/drawing/2014/main" id="{38198B4D-4087-5B5D-1419-04E2FFEFF268}"/>
              </a:ext>
            </a:extLst>
          </p:cNvPr>
          <p:cNvSpPr txBox="1">
            <a:spLocks noChangeArrowheads="1"/>
          </p:cNvSpPr>
          <p:nvPr/>
        </p:nvSpPr>
        <p:spPr bwMode="auto">
          <a:xfrm>
            <a:off x="2251411" y="2708275"/>
            <a:ext cx="554960" cy="400110"/>
          </a:xfrm>
          <a:prstGeom prst="rect">
            <a:avLst/>
          </a:prstGeom>
          <a:solidFill>
            <a:schemeClr val="bg1"/>
          </a:solidFill>
          <a:ln w="9525">
            <a:solidFill>
              <a:schemeClr val="tx1"/>
            </a:solidFill>
            <a:miter lim="800000"/>
            <a:headEnd/>
            <a:tailEnd/>
          </a:ln>
        </p:spPr>
        <p:txBody>
          <a:bodyPr wrap="none">
            <a:spAutoFit/>
          </a:bodyPr>
          <a:lstStyle>
            <a:lvl1pPr>
              <a:spcBef>
                <a:spcPct val="20000"/>
              </a:spcBef>
              <a:buClr>
                <a:schemeClr val="tx2"/>
              </a:buClr>
              <a:buSzPct val="7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algn="ctr">
              <a:spcBef>
                <a:spcPct val="0"/>
              </a:spcBef>
              <a:buClrTx/>
              <a:buSzTx/>
              <a:buFontTx/>
              <a:buNone/>
            </a:pPr>
            <a:r>
              <a:rPr lang="en-US" sz="2000" noProof="0" dirty="0"/>
              <a:t>0:1</a:t>
            </a:r>
          </a:p>
        </p:txBody>
      </p:sp>
      <p:sp>
        <p:nvSpPr>
          <p:cNvPr id="11310" name="Text Box 106">
            <a:extLst>
              <a:ext uri="{FF2B5EF4-FFF2-40B4-BE49-F238E27FC236}">
                <a16:creationId xmlns:a16="http://schemas.microsoft.com/office/drawing/2014/main" id="{16F8A4C4-8CB0-788D-7507-0FAC5E055CC5}"/>
              </a:ext>
            </a:extLst>
          </p:cNvPr>
          <p:cNvSpPr txBox="1">
            <a:spLocks noChangeArrowheads="1"/>
          </p:cNvSpPr>
          <p:nvPr/>
        </p:nvSpPr>
        <p:spPr bwMode="auto">
          <a:xfrm>
            <a:off x="7752099" y="2736852"/>
            <a:ext cx="554960" cy="400110"/>
          </a:xfrm>
          <a:prstGeom prst="rect">
            <a:avLst/>
          </a:prstGeom>
          <a:solidFill>
            <a:schemeClr val="bg1"/>
          </a:solidFill>
          <a:ln w="9525">
            <a:solidFill>
              <a:schemeClr val="tx1"/>
            </a:solidFill>
            <a:miter lim="800000"/>
            <a:headEnd/>
            <a:tailEnd/>
          </a:ln>
        </p:spPr>
        <p:txBody>
          <a:bodyPr wrap="none">
            <a:spAutoFit/>
          </a:bodyPr>
          <a:lstStyle>
            <a:lvl1pPr>
              <a:spcBef>
                <a:spcPct val="20000"/>
              </a:spcBef>
              <a:buClr>
                <a:schemeClr val="tx2"/>
              </a:buClr>
              <a:buSzPct val="7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algn="ctr">
              <a:spcBef>
                <a:spcPct val="0"/>
              </a:spcBef>
              <a:buClrTx/>
              <a:buSzTx/>
              <a:buFontTx/>
              <a:buNone/>
            </a:pPr>
            <a:r>
              <a:rPr lang="en-US" sz="2000" noProof="0" dirty="0"/>
              <a:t>0:2</a:t>
            </a:r>
          </a:p>
        </p:txBody>
      </p:sp>
      <p:sp>
        <p:nvSpPr>
          <p:cNvPr id="11311" name="Text Box 106">
            <a:extLst>
              <a:ext uri="{FF2B5EF4-FFF2-40B4-BE49-F238E27FC236}">
                <a16:creationId xmlns:a16="http://schemas.microsoft.com/office/drawing/2014/main" id="{569FBED0-258A-7F6A-B83E-B80511FCD306}"/>
              </a:ext>
            </a:extLst>
          </p:cNvPr>
          <p:cNvSpPr txBox="1">
            <a:spLocks noChangeArrowheads="1"/>
          </p:cNvSpPr>
          <p:nvPr/>
        </p:nvSpPr>
        <p:spPr bwMode="auto">
          <a:xfrm>
            <a:off x="8476791" y="2746377"/>
            <a:ext cx="554960" cy="400110"/>
          </a:xfrm>
          <a:prstGeom prst="rect">
            <a:avLst/>
          </a:prstGeom>
          <a:solidFill>
            <a:schemeClr val="bg1"/>
          </a:solidFill>
          <a:ln w="9525">
            <a:solidFill>
              <a:schemeClr val="tx1"/>
            </a:solidFill>
            <a:miter lim="800000"/>
            <a:headEnd/>
            <a:tailEnd/>
          </a:ln>
        </p:spPr>
        <p:txBody>
          <a:bodyPr wrap="none">
            <a:spAutoFit/>
          </a:bodyPr>
          <a:lstStyle>
            <a:lvl1pPr>
              <a:spcBef>
                <a:spcPct val="20000"/>
              </a:spcBef>
              <a:buClr>
                <a:schemeClr val="tx2"/>
              </a:buClr>
              <a:buSzPct val="7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algn="ctr">
              <a:spcBef>
                <a:spcPct val="0"/>
              </a:spcBef>
              <a:buClrTx/>
              <a:buSzTx/>
              <a:buFontTx/>
              <a:buNone/>
            </a:pPr>
            <a:r>
              <a:rPr lang="en-US" sz="2000" noProof="0" dirty="0"/>
              <a:t>0:3</a:t>
            </a:r>
          </a:p>
        </p:txBody>
      </p:sp>
      <p:sp>
        <p:nvSpPr>
          <p:cNvPr id="11312" name="Text Box 106">
            <a:extLst>
              <a:ext uri="{FF2B5EF4-FFF2-40B4-BE49-F238E27FC236}">
                <a16:creationId xmlns:a16="http://schemas.microsoft.com/office/drawing/2014/main" id="{EBD0329C-F704-6870-A2C5-1700D067820A}"/>
              </a:ext>
            </a:extLst>
          </p:cNvPr>
          <p:cNvSpPr txBox="1">
            <a:spLocks noChangeArrowheads="1"/>
          </p:cNvSpPr>
          <p:nvPr/>
        </p:nvSpPr>
        <p:spPr bwMode="auto">
          <a:xfrm>
            <a:off x="1598298" y="4686302"/>
            <a:ext cx="689612" cy="400110"/>
          </a:xfrm>
          <a:prstGeom prst="rect">
            <a:avLst/>
          </a:prstGeom>
          <a:solidFill>
            <a:schemeClr val="bg1"/>
          </a:solidFill>
          <a:ln w="9525">
            <a:solidFill>
              <a:schemeClr val="tx1"/>
            </a:solidFill>
            <a:miter lim="800000"/>
            <a:headEnd/>
            <a:tailEnd/>
          </a:ln>
        </p:spPr>
        <p:txBody>
          <a:bodyPr wrap="none">
            <a:spAutoFit/>
          </a:bodyPr>
          <a:lstStyle>
            <a:lvl1pPr>
              <a:spcBef>
                <a:spcPct val="20000"/>
              </a:spcBef>
              <a:buClr>
                <a:schemeClr val="tx2"/>
              </a:buClr>
              <a:buSzPct val="7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algn="ctr">
              <a:spcBef>
                <a:spcPct val="0"/>
              </a:spcBef>
              <a:buClrTx/>
              <a:buSzTx/>
              <a:buFontTx/>
              <a:buNone/>
            </a:pPr>
            <a:r>
              <a:rPr lang="en-US" sz="2000" noProof="0" dirty="0"/>
              <a:t>0:a1</a:t>
            </a:r>
          </a:p>
        </p:txBody>
      </p:sp>
      <p:sp>
        <p:nvSpPr>
          <p:cNvPr id="11313" name="Text Box 106">
            <a:extLst>
              <a:ext uri="{FF2B5EF4-FFF2-40B4-BE49-F238E27FC236}">
                <a16:creationId xmlns:a16="http://schemas.microsoft.com/office/drawing/2014/main" id="{78A1A829-8B02-BE41-2DF7-74BC68AB9862}"/>
              </a:ext>
            </a:extLst>
          </p:cNvPr>
          <p:cNvSpPr txBox="1">
            <a:spLocks noChangeArrowheads="1"/>
          </p:cNvSpPr>
          <p:nvPr/>
        </p:nvSpPr>
        <p:spPr bwMode="auto">
          <a:xfrm>
            <a:off x="9443800" y="4684713"/>
            <a:ext cx="673582" cy="400110"/>
          </a:xfrm>
          <a:prstGeom prst="rect">
            <a:avLst/>
          </a:prstGeom>
          <a:solidFill>
            <a:schemeClr val="bg1"/>
          </a:solidFill>
          <a:ln w="9525">
            <a:solidFill>
              <a:schemeClr val="tx1"/>
            </a:solidFill>
            <a:miter lim="800000"/>
            <a:headEnd/>
            <a:tailEnd/>
          </a:ln>
        </p:spPr>
        <p:txBody>
          <a:bodyPr wrap="none">
            <a:spAutoFit/>
          </a:bodyPr>
          <a:lstStyle>
            <a:lvl1pPr>
              <a:spcBef>
                <a:spcPct val="20000"/>
              </a:spcBef>
              <a:buClr>
                <a:schemeClr val="tx2"/>
              </a:buClr>
              <a:buSzPct val="7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algn="ctr">
              <a:spcBef>
                <a:spcPct val="0"/>
              </a:spcBef>
              <a:buClrTx/>
              <a:buSzTx/>
              <a:buFontTx/>
              <a:buNone/>
            </a:pPr>
            <a:r>
              <a:rPr lang="en-US" sz="2000" noProof="0" dirty="0"/>
              <a:t>0:c1</a:t>
            </a:r>
          </a:p>
        </p:txBody>
      </p:sp>
      <p:sp>
        <p:nvSpPr>
          <p:cNvPr id="11314" name="Text Box 106">
            <a:extLst>
              <a:ext uri="{FF2B5EF4-FFF2-40B4-BE49-F238E27FC236}">
                <a16:creationId xmlns:a16="http://schemas.microsoft.com/office/drawing/2014/main" id="{9D0F88E3-2F3B-1C7F-46AB-E56257231BA6}"/>
              </a:ext>
            </a:extLst>
          </p:cNvPr>
          <p:cNvSpPr txBox="1">
            <a:spLocks noChangeArrowheads="1"/>
          </p:cNvSpPr>
          <p:nvPr/>
        </p:nvSpPr>
        <p:spPr bwMode="auto">
          <a:xfrm>
            <a:off x="3205609" y="5911852"/>
            <a:ext cx="696024" cy="400110"/>
          </a:xfrm>
          <a:prstGeom prst="rect">
            <a:avLst/>
          </a:prstGeom>
          <a:solidFill>
            <a:schemeClr val="bg1"/>
          </a:solidFill>
          <a:ln w="9525">
            <a:solidFill>
              <a:schemeClr val="tx1"/>
            </a:solidFill>
            <a:miter lim="800000"/>
            <a:headEnd/>
            <a:tailEnd/>
          </a:ln>
        </p:spPr>
        <p:txBody>
          <a:bodyPr wrap="none">
            <a:spAutoFit/>
          </a:bodyPr>
          <a:lstStyle>
            <a:lvl1pPr>
              <a:spcBef>
                <a:spcPct val="20000"/>
              </a:spcBef>
              <a:buClr>
                <a:schemeClr val="tx2"/>
              </a:buClr>
              <a:buSzPct val="7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algn="ctr">
              <a:spcBef>
                <a:spcPct val="0"/>
              </a:spcBef>
              <a:buClrTx/>
              <a:buSzTx/>
              <a:buFontTx/>
              <a:buNone/>
            </a:pPr>
            <a:r>
              <a:rPr lang="en-US" sz="2000" noProof="0" dirty="0"/>
              <a:t>0:b1</a:t>
            </a:r>
          </a:p>
        </p:txBody>
      </p:sp>
      <p:sp>
        <p:nvSpPr>
          <p:cNvPr id="11315" name="Text Box 106">
            <a:extLst>
              <a:ext uri="{FF2B5EF4-FFF2-40B4-BE49-F238E27FC236}">
                <a16:creationId xmlns:a16="http://schemas.microsoft.com/office/drawing/2014/main" id="{264A42C2-ACF5-D242-732A-A22B14A59989}"/>
              </a:ext>
            </a:extLst>
          </p:cNvPr>
          <p:cNvSpPr txBox="1">
            <a:spLocks noChangeArrowheads="1"/>
          </p:cNvSpPr>
          <p:nvPr/>
        </p:nvSpPr>
        <p:spPr bwMode="auto">
          <a:xfrm>
            <a:off x="7806979" y="5911852"/>
            <a:ext cx="696024" cy="400110"/>
          </a:xfrm>
          <a:prstGeom prst="rect">
            <a:avLst/>
          </a:prstGeom>
          <a:solidFill>
            <a:schemeClr val="bg1"/>
          </a:solidFill>
          <a:ln w="9525">
            <a:solidFill>
              <a:schemeClr val="tx1"/>
            </a:solidFill>
            <a:miter lim="800000"/>
            <a:headEnd/>
            <a:tailEnd/>
          </a:ln>
        </p:spPr>
        <p:txBody>
          <a:bodyPr wrap="none">
            <a:spAutoFit/>
          </a:bodyPr>
          <a:lstStyle>
            <a:lvl1pPr>
              <a:spcBef>
                <a:spcPct val="20000"/>
              </a:spcBef>
              <a:buClr>
                <a:schemeClr val="tx2"/>
              </a:buClr>
              <a:buSzPct val="7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algn="ctr">
              <a:spcBef>
                <a:spcPct val="0"/>
              </a:spcBef>
              <a:buClrTx/>
              <a:buSzTx/>
              <a:buFontTx/>
              <a:buNone/>
            </a:pPr>
            <a:r>
              <a:rPr lang="en-US" sz="2000" noProof="0" dirty="0"/>
              <a:t>0:b2</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2" name="Rectangle 95">
            <a:extLst>
              <a:ext uri="{FF2B5EF4-FFF2-40B4-BE49-F238E27FC236}">
                <a16:creationId xmlns:a16="http://schemas.microsoft.com/office/drawing/2014/main" id="{26BCD54E-C2C0-7388-A2F3-A87F67D66E6F}"/>
              </a:ext>
            </a:extLst>
          </p:cNvPr>
          <p:cNvSpPr>
            <a:spLocks noGrp="1" noChangeArrowheads="1"/>
          </p:cNvSpPr>
          <p:nvPr>
            <p:ph type="title"/>
          </p:nvPr>
        </p:nvSpPr>
        <p:spPr/>
        <p:txBody>
          <a:bodyPr/>
          <a:lstStyle/>
          <a:p>
            <a:pPr eaLnBrk="1" hangingPunct="1"/>
            <a:r>
              <a:rPr lang="en-US" noProof="0" dirty="0"/>
              <a:t>a quick look at the lab</a:t>
            </a:r>
          </a:p>
        </p:txBody>
      </p:sp>
      <p:sp>
        <p:nvSpPr>
          <p:cNvPr id="15" name="Segnaposto data 2">
            <a:extLst>
              <a:ext uri="{FF2B5EF4-FFF2-40B4-BE49-F238E27FC236}">
                <a16:creationId xmlns:a16="http://schemas.microsoft.com/office/drawing/2014/main" id="{6FC23FCF-AF8F-880B-3763-26C1E17F49B8}"/>
              </a:ext>
            </a:extLst>
          </p:cNvPr>
          <p:cNvSpPr>
            <a:spLocks noGrp="1"/>
          </p:cNvSpPr>
          <p:nvPr>
            <p:ph type="dt" sz="half" idx="10"/>
          </p:nvPr>
        </p:nvSpPr>
        <p:spPr/>
        <p:txBody>
          <a:bodyPr/>
          <a:lstStyle/>
          <a:p>
            <a:pPr>
              <a:defRPr/>
            </a:pPr>
            <a:r>
              <a:rPr lang="en-US" noProof="0"/>
              <a:t>last update: Oct 2026</a:t>
            </a:r>
            <a:endParaRPr lang="en-US" noProof="0" dirty="0"/>
          </a:p>
        </p:txBody>
      </p:sp>
      <p:sp>
        <p:nvSpPr>
          <p:cNvPr id="16" name="Segnaposto piè di pagina 3">
            <a:extLst>
              <a:ext uri="{FF2B5EF4-FFF2-40B4-BE49-F238E27FC236}">
                <a16:creationId xmlns:a16="http://schemas.microsoft.com/office/drawing/2014/main" id="{F4E4618B-7133-56BB-F8A3-1D636EC147F6}"/>
              </a:ext>
            </a:extLst>
          </p:cNvPr>
          <p:cNvSpPr>
            <a:spLocks noGrp="1"/>
          </p:cNvSpPr>
          <p:nvPr>
            <p:ph type="ftr" sz="quarter" idx="11"/>
          </p:nvPr>
        </p:nvSpPr>
        <p:spPr/>
        <p:txBody>
          <a:bodyPr/>
          <a:lstStyle/>
          <a:p>
            <a:pPr>
              <a:defRPr/>
            </a:pPr>
            <a:r>
              <a:rPr lang="en-US" noProof="0" dirty="0"/>
              <a:t>kathara – [ lab: basic-ipv4 ]</a:t>
            </a:r>
          </a:p>
        </p:txBody>
      </p:sp>
      <p:grpSp>
        <p:nvGrpSpPr>
          <p:cNvPr id="12293" name="Group 105">
            <a:extLst>
              <a:ext uri="{FF2B5EF4-FFF2-40B4-BE49-F238E27FC236}">
                <a16:creationId xmlns:a16="http://schemas.microsoft.com/office/drawing/2014/main" id="{2AF53FD4-95CC-AB69-AD7A-ADDD06823813}"/>
              </a:ext>
            </a:extLst>
          </p:cNvPr>
          <p:cNvGrpSpPr>
            <a:grpSpLocks/>
          </p:cNvGrpSpPr>
          <p:nvPr/>
        </p:nvGrpSpPr>
        <p:grpSpPr bwMode="auto">
          <a:xfrm>
            <a:off x="1118034" y="1903413"/>
            <a:ext cx="3670351" cy="3852862"/>
            <a:chOff x="308" y="935"/>
            <a:chExt cx="2187" cy="2427"/>
          </a:xfrm>
        </p:grpSpPr>
        <p:sp>
          <p:nvSpPr>
            <p:cNvPr id="12297" name="AutoShape 103">
              <a:extLst>
                <a:ext uri="{FF2B5EF4-FFF2-40B4-BE49-F238E27FC236}">
                  <a16:creationId xmlns:a16="http://schemas.microsoft.com/office/drawing/2014/main" id="{815BEE77-1BFA-BBE5-8115-97E19F48CD57}"/>
                </a:ext>
              </a:extLst>
            </p:cNvPr>
            <p:cNvSpPr>
              <a:spLocks noChangeArrowheads="1"/>
            </p:cNvSpPr>
            <p:nvPr/>
          </p:nvSpPr>
          <p:spPr bwMode="auto">
            <a:xfrm>
              <a:off x="308" y="1117"/>
              <a:ext cx="2187" cy="2245"/>
            </a:xfrm>
            <a:prstGeom prst="foldedCorner">
              <a:avLst>
                <a:gd name="adj" fmla="val 12500"/>
              </a:avLst>
            </a:prstGeom>
            <a:solidFill>
              <a:schemeClr val="bg1"/>
            </a:solidFill>
            <a:ln w="19050">
              <a:solidFill>
                <a:schemeClr val="tx1"/>
              </a:solidFill>
              <a:round/>
              <a:headEnd/>
              <a:tailEnd/>
            </a:ln>
            <a:effectLst>
              <a:outerShdw dist="107763" dir="2700000" algn="ctr" rotWithShape="0">
                <a:schemeClr val="bg2"/>
              </a:outerShdw>
            </a:effectLst>
          </p:spPr>
          <p:txBody>
            <a:bodyPr wrap="none"/>
            <a:lstStyle>
              <a:lvl1pPr>
                <a:spcBef>
                  <a:spcPct val="20000"/>
                </a:spcBef>
                <a:buClr>
                  <a:schemeClr val="tx2"/>
                </a:buClr>
                <a:buSzPct val="7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eaLnBrk="1" hangingPunct="1">
                <a:spcBef>
                  <a:spcPct val="0"/>
                </a:spcBef>
                <a:buClrTx/>
                <a:buSzTx/>
                <a:buFontTx/>
                <a:buNone/>
              </a:pPr>
              <a:endParaRPr lang="en-US" sz="1600" b="1" noProof="0" dirty="0">
                <a:latin typeface="Courier New" panose="02070309020205020404" pitchFamily="49" charset="0"/>
              </a:endParaRPr>
            </a:p>
            <a:p>
              <a:pPr eaLnBrk="1" hangingPunct="1">
                <a:spcBef>
                  <a:spcPct val="0"/>
                </a:spcBef>
                <a:buClrTx/>
                <a:buSzTx/>
                <a:buFontTx/>
                <a:buNone/>
              </a:pPr>
              <a:r>
                <a:rPr lang="en-US" sz="1600" b="1" noProof="0" dirty="0">
                  <a:latin typeface="Courier New" panose="02070309020205020404" pitchFamily="49" charset="0"/>
                </a:rPr>
                <a:t>r1[0]="A/00:00:00:00:00:a1"</a:t>
              </a:r>
            </a:p>
            <a:p>
              <a:pPr eaLnBrk="1" hangingPunct="1">
                <a:spcBef>
                  <a:spcPct val="0"/>
                </a:spcBef>
                <a:buClrTx/>
                <a:buSzTx/>
                <a:buFontTx/>
                <a:buNone/>
              </a:pPr>
              <a:r>
                <a:rPr lang="en-US" sz="1600" b="1" noProof="0" dirty="0">
                  <a:latin typeface="Courier New" panose="02070309020205020404" pitchFamily="49" charset="0"/>
                </a:rPr>
                <a:t>r1[1]="B/00:00:00:00:00:b1"</a:t>
              </a:r>
            </a:p>
            <a:p>
              <a:pPr eaLnBrk="1" hangingPunct="1">
                <a:spcBef>
                  <a:spcPct val="0"/>
                </a:spcBef>
                <a:buClrTx/>
                <a:buSzTx/>
                <a:buFontTx/>
                <a:buNone/>
              </a:pPr>
              <a:r>
                <a:rPr lang="en-US" sz="1600" b="1" noProof="0" dirty="0">
                  <a:latin typeface="Courier New" panose="02070309020205020404" pitchFamily="49" charset="0"/>
                </a:rPr>
                <a:t>r1[image]="kathara/core"</a:t>
              </a:r>
            </a:p>
            <a:p>
              <a:pPr eaLnBrk="1" hangingPunct="1">
                <a:spcBef>
                  <a:spcPct val="0"/>
                </a:spcBef>
                <a:buClrTx/>
                <a:buSzTx/>
                <a:buFontTx/>
                <a:buNone/>
              </a:pPr>
              <a:r>
                <a:rPr lang="en-US" sz="1600" b="1" noProof="0" dirty="0">
                  <a:latin typeface="Courier New" panose="02070309020205020404" pitchFamily="49" charset="0"/>
                </a:rPr>
                <a:t>r1[ipv6]="false"</a:t>
              </a:r>
            </a:p>
            <a:p>
              <a:pPr eaLnBrk="1" hangingPunct="1">
                <a:spcBef>
                  <a:spcPct val="0"/>
                </a:spcBef>
                <a:buClrTx/>
                <a:buSzTx/>
                <a:buFontTx/>
                <a:buNone/>
              </a:pPr>
              <a:endParaRPr lang="en-US" sz="1600" b="1" noProof="0" dirty="0">
                <a:latin typeface="Courier New" panose="02070309020205020404" pitchFamily="49" charset="0"/>
              </a:endParaRPr>
            </a:p>
            <a:p>
              <a:pPr eaLnBrk="1" hangingPunct="1">
                <a:spcBef>
                  <a:spcPct val="0"/>
                </a:spcBef>
                <a:buClrTx/>
                <a:buSzTx/>
                <a:buFontTx/>
                <a:buNone/>
              </a:pPr>
              <a:r>
                <a:rPr lang="en-US" sz="1600" b="1" noProof="0" dirty="0">
                  <a:latin typeface="Courier New" panose="02070309020205020404" pitchFamily="49" charset="0"/>
                </a:rPr>
                <a:t>r2[0]="C/00:00:00:00:00:c1"</a:t>
              </a:r>
            </a:p>
            <a:p>
              <a:pPr eaLnBrk="1" hangingPunct="1">
                <a:spcBef>
                  <a:spcPct val="0"/>
                </a:spcBef>
                <a:buClrTx/>
                <a:buSzTx/>
                <a:buFontTx/>
                <a:buNone/>
              </a:pPr>
              <a:r>
                <a:rPr lang="en-US" sz="1600" b="1" noProof="0" dirty="0">
                  <a:latin typeface="Courier New" panose="02070309020205020404" pitchFamily="49" charset="0"/>
                </a:rPr>
                <a:t>r2[1]="B/00:00:00:00:00:b2"</a:t>
              </a:r>
            </a:p>
            <a:p>
              <a:pPr eaLnBrk="1" hangingPunct="1">
                <a:spcBef>
                  <a:spcPct val="0"/>
                </a:spcBef>
                <a:buClrTx/>
                <a:buSzTx/>
                <a:buFontTx/>
                <a:buNone/>
              </a:pPr>
              <a:r>
                <a:rPr lang="en-US" sz="1600" b="1" noProof="0" dirty="0">
                  <a:latin typeface="Courier New" panose="02070309020205020404" pitchFamily="49" charset="0"/>
                </a:rPr>
                <a:t>r2[image]="kathara/core"</a:t>
              </a:r>
            </a:p>
            <a:p>
              <a:pPr eaLnBrk="1" hangingPunct="1">
                <a:spcBef>
                  <a:spcPct val="0"/>
                </a:spcBef>
                <a:buClrTx/>
                <a:buSzTx/>
                <a:buFontTx/>
                <a:buNone/>
              </a:pPr>
              <a:r>
                <a:rPr lang="en-US" sz="1600" b="1" noProof="0" dirty="0">
                  <a:latin typeface="Courier New" panose="02070309020205020404" pitchFamily="49" charset="0"/>
                </a:rPr>
                <a:t>r2[ipv6]="false"</a:t>
              </a:r>
            </a:p>
            <a:p>
              <a:pPr eaLnBrk="1" hangingPunct="1">
                <a:spcBef>
                  <a:spcPct val="0"/>
                </a:spcBef>
                <a:buClrTx/>
                <a:buSzTx/>
                <a:buFontTx/>
                <a:buNone/>
              </a:pPr>
              <a:endParaRPr lang="en-US" sz="1600" b="1" noProof="0" dirty="0">
                <a:latin typeface="Courier New" panose="02070309020205020404" pitchFamily="49" charset="0"/>
              </a:endParaRPr>
            </a:p>
            <a:p>
              <a:pPr eaLnBrk="1" hangingPunct="1">
                <a:spcBef>
                  <a:spcPct val="0"/>
                </a:spcBef>
                <a:buClrTx/>
                <a:buSzTx/>
                <a:buFontTx/>
                <a:buNone/>
              </a:pPr>
              <a:r>
                <a:rPr lang="en-US" sz="1600" b="1" noProof="0" dirty="0">
                  <a:latin typeface="Courier New" panose="02070309020205020404" pitchFamily="49" charset="0"/>
                </a:rPr>
                <a:t>pc1[0]="A/00:00:00:00:00:01"</a:t>
              </a:r>
            </a:p>
            <a:p>
              <a:pPr eaLnBrk="1" hangingPunct="1">
                <a:spcBef>
                  <a:spcPct val="0"/>
                </a:spcBef>
                <a:buClrTx/>
                <a:buSzTx/>
                <a:buFontTx/>
                <a:buNone/>
              </a:pPr>
              <a:r>
                <a:rPr lang="en-US" sz="1600" b="1" noProof="0" dirty="0">
                  <a:latin typeface="Courier New" panose="02070309020205020404" pitchFamily="49" charset="0"/>
                </a:rPr>
                <a:t>pc1[image]="kathara/core"</a:t>
              </a:r>
            </a:p>
            <a:p>
              <a:pPr eaLnBrk="1" hangingPunct="1">
                <a:spcBef>
                  <a:spcPct val="0"/>
                </a:spcBef>
                <a:buClrTx/>
                <a:buSzTx/>
                <a:buFontTx/>
                <a:buNone/>
              </a:pPr>
              <a:r>
                <a:rPr lang="en-US" sz="1600" b="1" noProof="0" dirty="0">
                  <a:latin typeface="Courier New" panose="02070309020205020404" pitchFamily="49" charset="0"/>
                </a:rPr>
                <a:t>pc1[ipv6]="false"</a:t>
              </a:r>
            </a:p>
          </p:txBody>
        </p:sp>
        <p:sp>
          <p:nvSpPr>
            <p:cNvPr id="12298" name="AutoShape 104">
              <a:extLst>
                <a:ext uri="{FF2B5EF4-FFF2-40B4-BE49-F238E27FC236}">
                  <a16:creationId xmlns:a16="http://schemas.microsoft.com/office/drawing/2014/main" id="{5F8AEA73-9B43-3F02-D572-F5901AFCB049}"/>
                </a:ext>
              </a:extLst>
            </p:cNvPr>
            <p:cNvSpPr>
              <a:spLocks noChangeArrowheads="1"/>
            </p:cNvSpPr>
            <p:nvPr/>
          </p:nvSpPr>
          <p:spPr bwMode="auto">
            <a:xfrm>
              <a:off x="353" y="935"/>
              <a:ext cx="953" cy="227"/>
            </a:xfrm>
            <a:prstGeom prst="foldedCorner">
              <a:avLst>
                <a:gd name="adj" fmla="val 8278"/>
              </a:avLst>
            </a:prstGeom>
            <a:solidFill>
              <a:schemeClr val="accent2"/>
            </a:solidFill>
            <a:ln w="19050">
              <a:solidFill>
                <a:schemeClr val="tx1"/>
              </a:solidFill>
              <a:round/>
              <a:headEnd/>
              <a:tailEnd/>
            </a:ln>
            <a:effectLst/>
            <a:extLst>
              <a:ext uri="{AF507438-7753-43E0-B8FC-AC1667EBCBE1}">
                <a14:hiddenEffects xmlns:a14="http://schemas.microsoft.com/office/drawing/2010/main">
                  <a:effectLst>
                    <a:outerShdw dist="107763" dir="2700000" algn="ctr" rotWithShape="0">
                      <a:schemeClr val="bg2"/>
                    </a:outerShdw>
                  </a:effectLst>
                </a14:hiddenEffects>
              </a:ext>
            </a:extLst>
          </p:spPr>
          <p:txBody>
            <a:bodyPr wrap="none"/>
            <a:lstStyle>
              <a:lvl1pPr>
                <a:spcBef>
                  <a:spcPct val="20000"/>
                </a:spcBef>
                <a:buClr>
                  <a:schemeClr val="tx2"/>
                </a:buClr>
                <a:buSzPct val="7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eaLnBrk="1" hangingPunct="1">
                <a:spcBef>
                  <a:spcPct val="0"/>
                </a:spcBef>
                <a:buClrTx/>
                <a:buSzTx/>
                <a:buFontTx/>
                <a:buNone/>
              </a:pPr>
              <a:r>
                <a:rPr lang="en-US" sz="1600" b="1" noProof="0" dirty="0" err="1">
                  <a:latin typeface="Courier New" panose="02070309020205020404" pitchFamily="49" charset="0"/>
                </a:rPr>
                <a:t>lab.conf</a:t>
              </a:r>
              <a:endParaRPr lang="en-US" sz="1600" b="1" noProof="0" dirty="0">
                <a:latin typeface="Courier New" panose="02070309020205020404" pitchFamily="49" charset="0"/>
              </a:endParaRPr>
            </a:p>
          </p:txBody>
        </p:sp>
      </p:grpSp>
      <p:grpSp>
        <p:nvGrpSpPr>
          <p:cNvPr id="12294" name="Group 105">
            <a:extLst>
              <a:ext uri="{FF2B5EF4-FFF2-40B4-BE49-F238E27FC236}">
                <a16:creationId xmlns:a16="http://schemas.microsoft.com/office/drawing/2014/main" id="{31077BAD-D57B-20D0-FC27-58D1F00EB405}"/>
              </a:ext>
            </a:extLst>
          </p:cNvPr>
          <p:cNvGrpSpPr>
            <a:grpSpLocks/>
          </p:cNvGrpSpPr>
          <p:nvPr/>
        </p:nvGrpSpPr>
        <p:grpSpPr bwMode="auto">
          <a:xfrm>
            <a:off x="4849813" y="1916113"/>
            <a:ext cx="6070600" cy="3840162"/>
            <a:chOff x="2549" y="835"/>
            <a:chExt cx="2115" cy="2419"/>
          </a:xfrm>
        </p:grpSpPr>
        <p:sp>
          <p:nvSpPr>
            <p:cNvPr id="12295" name="AutoShape 103">
              <a:extLst>
                <a:ext uri="{FF2B5EF4-FFF2-40B4-BE49-F238E27FC236}">
                  <a16:creationId xmlns:a16="http://schemas.microsoft.com/office/drawing/2014/main" id="{BF86EBAE-7709-4E3F-B5D8-AF8A10EC966C}"/>
                </a:ext>
              </a:extLst>
            </p:cNvPr>
            <p:cNvSpPr>
              <a:spLocks noChangeArrowheads="1"/>
            </p:cNvSpPr>
            <p:nvPr/>
          </p:nvSpPr>
          <p:spPr bwMode="auto">
            <a:xfrm>
              <a:off x="2549" y="1009"/>
              <a:ext cx="2115" cy="2245"/>
            </a:xfrm>
            <a:prstGeom prst="foldedCorner">
              <a:avLst>
                <a:gd name="adj" fmla="val 12500"/>
              </a:avLst>
            </a:prstGeom>
            <a:solidFill>
              <a:schemeClr val="bg1"/>
            </a:solidFill>
            <a:ln w="19050">
              <a:solidFill>
                <a:schemeClr val="tx1"/>
              </a:solidFill>
              <a:round/>
              <a:headEnd/>
              <a:tailEnd/>
            </a:ln>
            <a:effectLst>
              <a:outerShdw dist="107763" dir="2700000" algn="ctr" rotWithShape="0">
                <a:schemeClr val="bg2"/>
              </a:outerShdw>
            </a:effectLst>
          </p:spPr>
          <p:txBody>
            <a:bodyPr wrap="none"/>
            <a:lstStyle>
              <a:lvl1pPr>
                <a:spcBef>
                  <a:spcPct val="20000"/>
                </a:spcBef>
                <a:buClr>
                  <a:schemeClr val="tx2"/>
                </a:buClr>
                <a:buSzPct val="7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eaLnBrk="1" hangingPunct="1">
                <a:spcBef>
                  <a:spcPct val="0"/>
                </a:spcBef>
                <a:buClrTx/>
                <a:buSzTx/>
                <a:buFontTx/>
                <a:buNone/>
              </a:pPr>
              <a:endParaRPr lang="en-US" sz="1600" b="1" noProof="0" dirty="0">
                <a:latin typeface="Courier New" panose="02070309020205020404" pitchFamily="49" charset="0"/>
              </a:endParaRPr>
            </a:p>
            <a:p>
              <a:pPr eaLnBrk="1" hangingPunct="1">
                <a:spcBef>
                  <a:spcPct val="0"/>
                </a:spcBef>
                <a:buClrTx/>
                <a:buSzTx/>
                <a:buFontTx/>
                <a:buNone/>
              </a:pPr>
              <a:r>
                <a:rPr lang="en-US" sz="1600" b="1" noProof="0" dirty="0">
                  <a:latin typeface="Courier New" panose="02070309020205020404" pitchFamily="49" charset="0"/>
                </a:rPr>
                <a:t>pc2[0]="C/00:00:00:00:00:02"</a:t>
              </a:r>
            </a:p>
            <a:p>
              <a:pPr eaLnBrk="1" hangingPunct="1">
                <a:spcBef>
                  <a:spcPct val="0"/>
                </a:spcBef>
                <a:buClrTx/>
                <a:buSzTx/>
                <a:buFontTx/>
                <a:buNone/>
              </a:pPr>
              <a:r>
                <a:rPr lang="en-US" sz="1600" b="1" noProof="0" dirty="0">
                  <a:latin typeface="Courier New" panose="02070309020205020404" pitchFamily="49" charset="0"/>
                </a:rPr>
                <a:t>pc2[image]="kathara/core"</a:t>
              </a:r>
            </a:p>
            <a:p>
              <a:pPr eaLnBrk="1" hangingPunct="1">
                <a:spcBef>
                  <a:spcPct val="0"/>
                </a:spcBef>
                <a:buClrTx/>
                <a:buSzTx/>
                <a:buFontTx/>
                <a:buNone/>
              </a:pPr>
              <a:r>
                <a:rPr lang="en-US" sz="1600" b="1" noProof="0" dirty="0">
                  <a:latin typeface="Courier New" panose="02070309020205020404" pitchFamily="49" charset="0"/>
                </a:rPr>
                <a:t>pc2[ipv6]="false"</a:t>
              </a:r>
            </a:p>
            <a:p>
              <a:pPr eaLnBrk="1" hangingPunct="1">
                <a:spcBef>
                  <a:spcPct val="0"/>
                </a:spcBef>
                <a:buClrTx/>
                <a:buSzTx/>
                <a:buFontTx/>
                <a:buNone/>
              </a:pPr>
              <a:endParaRPr lang="en-US" sz="1600" b="1" noProof="0" dirty="0">
                <a:latin typeface="Courier New" panose="02070309020205020404" pitchFamily="49" charset="0"/>
              </a:endParaRPr>
            </a:p>
            <a:p>
              <a:pPr eaLnBrk="1" hangingPunct="1">
                <a:spcBef>
                  <a:spcPct val="0"/>
                </a:spcBef>
                <a:buClrTx/>
                <a:buSzTx/>
                <a:buFontTx/>
                <a:buNone/>
              </a:pPr>
              <a:r>
                <a:rPr lang="en-US" sz="1600" b="1" noProof="0" dirty="0">
                  <a:latin typeface="Courier New" panose="02070309020205020404" pitchFamily="49" charset="0"/>
                </a:rPr>
                <a:t>pc3[0]="C/00:00:00:00:00:03"</a:t>
              </a:r>
            </a:p>
            <a:p>
              <a:pPr eaLnBrk="1" hangingPunct="1">
                <a:spcBef>
                  <a:spcPct val="0"/>
                </a:spcBef>
                <a:buClrTx/>
                <a:buSzTx/>
                <a:buFontTx/>
                <a:buNone/>
              </a:pPr>
              <a:r>
                <a:rPr lang="en-US" sz="1600" b="1" noProof="0" dirty="0">
                  <a:latin typeface="Courier New" panose="02070309020205020404" pitchFamily="49" charset="0"/>
                </a:rPr>
                <a:t>pc3[image]="kathara/core"</a:t>
              </a:r>
            </a:p>
            <a:p>
              <a:pPr eaLnBrk="1" hangingPunct="1">
                <a:spcBef>
                  <a:spcPct val="0"/>
                </a:spcBef>
                <a:buClrTx/>
                <a:buSzTx/>
                <a:buFontTx/>
                <a:buNone/>
              </a:pPr>
              <a:r>
                <a:rPr lang="en-US" sz="1600" b="1" noProof="0" dirty="0">
                  <a:latin typeface="Courier New" panose="02070309020205020404" pitchFamily="49" charset="0"/>
                </a:rPr>
                <a:t>pc3[ipv6]="false"</a:t>
              </a:r>
            </a:p>
            <a:p>
              <a:pPr eaLnBrk="1" hangingPunct="1">
                <a:spcBef>
                  <a:spcPct val="0"/>
                </a:spcBef>
                <a:buClrTx/>
                <a:buSzTx/>
                <a:buFontTx/>
                <a:buNone/>
              </a:pPr>
              <a:endParaRPr lang="en-US" sz="1600" b="1" noProof="0" dirty="0">
                <a:latin typeface="Courier New" panose="02070309020205020404" pitchFamily="49" charset="0"/>
              </a:endParaRPr>
            </a:p>
            <a:p>
              <a:pPr eaLnBrk="1" hangingPunct="1">
                <a:spcBef>
                  <a:spcPct val="0"/>
                </a:spcBef>
                <a:buClrTx/>
                <a:buSzTx/>
                <a:buFontTx/>
                <a:buNone/>
              </a:pPr>
              <a:r>
                <a:rPr lang="en-US" sz="1600" b="1" noProof="0" dirty="0" err="1">
                  <a:latin typeface="Courier New" panose="02070309020205020404" pitchFamily="49" charset="0"/>
                </a:rPr>
                <a:t>wireshark</a:t>
              </a:r>
              <a:r>
                <a:rPr lang="en-US" sz="1600" b="1" noProof="0" dirty="0">
                  <a:latin typeface="Courier New" panose="02070309020205020404" pitchFamily="49" charset="0"/>
                </a:rPr>
                <a:t>[bridged]=true</a:t>
              </a:r>
            </a:p>
            <a:p>
              <a:pPr eaLnBrk="1" hangingPunct="1">
                <a:spcBef>
                  <a:spcPct val="0"/>
                </a:spcBef>
                <a:buClrTx/>
                <a:buSzTx/>
                <a:buFontTx/>
                <a:buNone/>
              </a:pPr>
              <a:r>
                <a:rPr lang="en-US" sz="1600" b="1" noProof="0" dirty="0" err="1">
                  <a:latin typeface="Courier New" panose="02070309020205020404" pitchFamily="49" charset="0"/>
                </a:rPr>
                <a:t>wireshark</a:t>
              </a:r>
              <a:r>
                <a:rPr lang="en-US" sz="1600" b="1" noProof="0" dirty="0">
                  <a:latin typeface="Courier New" panose="02070309020205020404" pitchFamily="49" charset="0"/>
                </a:rPr>
                <a:t>[port]="3000:3000"</a:t>
              </a:r>
            </a:p>
            <a:p>
              <a:pPr eaLnBrk="1" hangingPunct="1">
                <a:spcBef>
                  <a:spcPct val="0"/>
                </a:spcBef>
                <a:buClrTx/>
                <a:buSzTx/>
                <a:buFontTx/>
                <a:buNone/>
              </a:pPr>
              <a:r>
                <a:rPr lang="en-US" sz="1600" b="1" noProof="0" dirty="0" err="1">
                  <a:latin typeface="Courier New" panose="02070309020205020404" pitchFamily="49" charset="0"/>
                </a:rPr>
                <a:t>wireshark</a:t>
              </a:r>
              <a:r>
                <a:rPr lang="en-US" sz="1600" b="1" noProof="0" dirty="0">
                  <a:latin typeface="Courier New" panose="02070309020205020404" pitchFamily="49" charset="0"/>
                </a:rPr>
                <a:t>[image]="lscr.io/</a:t>
              </a:r>
              <a:r>
                <a:rPr lang="en-US" sz="1600" b="1" noProof="0" dirty="0" err="1">
                  <a:latin typeface="Courier New" panose="02070309020205020404" pitchFamily="49" charset="0"/>
                </a:rPr>
                <a:t>linuxserver</a:t>
              </a:r>
              <a:r>
                <a:rPr lang="en-US" sz="1600" b="1" noProof="0" dirty="0">
                  <a:latin typeface="Courier New" panose="02070309020205020404" pitchFamily="49" charset="0"/>
                </a:rPr>
                <a:t>/</a:t>
              </a:r>
              <a:r>
                <a:rPr lang="en-US" sz="1600" b="1" noProof="0" dirty="0" err="1">
                  <a:latin typeface="Courier New" panose="02070309020205020404" pitchFamily="49" charset="0"/>
                </a:rPr>
                <a:t>wireshark</a:t>
              </a:r>
              <a:r>
                <a:rPr lang="en-US" sz="1600" b="1" noProof="0" dirty="0">
                  <a:latin typeface="Courier New" panose="02070309020205020404" pitchFamily="49" charset="0"/>
                </a:rPr>
                <a:t>"</a:t>
              </a:r>
            </a:p>
            <a:p>
              <a:pPr eaLnBrk="1" hangingPunct="1">
                <a:spcBef>
                  <a:spcPct val="0"/>
                </a:spcBef>
                <a:buClrTx/>
                <a:buSzTx/>
                <a:buFontTx/>
                <a:buNone/>
              </a:pPr>
              <a:r>
                <a:rPr lang="en-US" sz="1600" b="1" noProof="0" dirty="0" err="1">
                  <a:latin typeface="Courier New" panose="02070309020205020404" pitchFamily="49" charset="0"/>
                </a:rPr>
                <a:t>wireshark</a:t>
              </a:r>
              <a:r>
                <a:rPr lang="en-US" sz="1600" b="1" noProof="0" dirty="0">
                  <a:latin typeface="Courier New" panose="02070309020205020404" pitchFamily="49" charset="0"/>
                </a:rPr>
                <a:t>[</a:t>
              </a:r>
              <a:r>
                <a:rPr lang="en-US" sz="1600" b="1" noProof="0" dirty="0" err="1">
                  <a:latin typeface="Courier New" panose="02070309020205020404" pitchFamily="49" charset="0"/>
                </a:rPr>
                <a:t>num_terms</a:t>
              </a:r>
              <a:r>
                <a:rPr lang="en-US" sz="1600" b="1" noProof="0" dirty="0">
                  <a:latin typeface="Courier New" panose="02070309020205020404" pitchFamily="49" charset="0"/>
                </a:rPr>
                <a:t>]=0</a:t>
              </a:r>
            </a:p>
          </p:txBody>
        </p:sp>
        <p:sp>
          <p:nvSpPr>
            <p:cNvPr id="12296" name="AutoShape 104">
              <a:extLst>
                <a:ext uri="{FF2B5EF4-FFF2-40B4-BE49-F238E27FC236}">
                  <a16:creationId xmlns:a16="http://schemas.microsoft.com/office/drawing/2014/main" id="{BFEC9902-88C0-54AE-3627-271DC01BD519}"/>
                </a:ext>
              </a:extLst>
            </p:cNvPr>
            <p:cNvSpPr>
              <a:spLocks noChangeArrowheads="1"/>
            </p:cNvSpPr>
            <p:nvPr/>
          </p:nvSpPr>
          <p:spPr bwMode="auto">
            <a:xfrm>
              <a:off x="2607" y="835"/>
              <a:ext cx="953" cy="227"/>
            </a:xfrm>
            <a:prstGeom prst="foldedCorner">
              <a:avLst>
                <a:gd name="adj" fmla="val 8278"/>
              </a:avLst>
            </a:prstGeom>
            <a:solidFill>
              <a:schemeClr val="accent2"/>
            </a:solidFill>
            <a:ln w="19050">
              <a:solidFill>
                <a:schemeClr val="tx1"/>
              </a:solidFill>
              <a:round/>
              <a:headEnd/>
              <a:tailEnd/>
            </a:ln>
            <a:effectLst/>
            <a:extLst>
              <a:ext uri="{AF507438-7753-43E0-B8FC-AC1667EBCBE1}">
                <a14:hiddenEffects xmlns:a14="http://schemas.microsoft.com/office/drawing/2010/main">
                  <a:effectLst>
                    <a:outerShdw dist="107763" dir="2700000" algn="ctr" rotWithShape="0">
                      <a:schemeClr val="bg2"/>
                    </a:outerShdw>
                  </a:effectLst>
                </a14:hiddenEffects>
              </a:ext>
            </a:extLst>
          </p:spPr>
          <p:txBody>
            <a:bodyPr wrap="none"/>
            <a:lstStyle>
              <a:lvl1pPr>
                <a:spcBef>
                  <a:spcPct val="20000"/>
                </a:spcBef>
                <a:buClr>
                  <a:schemeClr val="tx2"/>
                </a:buClr>
                <a:buSzPct val="7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eaLnBrk="1" hangingPunct="1">
                <a:spcBef>
                  <a:spcPct val="0"/>
                </a:spcBef>
                <a:buClrTx/>
                <a:buSzTx/>
                <a:buFontTx/>
                <a:buNone/>
              </a:pPr>
              <a:r>
                <a:rPr lang="en-US" sz="1600" b="1" noProof="0" dirty="0" err="1">
                  <a:latin typeface="Courier New" panose="02070309020205020404" pitchFamily="49" charset="0"/>
                </a:rPr>
                <a:t>lab.conf</a:t>
              </a:r>
              <a:endParaRPr lang="en-US" sz="1600" b="1" noProof="0" dirty="0">
                <a:latin typeface="Courier New" panose="02070309020205020404" pitchFamily="49" charset="0"/>
              </a:endParaRPr>
            </a:p>
          </p:txBody>
        </p:sp>
      </p:gr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6" name="Rectangle 95">
            <a:extLst>
              <a:ext uri="{FF2B5EF4-FFF2-40B4-BE49-F238E27FC236}">
                <a16:creationId xmlns:a16="http://schemas.microsoft.com/office/drawing/2014/main" id="{57CC342D-A2DA-033E-0D02-CE4E113E9C7F}"/>
              </a:ext>
            </a:extLst>
          </p:cNvPr>
          <p:cNvSpPr>
            <a:spLocks noGrp="1" noChangeArrowheads="1"/>
          </p:cNvSpPr>
          <p:nvPr>
            <p:ph type="title"/>
          </p:nvPr>
        </p:nvSpPr>
        <p:spPr/>
        <p:txBody>
          <a:bodyPr/>
          <a:lstStyle/>
          <a:p>
            <a:pPr eaLnBrk="1" hangingPunct="1"/>
            <a:r>
              <a:rPr lang="en-US" noProof="0" dirty="0"/>
              <a:t>a quick look at the lab</a:t>
            </a:r>
          </a:p>
        </p:txBody>
      </p:sp>
      <p:sp>
        <p:nvSpPr>
          <p:cNvPr id="15" name="Segnaposto data 2">
            <a:extLst>
              <a:ext uri="{FF2B5EF4-FFF2-40B4-BE49-F238E27FC236}">
                <a16:creationId xmlns:a16="http://schemas.microsoft.com/office/drawing/2014/main" id="{306E9D84-E7BF-7956-8863-0BA5BAF66F6D}"/>
              </a:ext>
            </a:extLst>
          </p:cNvPr>
          <p:cNvSpPr>
            <a:spLocks noGrp="1"/>
          </p:cNvSpPr>
          <p:nvPr>
            <p:ph type="dt" sz="half" idx="10"/>
          </p:nvPr>
        </p:nvSpPr>
        <p:spPr/>
        <p:txBody>
          <a:bodyPr/>
          <a:lstStyle/>
          <a:p>
            <a:pPr>
              <a:defRPr/>
            </a:pPr>
            <a:r>
              <a:rPr lang="en-US" noProof="0"/>
              <a:t>last update: Oct 2026</a:t>
            </a:r>
            <a:endParaRPr lang="en-US" noProof="0" dirty="0"/>
          </a:p>
        </p:txBody>
      </p:sp>
      <p:sp>
        <p:nvSpPr>
          <p:cNvPr id="16" name="Segnaposto piè di pagina 3">
            <a:extLst>
              <a:ext uri="{FF2B5EF4-FFF2-40B4-BE49-F238E27FC236}">
                <a16:creationId xmlns:a16="http://schemas.microsoft.com/office/drawing/2014/main" id="{A4217804-61D6-5DDB-B187-42CDA49EE0A6}"/>
              </a:ext>
            </a:extLst>
          </p:cNvPr>
          <p:cNvSpPr>
            <a:spLocks noGrp="1"/>
          </p:cNvSpPr>
          <p:nvPr>
            <p:ph type="ftr" sz="quarter" idx="11"/>
          </p:nvPr>
        </p:nvSpPr>
        <p:spPr/>
        <p:txBody>
          <a:bodyPr/>
          <a:lstStyle/>
          <a:p>
            <a:pPr>
              <a:defRPr/>
            </a:pPr>
            <a:r>
              <a:rPr lang="en-US" noProof="0" dirty="0"/>
              <a:t>kathara – [ lab: basic-ipv4 ]</a:t>
            </a:r>
          </a:p>
        </p:txBody>
      </p:sp>
      <p:grpSp>
        <p:nvGrpSpPr>
          <p:cNvPr id="13317" name="Group 106">
            <a:extLst>
              <a:ext uri="{FF2B5EF4-FFF2-40B4-BE49-F238E27FC236}">
                <a16:creationId xmlns:a16="http://schemas.microsoft.com/office/drawing/2014/main" id="{BE52415C-BA94-28FF-814E-B45AD3DD5278}"/>
              </a:ext>
            </a:extLst>
          </p:cNvPr>
          <p:cNvGrpSpPr>
            <a:grpSpLocks/>
          </p:cNvGrpSpPr>
          <p:nvPr/>
        </p:nvGrpSpPr>
        <p:grpSpPr bwMode="auto">
          <a:xfrm>
            <a:off x="4910145" y="1916119"/>
            <a:ext cx="5794375" cy="1195387"/>
            <a:chOff x="126" y="2522"/>
            <a:chExt cx="2676" cy="591"/>
          </a:xfrm>
        </p:grpSpPr>
        <p:sp>
          <p:nvSpPr>
            <p:cNvPr id="13325" name="AutoShape 97">
              <a:extLst>
                <a:ext uri="{FF2B5EF4-FFF2-40B4-BE49-F238E27FC236}">
                  <a16:creationId xmlns:a16="http://schemas.microsoft.com/office/drawing/2014/main" id="{CE42932F-DF6F-181F-B656-0738ABB62D6D}"/>
                </a:ext>
              </a:extLst>
            </p:cNvPr>
            <p:cNvSpPr>
              <a:spLocks noChangeArrowheads="1"/>
            </p:cNvSpPr>
            <p:nvPr/>
          </p:nvSpPr>
          <p:spPr bwMode="auto">
            <a:xfrm>
              <a:off x="126" y="2704"/>
              <a:ext cx="2676" cy="409"/>
            </a:xfrm>
            <a:prstGeom prst="foldedCorner">
              <a:avLst>
                <a:gd name="adj" fmla="val 0"/>
              </a:avLst>
            </a:prstGeom>
            <a:solidFill>
              <a:schemeClr val="bg1"/>
            </a:solidFill>
            <a:ln w="19050">
              <a:solidFill>
                <a:schemeClr val="tx1"/>
              </a:solidFill>
              <a:round/>
              <a:headEnd/>
              <a:tailEnd/>
            </a:ln>
            <a:effectLst>
              <a:outerShdw dist="107763" dir="2700000" algn="ctr" rotWithShape="0">
                <a:schemeClr val="bg2"/>
              </a:outerShdw>
            </a:effectLst>
          </p:spPr>
          <p:txBody>
            <a:bodyPr wrap="none"/>
            <a:lstStyle>
              <a:lvl1pPr>
                <a:spcBef>
                  <a:spcPct val="20000"/>
                </a:spcBef>
                <a:buClr>
                  <a:schemeClr val="tx2"/>
                </a:buClr>
                <a:buSzPct val="7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eaLnBrk="1" hangingPunct="1">
                <a:spcBef>
                  <a:spcPct val="0"/>
                </a:spcBef>
                <a:buClrTx/>
                <a:buSzTx/>
                <a:buFontTx/>
                <a:buNone/>
              </a:pPr>
              <a:br>
                <a:rPr lang="en-US" sz="1600" b="1" noProof="0" dirty="0">
                  <a:latin typeface="Courier New" panose="02070309020205020404" pitchFamily="49" charset="0"/>
                </a:rPr>
              </a:br>
              <a:r>
                <a:rPr lang="en-US" sz="1600" b="1" noProof="0" dirty="0" err="1">
                  <a:latin typeface="Courier New" panose="02070309020205020404" pitchFamily="49" charset="0"/>
                </a:rPr>
                <a:t>ip</a:t>
              </a:r>
              <a:r>
                <a:rPr lang="en-US" sz="1600" b="1" noProof="0" dirty="0">
                  <a:latin typeface="Courier New" panose="02070309020205020404" pitchFamily="49" charset="0"/>
                </a:rPr>
                <a:t> address add 195.11.14.5/24 dev eth0</a:t>
              </a:r>
            </a:p>
            <a:p>
              <a:pPr eaLnBrk="1" hangingPunct="1">
                <a:spcBef>
                  <a:spcPct val="0"/>
                </a:spcBef>
                <a:buClrTx/>
                <a:buSzTx/>
                <a:buFontTx/>
                <a:buNone/>
              </a:pPr>
              <a:r>
                <a:rPr lang="en-US" sz="1600" b="1" noProof="0" dirty="0" err="1">
                  <a:latin typeface="Courier New" panose="02070309020205020404" pitchFamily="49" charset="0"/>
                </a:rPr>
                <a:t>ip</a:t>
              </a:r>
              <a:r>
                <a:rPr lang="en-US" sz="1600" b="1" noProof="0" dirty="0">
                  <a:latin typeface="Courier New" panose="02070309020205020404" pitchFamily="49" charset="0"/>
                </a:rPr>
                <a:t> route add default via 195.11.14.1</a:t>
              </a:r>
            </a:p>
          </p:txBody>
        </p:sp>
        <p:sp>
          <p:nvSpPr>
            <p:cNvPr id="13326" name="AutoShape 98">
              <a:extLst>
                <a:ext uri="{FF2B5EF4-FFF2-40B4-BE49-F238E27FC236}">
                  <a16:creationId xmlns:a16="http://schemas.microsoft.com/office/drawing/2014/main" id="{6A90BF16-9E1B-1260-0FD6-960B2311CF3B}"/>
                </a:ext>
              </a:extLst>
            </p:cNvPr>
            <p:cNvSpPr>
              <a:spLocks noChangeArrowheads="1"/>
            </p:cNvSpPr>
            <p:nvPr/>
          </p:nvSpPr>
          <p:spPr bwMode="auto">
            <a:xfrm>
              <a:off x="171" y="2522"/>
              <a:ext cx="1044" cy="227"/>
            </a:xfrm>
            <a:prstGeom prst="foldedCorner">
              <a:avLst>
                <a:gd name="adj" fmla="val 8278"/>
              </a:avLst>
            </a:prstGeom>
            <a:solidFill>
              <a:schemeClr val="accent2"/>
            </a:solidFill>
            <a:ln w="19050">
              <a:solidFill>
                <a:schemeClr val="tx1"/>
              </a:solidFill>
              <a:round/>
              <a:headEnd/>
              <a:tailEnd/>
            </a:ln>
            <a:effectLst/>
            <a:extLst>
              <a:ext uri="{AF507438-7753-43E0-B8FC-AC1667EBCBE1}">
                <a14:hiddenEffects xmlns:a14="http://schemas.microsoft.com/office/drawing/2010/main">
                  <a:effectLst>
                    <a:outerShdw dist="107763" dir="2700000" algn="ctr" rotWithShape="0">
                      <a:schemeClr val="bg2"/>
                    </a:outerShdw>
                  </a:effectLst>
                </a14:hiddenEffects>
              </a:ext>
            </a:extLst>
          </p:spPr>
          <p:txBody>
            <a:bodyPr wrap="none"/>
            <a:lstStyle>
              <a:lvl1pPr>
                <a:spcBef>
                  <a:spcPct val="20000"/>
                </a:spcBef>
                <a:buClr>
                  <a:schemeClr val="tx2"/>
                </a:buClr>
                <a:buSzPct val="7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eaLnBrk="1" hangingPunct="1">
                <a:spcBef>
                  <a:spcPct val="0"/>
                </a:spcBef>
                <a:buClrTx/>
                <a:buSzTx/>
                <a:buFontTx/>
                <a:buNone/>
              </a:pPr>
              <a:r>
                <a:rPr lang="en-US" sz="1600" b="1" noProof="0" dirty="0">
                  <a:latin typeface="Courier New" panose="02070309020205020404" pitchFamily="49" charset="0"/>
                </a:rPr>
                <a:t>pc1.startup</a:t>
              </a:r>
            </a:p>
          </p:txBody>
        </p:sp>
      </p:grpSp>
      <p:grpSp>
        <p:nvGrpSpPr>
          <p:cNvPr id="13318" name="Group 116">
            <a:extLst>
              <a:ext uri="{FF2B5EF4-FFF2-40B4-BE49-F238E27FC236}">
                <a16:creationId xmlns:a16="http://schemas.microsoft.com/office/drawing/2014/main" id="{DF900238-9BB8-5C1F-9C08-26507852F013}"/>
              </a:ext>
            </a:extLst>
          </p:cNvPr>
          <p:cNvGrpSpPr>
            <a:grpSpLocks/>
          </p:cNvGrpSpPr>
          <p:nvPr/>
        </p:nvGrpSpPr>
        <p:grpSpPr bwMode="auto">
          <a:xfrm>
            <a:off x="4910145" y="3284545"/>
            <a:ext cx="5794375" cy="1152525"/>
            <a:chOff x="2739" y="2704"/>
            <a:chExt cx="2676" cy="591"/>
          </a:xfrm>
        </p:grpSpPr>
        <p:sp>
          <p:nvSpPr>
            <p:cNvPr id="13323" name="AutoShape 110">
              <a:extLst>
                <a:ext uri="{FF2B5EF4-FFF2-40B4-BE49-F238E27FC236}">
                  <a16:creationId xmlns:a16="http://schemas.microsoft.com/office/drawing/2014/main" id="{D2FECFE5-5EAB-FDB2-385C-2E777E5B6002}"/>
                </a:ext>
              </a:extLst>
            </p:cNvPr>
            <p:cNvSpPr>
              <a:spLocks noChangeArrowheads="1"/>
            </p:cNvSpPr>
            <p:nvPr/>
          </p:nvSpPr>
          <p:spPr bwMode="auto">
            <a:xfrm>
              <a:off x="2739" y="2886"/>
              <a:ext cx="2676" cy="409"/>
            </a:xfrm>
            <a:prstGeom prst="foldedCorner">
              <a:avLst>
                <a:gd name="adj" fmla="val 8278"/>
              </a:avLst>
            </a:prstGeom>
            <a:solidFill>
              <a:schemeClr val="bg1"/>
            </a:solidFill>
            <a:ln w="19050">
              <a:solidFill>
                <a:schemeClr val="tx1"/>
              </a:solidFill>
              <a:round/>
              <a:headEnd/>
              <a:tailEnd/>
            </a:ln>
            <a:effectLst>
              <a:outerShdw dist="107763" dir="2700000" algn="ctr" rotWithShape="0">
                <a:schemeClr val="bg2"/>
              </a:outerShdw>
            </a:effectLst>
          </p:spPr>
          <p:txBody>
            <a:bodyPr wrap="none"/>
            <a:lstStyle>
              <a:lvl1pPr>
                <a:spcBef>
                  <a:spcPct val="20000"/>
                </a:spcBef>
                <a:buClr>
                  <a:schemeClr val="tx2"/>
                </a:buClr>
                <a:buSzPct val="7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eaLnBrk="1" hangingPunct="1">
                <a:spcBef>
                  <a:spcPct val="0"/>
                </a:spcBef>
                <a:buClrTx/>
                <a:buSzTx/>
                <a:buFontTx/>
                <a:buNone/>
              </a:pPr>
              <a:endParaRPr lang="en-US" sz="1600" b="1" noProof="0" dirty="0">
                <a:latin typeface="Courier New" panose="02070309020205020404" pitchFamily="49" charset="0"/>
              </a:endParaRPr>
            </a:p>
            <a:p>
              <a:pPr eaLnBrk="1" hangingPunct="1">
                <a:spcBef>
                  <a:spcPct val="0"/>
                </a:spcBef>
                <a:buClrTx/>
                <a:buSzTx/>
                <a:buFontTx/>
                <a:buNone/>
              </a:pPr>
              <a:r>
                <a:rPr lang="en-US" sz="1600" b="1" noProof="0" dirty="0" err="1">
                  <a:latin typeface="Courier New" panose="02070309020205020404" pitchFamily="49" charset="0"/>
                </a:rPr>
                <a:t>ip</a:t>
              </a:r>
              <a:r>
                <a:rPr lang="en-US" sz="1600" b="1" noProof="0" dirty="0">
                  <a:latin typeface="Courier New" panose="02070309020205020404" pitchFamily="49" charset="0"/>
                </a:rPr>
                <a:t> address add 200.1.1.7/24 dev eth0</a:t>
              </a:r>
            </a:p>
            <a:p>
              <a:pPr eaLnBrk="1" hangingPunct="1">
                <a:spcBef>
                  <a:spcPct val="0"/>
                </a:spcBef>
                <a:buClrTx/>
                <a:buSzTx/>
                <a:buFontTx/>
                <a:buNone/>
              </a:pPr>
              <a:r>
                <a:rPr lang="en-US" sz="1600" b="1" noProof="0" dirty="0" err="1">
                  <a:latin typeface="Courier New" panose="02070309020205020404" pitchFamily="49" charset="0"/>
                </a:rPr>
                <a:t>ip</a:t>
              </a:r>
              <a:r>
                <a:rPr lang="en-US" sz="1600" b="1" noProof="0" dirty="0">
                  <a:latin typeface="Courier New" panose="02070309020205020404" pitchFamily="49" charset="0"/>
                </a:rPr>
                <a:t> route add default via 200.1.1.1 dev eth0</a:t>
              </a:r>
            </a:p>
            <a:p>
              <a:pPr eaLnBrk="1" hangingPunct="1">
                <a:spcBef>
                  <a:spcPct val="0"/>
                </a:spcBef>
                <a:buClrTx/>
                <a:buSzTx/>
                <a:buFontTx/>
                <a:buNone/>
              </a:pPr>
              <a:endParaRPr lang="en-US" sz="1600" b="1" noProof="0" dirty="0">
                <a:latin typeface="Courier New" panose="02070309020205020404" pitchFamily="49" charset="0"/>
              </a:endParaRPr>
            </a:p>
          </p:txBody>
        </p:sp>
        <p:sp>
          <p:nvSpPr>
            <p:cNvPr id="13324" name="AutoShape 111">
              <a:extLst>
                <a:ext uri="{FF2B5EF4-FFF2-40B4-BE49-F238E27FC236}">
                  <a16:creationId xmlns:a16="http://schemas.microsoft.com/office/drawing/2014/main" id="{FCF17E2D-3A58-D965-6159-4A0DFA10038C}"/>
                </a:ext>
              </a:extLst>
            </p:cNvPr>
            <p:cNvSpPr>
              <a:spLocks noChangeArrowheads="1"/>
            </p:cNvSpPr>
            <p:nvPr/>
          </p:nvSpPr>
          <p:spPr bwMode="auto">
            <a:xfrm>
              <a:off x="2784" y="2704"/>
              <a:ext cx="1044" cy="227"/>
            </a:xfrm>
            <a:prstGeom prst="foldedCorner">
              <a:avLst>
                <a:gd name="adj" fmla="val 8278"/>
              </a:avLst>
            </a:prstGeom>
            <a:solidFill>
              <a:schemeClr val="accent2"/>
            </a:solidFill>
            <a:ln w="19050">
              <a:solidFill>
                <a:schemeClr val="tx1"/>
              </a:solidFill>
              <a:round/>
              <a:headEnd/>
              <a:tailEnd/>
            </a:ln>
            <a:effectLst/>
            <a:extLst>
              <a:ext uri="{AF507438-7753-43E0-B8FC-AC1667EBCBE1}">
                <a14:hiddenEffects xmlns:a14="http://schemas.microsoft.com/office/drawing/2010/main">
                  <a:effectLst>
                    <a:outerShdw dist="107763" dir="2700000" algn="ctr" rotWithShape="0">
                      <a:schemeClr val="bg2"/>
                    </a:outerShdw>
                  </a:effectLst>
                </a14:hiddenEffects>
              </a:ext>
            </a:extLst>
          </p:spPr>
          <p:txBody>
            <a:bodyPr wrap="none"/>
            <a:lstStyle>
              <a:lvl1pPr>
                <a:spcBef>
                  <a:spcPct val="20000"/>
                </a:spcBef>
                <a:buClr>
                  <a:schemeClr val="tx2"/>
                </a:buClr>
                <a:buSzPct val="7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eaLnBrk="1" hangingPunct="1">
                <a:spcBef>
                  <a:spcPct val="0"/>
                </a:spcBef>
                <a:buClrTx/>
                <a:buSzTx/>
                <a:buFontTx/>
                <a:buNone/>
              </a:pPr>
              <a:r>
                <a:rPr lang="en-US" sz="1600" b="1" noProof="0" dirty="0">
                  <a:latin typeface="Courier New" panose="02070309020205020404" pitchFamily="49" charset="0"/>
                </a:rPr>
                <a:t>pc2.startup</a:t>
              </a:r>
            </a:p>
          </p:txBody>
        </p:sp>
      </p:grpSp>
      <p:grpSp>
        <p:nvGrpSpPr>
          <p:cNvPr id="13319" name="Group 117">
            <a:extLst>
              <a:ext uri="{FF2B5EF4-FFF2-40B4-BE49-F238E27FC236}">
                <a16:creationId xmlns:a16="http://schemas.microsoft.com/office/drawing/2014/main" id="{02F1A97A-F94B-449B-6232-D64832A9AA41}"/>
              </a:ext>
            </a:extLst>
          </p:cNvPr>
          <p:cNvGrpSpPr>
            <a:grpSpLocks/>
          </p:cNvGrpSpPr>
          <p:nvPr/>
        </p:nvGrpSpPr>
        <p:grpSpPr bwMode="auto">
          <a:xfrm>
            <a:off x="4910145" y="4579938"/>
            <a:ext cx="5794375" cy="1085850"/>
            <a:chOff x="2739" y="3339"/>
            <a:chExt cx="3650" cy="684"/>
          </a:xfrm>
        </p:grpSpPr>
        <p:sp>
          <p:nvSpPr>
            <p:cNvPr id="13321" name="AutoShape 113">
              <a:extLst>
                <a:ext uri="{FF2B5EF4-FFF2-40B4-BE49-F238E27FC236}">
                  <a16:creationId xmlns:a16="http://schemas.microsoft.com/office/drawing/2014/main" id="{E4E74AB7-0975-6A9E-EC54-43856BACA718}"/>
                </a:ext>
              </a:extLst>
            </p:cNvPr>
            <p:cNvSpPr>
              <a:spLocks noChangeArrowheads="1"/>
            </p:cNvSpPr>
            <p:nvPr/>
          </p:nvSpPr>
          <p:spPr bwMode="auto">
            <a:xfrm>
              <a:off x="2739" y="3521"/>
              <a:ext cx="3650" cy="502"/>
            </a:xfrm>
            <a:prstGeom prst="foldedCorner">
              <a:avLst>
                <a:gd name="adj" fmla="val 8278"/>
              </a:avLst>
            </a:prstGeom>
            <a:solidFill>
              <a:schemeClr val="bg1"/>
            </a:solidFill>
            <a:ln w="19050">
              <a:solidFill>
                <a:schemeClr val="tx1"/>
              </a:solidFill>
              <a:round/>
              <a:headEnd/>
              <a:tailEnd/>
            </a:ln>
            <a:effectLst>
              <a:outerShdw dist="107763" dir="2700000" algn="ctr" rotWithShape="0">
                <a:schemeClr val="bg2"/>
              </a:outerShdw>
            </a:effectLst>
          </p:spPr>
          <p:txBody>
            <a:bodyPr wrap="none"/>
            <a:lstStyle>
              <a:lvl1pPr>
                <a:spcBef>
                  <a:spcPct val="20000"/>
                </a:spcBef>
                <a:buClr>
                  <a:schemeClr val="tx2"/>
                </a:buClr>
                <a:buSzPct val="7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eaLnBrk="1" hangingPunct="1">
                <a:spcBef>
                  <a:spcPct val="0"/>
                </a:spcBef>
                <a:buClrTx/>
                <a:buSzTx/>
                <a:buFontTx/>
                <a:buNone/>
              </a:pPr>
              <a:endParaRPr lang="en-US" sz="1600" b="1" noProof="0" dirty="0">
                <a:latin typeface="Courier New" panose="02070309020205020404" pitchFamily="49" charset="0"/>
              </a:endParaRPr>
            </a:p>
            <a:p>
              <a:pPr eaLnBrk="1" hangingPunct="1">
                <a:spcBef>
                  <a:spcPct val="0"/>
                </a:spcBef>
                <a:buClrTx/>
                <a:buSzTx/>
                <a:buFontTx/>
                <a:buNone/>
              </a:pPr>
              <a:r>
                <a:rPr lang="en-US" sz="1600" b="1" noProof="0" dirty="0" err="1">
                  <a:latin typeface="Courier New" panose="02070309020205020404" pitchFamily="49" charset="0"/>
                </a:rPr>
                <a:t>ip</a:t>
              </a:r>
              <a:r>
                <a:rPr lang="en-US" sz="1600" b="1" noProof="0" dirty="0">
                  <a:latin typeface="Courier New" panose="02070309020205020404" pitchFamily="49" charset="0"/>
                </a:rPr>
                <a:t> address add 200.1.1.3/24 dev eth0</a:t>
              </a:r>
            </a:p>
            <a:p>
              <a:pPr eaLnBrk="1" hangingPunct="1">
                <a:spcBef>
                  <a:spcPct val="0"/>
                </a:spcBef>
                <a:buClrTx/>
                <a:buSzTx/>
                <a:buFontTx/>
                <a:buNone/>
              </a:pPr>
              <a:r>
                <a:rPr lang="en-US" sz="1600" b="1" noProof="0" dirty="0" err="1">
                  <a:latin typeface="Courier New" panose="02070309020205020404" pitchFamily="49" charset="0"/>
                </a:rPr>
                <a:t>ip</a:t>
              </a:r>
              <a:r>
                <a:rPr lang="en-US" sz="1600" b="1" noProof="0" dirty="0">
                  <a:latin typeface="Courier New" panose="02070309020205020404" pitchFamily="49" charset="0"/>
                </a:rPr>
                <a:t> route add default via 200.1.1.1 dev eth0</a:t>
              </a:r>
            </a:p>
          </p:txBody>
        </p:sp>
        <p:sp>
          <p:nvSpPr>
            <p:cNvPr id="13322" name="AutoShape 114">
              <a:extLst>
                <a:ext uri="{FF2B5EF4-FFF2-40B4-BE49-F238E27FC236}">
                  <a16:creationId xmlns:a16="http://schemas.microsoft.com/office/drawing/2014/main" id="{7B69140E-0392-6D05-0757-E9144D344751}"/>
                </a:ext>
              </a:extLst>
            </p:cNvPr>
            <p:cNvSpPr>
              <a:spLocks noChangeArrowheads="1"/>
            </p:cNvSpPr>
            <p:nvPr/>
          </p:nvSpPr>
          <p:spPr bwMode="auto">
            <a:xfrm>
              <a:off x="2784" y="3339"/>
              <a:ext cx="1292" cy="227"/>
            </a:xfrm>
            <a:prstGeom prst="foldedCorner">
              <a:avLst>
                <a:gd name="adj" fmla="val 8278"/>
              </a:avLst>
            </a:prstGeom>
            <a:solidFill>
              <a:schemeClr val="accent2"/>
            </a:solidFill>
            <a:ln w="19050">
              <a:solidFill>
                <a:schemeClr val="tx1"/>
              </a:solidFill>
              <a:round/>
              <a:headEnd/>
              <a:tailEnd/>
            </a:ln>
            <a:effectLst/>
            <a:extLst>
              <a:ext uri="{AF507438-7753-43E0-B8FC-AC1667EBCBE1}">
                <a14:hiddenEffects xmlns:a14="http://schemas.microsoft.com/office/drawing/2010/main">
                  <a:effectLst>
                    <a:outerShdw dist="107763" dir="2700000" algn="ctr" rotWithShape="0">
                      <a:schemeClr val="bg2"/>
                    </a:outerShdw>
                  </a:effectLst>
                </a14:hiddenEffects>
              </a:ext>
            </a:extLst>
          </p:spPr>
          <p:txBody>
            <a:bodyPr wrap="none"/>
            <a:lstStyle>
              <a:lvl1pPr>
                <a:spcBef>
                  <a:spcPct val="20000"/>
                </a:spcBef>
                <a:buClr>
                  <a:schemeClr val="tx2"/>
                </a:buClr>
                <a:buSzPct val="7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eaLnBrk="1" hangingPunct="1">
                <a:spcBef>
                  <a:spcPct val="0"/>
                </a:spcBef>
                <a:buClrTx/>
                <a:buSzTx/>
                <a:buFontTx/>
                <a:buNone/>
              </a:pPr>
              <a:r>
                <a:rPr lang="en-US" sz="1600" b="1" noProof="0" dirty="0">
                  <a:latin typeface="Courier New" panose="02070309020205020404" pitchFamily="49" charset="0"/>
                </a:rPr>
                <a:t>pc3.startup</a:t>
              </a:r>
            </a:p>
          </p:txBody>
        </p:sp>
      </p:grpSp>
    </p:spTree>
    <p:extLst>
      <p:ext uri="{BB962C8B-B14F-4D97-AF65-F5344CB8AC3E}">
        <p14:creationId xmlns:p14="http://schemas.microsoft.com/office/powerpoint/2010/main" val="297094871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6" name="Rectangle 95">
            <a:extLst>
              <a:ext uri="{FF2B5EF4-FFF2-40B4-BE49-F238E27FC236}">
                <a16:creationId xmlns:a16="http://schemas.microsoft.com/office/drawing/2014/main" id="{57CC342D-A2DA-033E-0D02-CE4E113E9C7F}"/>
              </a:ext>
            </a:extLst>
          </p:cNvPr>
          <p:cNvSpPr>
            <a:spLocks noGrp="1" noChangeArrowheads="1"/>
          </p:cNvSpPr>
          <p:nvPr>
            <p:ph type="title"/>
          </p:nvPr>
        </p:nvSpPr>
        <p:spPr/>
        <p:txBody>
          <a:bodyPr/>
          <a:lstStyle/>
          <a:p>
            <a:pPr eaLnBrk="1" hangingPunct="1"/>
            <a:r>
              <a:rPr lang="en-US" noProof="0" dirty="0"/>
              <a:t>a quick look at the lab</a:t>
            </a:r>
          </a:p>
        </p:txBody>
      </p:sp>
      <p:sp>
        <p:nvSpPr>
          <p:cNvPr id="15" name="Segnaposto data 2">
            <a:extLst>
              <a:ext uri="{FF2B5EF4-FFF2-40B4-BE49-F238E27FC236}">
                <a16:creationId xmlns:a16="http://schemas.microsoft.com/office/drawing/2014/main" id="{306E9D84-E7BF-7956-8863-0BA5BAF66F6D}"/>
              </a:ext>
            </a:extLst>
          </p:cNvPr>
          <p:cNvSpPr>
            <a:spLocks noGrp="1"/>
          </p:cNvSpPr>
          <p:nvPr>
            <p:ph type="dt" sz="half" idx="10"/>
          </p:nvPr>
        </p:nvSpPr>
        <p:spPr/>
        <p:txBody>
          <a:bodyPr/>
          <a:lstStyle/>
          <a:p>
            <a:pPr>
              <a:defRPr/>
            </a:pPr>
            <a:r>
              <a:rPr lang="en-US" noProof="0"/>
              <a:t>last update: Oct 2026</a:t>
            </a:r>
            <a:endParaRPr lang="en-US" noProof="0" dirty="0"/>
          </a:p>
        </p:txBody>
      </p:sp>
      <p:sp>
        <p:nvSpPr>
          <p:cNvPr id="16" name="Segnaposto piè di pagina 3">
            <a:extLst>
              <a:ext uri="{FF2B5EF4-FFF2-40B4-BE49-F238E27FC236}">
                <a16:creationId xmlns:a16="http://schemas.microsoft.com/office/drawing/2014/main" id="{A4217804-61D6-5DDB-B187-42CDA49EE0A6}"/>
              </a:ext>
            </a:extLst>
          </p:cNvPr>
          <p:cNvSpPr>
            <a:spLocks noGrp="1"/>
          </p:cNvSpPr>
          <p:nvPr>
            <p:ph type="ftr" sz="quarter" idx="11"/>
          </p:nvPr>
        </p:nvSpPr>
        <p:spPr/>
        <p:txBody>
          <a:bodyPr/>
          <a:lstStyle/>
          <a:p>
            <a:pPr>
              <a:defRPr/>
            </a:pPr>
            <a:r>
              <a:rPr lang="en-US" noProof="0" dirty="0"/>
              <a:t>kathara – [ lab: basic-ipv4 ]</a:t>
            </a:r>
          </a:p>
        </p:txBody>
      </p:sp>
      <p:sp>
        <p:nvSpPr>
          <p:cNvPr id="19" name="AutoShape 195">
            <a:extLst>
              <a:ext uri="{FF2B5EF4-FFF2-40B4-BE49-F238E27FC236}">
                <a16:creationId xmlns:a16="http://schemas.microsoft.com/office/drawing/2014/main" id="{42AF03CC-DD9B-EB6F-276B-13AE7A77CF1A}"/>
              </a:ext>
            </a:extLst>
          </p:cNvPr>
          <p:cNvSpPr>
            <a:spLocks noChangeArrowheads="1"/>
          </p:cNvSpPr>
          <p:nvPr/>
        </p:nvSpPr>
        <p:spPr bwMode="auto">
          <a:xfrm>
            <a:off x="969640" y="1556792"/>
            <a:ext cx="3470176" cy="905291"/>
          </a:xfrm>
          <a:prstGeom prst="wedgeRoundRectCallout">
            <a:avLst>
              <a:gd name="adj1" fmla="val 62923"/>
              <a:gd name="adj2" fmla="val 74249"/>
              <a:gd name="adj3" fmla="val 16667"/>
            </a:avLst>
          </a:prstGeom>
          <a:solidFill>
            <a:schemeClr val="accent2"/>
          </a:solidFill>
          <a:ln w="9525">
            <a:solidFill>
              <a:schemeClr val="tx1"/>
            </a:solidFill>
            <a:miter lim="800000"/>
            <a:headEnd/>
            <a:tailEnd/>
          </a:ln>
          <a:effec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noProof="0" dirty="0">
                <a:latin typeface="Tahoma" panose="020B0604030504040204" pitchFamily="34" charset="0"/>
              </a:rPr>
              <a:t>an IPv4 address is assigned to the eth0 interfaces of hosts</a:t>
            </a:r>
          </a:p>
        </p:txBody>
      </p:sp>
      <p:grpSp>
        <p:nvGrpSpPr>
          <p:cNvPr id="2" name="Group 106">
            <a:extLst>
              <a:ext uri="{FF2B5EF4-FFF2-40B4-BE49-F238E27FC236}">
                <a16:creationId xmlns:a16="http://schemas.microsoft.com/office/drawing/2014/main" id="{9D59432D-93C4-2736-B5E3-6C26C9B93975}"/>
              </a:ext>
            </a:extLst>
          </p:cNvPr>
          <p:cNvGrpSpPr>
            <a:grpSpLocks/>
          </p:cNvGrpSpPr>
          <p:nvPr/>
        </p:nvGrpSpPr>
        <p:grpSpPr bwMode="auto">
          <a:xfrm>
            <a:off x="4910145" y="1916119"/>
            <a:ext cx="5794375" cy="1195387"/>
            <a:chOff x="126" y="2522"/>
            <a:chExt cx="2676" cy="591"/>
          </a:xfrm>
        </p:grpSpPr>
        <p:sp>
          <p:nvSpPr>
            <p:cNvPr id="3" name="AutoShape 97">
              <a:extLst>
                <a:ext uri="{FF2B5EF4-FFF2-40B4-BE49-F238E27FC236}">
                  <a16:creationId xmlns:a16="http://schemas.microsoft.com/office/drawing/2014/main" id="{7864D957-D8D7-315D-14B3-F10D8EF9E8D7}"/>
                </a:ext>
              </a:extLst>
            </p:cNvPr>
            <p:cNvSpPr>
              <a:spLocks noChangeArrowheads="1"/>
            </p:cNvSpPr>
            <p:nvPr/>
          </p:nvSpPr>
          <p:spPr bwMode="auto">
            <a:xfrm>
              <a:off x="126" y="2704"/>
              <a:ext cx="2676" cy="409"/>
            </a:xfrm>
            <a:prstGeom prst="foldedCorner">
              <a:avLst>
                <a:gd name="adj" fmla="val 0"/>
              </a:avLst>
            </a:prstGeom>
            <a:solidFill>
              <a:schemeClr val="bg1"/>
            </a:solidFill>
            <a:ln w="19050">
              <a:solidFill>
                <a:schemeClr val="tx1"/>
              </a:solidFill>
              <a:round/>
              <a:headEnd/>
              <a:tailEnd/>
            </a:ln>
            <a:effectLst>
              <a:outerShdw dist="107763" dir="2700000" algn="ctr" rotWithShape="0">
                <a:schemeClr val="bg2"/>
              </a:outerShdw>
            </a:effectLst>
          </p:spPr>
          <p:txBody>
            <a:bodyPr wrap="none"/>
            <a:lstStyle>
              <a:lvl1pPr>
                <a:spcBef>
                  <a:spcPct val="20000"/>
                </a:spcBef>
                <a:buClr>
                  <a:schemeClr val="tx2"/>
                </a:buClr>
                <a:buSzPct val="7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eaLnBrk="1" hangingPunct="1">
                <a:spcBef>
                  <a:spcPct val="0"/>
                </a:spcBef>
                <a:buClrTx/>
                <a:buSzTx/>
                <a:buFontTx/>
                <a:buNone/>
              </a:pPr>
              <a:br>
                <a:rPr lang="en-US" sz="1600" b="1" noProof="0" dirty="0">
                  <a:latin typeface="Courier New" panose="02070309020205020404" pitchFamily="49" charset="0"/>
                </a:rPr>
              </a:br>
              <a:r>
                <a:rPr lang="en-US" sz="1600" b="1" noProof="0" dirty="0" err="1">
                  <a:latin typeface="Courier New" panose="02070309020205020404" pitchFamily="49" charset="0"/>
                </a:rPr>
                <a:t>ip</a:t>
              </a:r>
              <a:r>
                <a:rPr lang="en-US" sz="1600" b="1" noProof="0" dirty="0">
                  <a:latin typeface="Courier New" panose="02070309020205020404" pitchFamily="49" charset="0"/>
                </a:rPr>
                <a:t> address add 195.11.14.5/24 dev eth0</a:t>
              </a:r>
            </a:p>
            <a:p>
              <a:pPr eaLnBrk="1" hangingPunct="1">
                <a:spcBef>
                  <a:spcPct val="0"/>
                </a:spcBef>
                <a:buClrTx/>
                <a:buSzTx/>
                <a:buFontTx/>
                <a:buNone/>
              </a:pPr>
              <a:r>
                <a:rPr lang="en-US" sz="1600" b="1" noProof="0" dirty="0" err="1">
                  <a:latin typeface="Courier New" panose="02070309020205020404" pitchFamily="49" charset="0"/>
                </a:rPr>
                <a:t>ip</a:t>
              </a:r>
              <a:r>
                <a:rPr lang="en-US" sz="1600" b="1" noProof="0" dirty="0">
                  <a:latin typeface="Courier New" panose="02070309020205020404" pitchFamily="49" charset="0"/>
                </a:rPr>
                <a:t> route add default via 195.11.14.1</a:t>
              </a:r>
            </a:p>
          </p:txBody>
        </p:sp>
        <p:sp>
          <p:nvSpPr>
            <p:cNvPr id="4" name="AutoShape 98">
              <a:extLst>
                <a:ext uri="{FF2B5EF4-FFF2-40B4-BE49-F238E27FC236}">
                  <a16:creationId xmlns:a16="http://schemas.microsoft.com/office/drawing/2014/main" id="{C92C7514-FC6E-DD4E-3ED1-2B8C5C39BE93}"/>
                </a:ext>
              </a:extLst>
            </p:cNvPr>
            <p:cNvSpPr>
              <a:spLocks noChangeArrowheads="1"/>
            </p:cNvSpPr>
            <p:nvPr/>
          </p:nvSpPr>
          <p:spPr bwMode="auto">
            <a:xfrm>
              <a:off x="171" y="2522"/>
              <a:ext cx="1044" cy="227"/>
            </a:xfrm>
            <a:prstGeom prst="foldedCorner">
              <a:avLst>
                <a:gd name="adj" fmla="val 8278"/>
              </a:avLst>
            </a:prstGeom>
            <a:solidFill>
              <a:schemeClr val="accent2"/>
            </a:solidFill>
            <a:ln w="19050">
              <a:solidFill>
                <a:schemeClr val="tx1"/>
              </a:solidFill>
              <a:round/>
              <a:headEnd/>
              <a:tailEnd/>
            </a:ln>
            <a:effectLst/>
            <a:extLst>
              <a:ext uri="{AF507438-7753-43E0-B8FC-AC1667EBCBE1}">
                <a14:hiddenEffects xmlns:a14="http://schemas.microsoft.com/office/drawing/2010/main">
                  <a:effectLst>
                    <a:outerShdw dist="107763" dir="2700000" algn="ctr" rotWithShape="0">
                      <a:schemeClr val="bg2"/>
                    </a:outerShdw>
                  </a:effectLst>
                </a14:hiddenEffects>
              </a:ext>
            </a:extLst>
          </p:spPr>
          <p:txBody>
            <a:bodyPr wrap="none"/>
            <a:lstStyle>
              <a:lvl1pPr>
                <a:spcBef>
                  <a:spcPct val="20000"/>
                </a:spcBef>
                <a:buClr>
                  <a:schemeClr val="tx2"/>
                </a:buClr>
                <a:buSzPct val="7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eaLnBrk="1" hangingPunct="1">
                <a:spcBef>
                  <a:spcPct val="0"/>
                </a:spcBef>
                <a:buClrTx/>
                <a:buSzTx/>
                <a:buFontTx/>
                <a:buNone/>
              </a:pPr>
              <a:r>
                <a:rPr lang="en-US" sz="1600" b="1" noProof="0" dirty="0">
                  <a:latin typeface="Courier New" panose="02070309020205020404" pitchFamily="49" charset="0"/>
                </a:rPr>
                <a:t>pc1.startup</a:t>
              </a:r>
            </a:p>
          </p:txBody>
        </p:sp>
      </p:grpSp>
      <p:grpSp>
        <p:nvGrpSpPr>
          <p:cNvPr id="5" name="Group 116">
            <a:extLst>
              <a:ext uri="{FF2B5EF4-FFF2-40B4-BE49-F238E27FC236}">
                <a16:creationId xmlns:a16="http://schemas.microsoft.com/office/drawing/2014/main" id="{482205C0-EDEA-84F1-9330-C9CA170DABDD}"/>
              </a:ext>
            </a:extLst>
          </p:cNvPr>
          <p:cNvGrpSpPr>
            <a:grpSpLocks/>
          </p:cNvGrpSpPr>
          <p:nvPr/>
        </p:nvGrpSpPr>
        <p:grpSpPr bwMode="auto">
          <a:xfrm>
            <a:off x="4910145" y="3284545"/>
            <a:ext cx="5794375" cy="1152525"/>
            <a:chOff x="2739" y="2704"/>
            <a:chExt cx="2676" cy="591"/>
          </a:xfrm>
        </p:grpSpPr>
        <p:sp>
          <p:nvSpPr>
            <p:cNvPr id="6" name="AutoShape 110">
              <a:extLst>
                <a:ext uri="{FF2B5EF4-FFF2-40B4-BE49-F238E27FC236}">
                  <a16:creationId xmlns:a16="http://schemas.microsoft.com/office/drawing/2014/main" id="{2119ADA1-6337-8EC4-E699-7F39D98BACB8}"/>
                </a:ext>
              </a:extLst>
            </p:cNvPr>
            <p:cNvSpPr>
              <a:spLocks noChangeArrowheads="1"/>
            </p:cNvSpPr>
            <p:nvPr/>
          </p:nvSpPr>
          <p:spPr bwMode="auto">
            <a:xfrm>
              <a:off x="2739" y="2886"/>
              <a:ext cx="2676" cy="409"/>
            </a:xfrm>
            <a:prstGeom prst="foldedCorner">
              <a:avLst>
                <a:gd name="adj" fmla="val 8278"/>
              </a:avLst>
            </a:prstGeom>
            <a:solidFill>
              <a:schemeClr val="bg1"/>
            </a:solidFill>
            <a:ln w="19050">
              <a:solidFill>
                <a:schemeClr val="tx1"/>
              </a:solidFill>
              <a:round/>
              <a:headEnd/>
              <a:tailEnd/>
            </a:ln>
            <a:effectLst>
              <a:outerShdw dist="107763" dir="2700000" algn="ctr" rotWithShape="0">
                <a:schemeClr val="bg2"/>
              </a:outerShdw>
            </a:effectLst>
          </p:spPr>
          <p:txBody>
            <a:bodyPr wrap="none"/>
            <a:lstStyle>
              <a:lvl1pPr>
                <a:spcBef>
                  <a:spcPct val="20000"/>
                </a:spcBef>
                <a:buClr>
                  <a:schemeClr val="tx2"/>
                </a:buClr>
                <a:buSzPct val="7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eaLnBrk="1" hangingPunct="1">
                <a:spcBef>
                  <a:spcPct val="0"/>
                </a:spcBef>
                <a:buClrTx/>
                <a:buSzTx/>
                <a:buFontTx/>
                <a:buNone/>
              </a:pPr>
              <a:endParaRPr lang="en-US" sz="1600" b="1" noProof="0" dirty="0">
                <a:latin typeface="Courier New" panose="02070309020205020404" pitchFamily="49" charset="0"/>
              </a:endParaRPr>
            </a:p>
            <a:p>
              <a:pPr eaLnBrk="1" hangingPunct="1">
                <a:spcBef>
                  <a:spcPct val="0"/>
                </a:spcBef>
                <a:buClrTx/>
                <a:buSzTx/>
                <a:buFontTx/>
                <a:buNone/>
              </a:pPr>
              <a:r>
                <a:rPr lang="en-US" sz="1600" b="1" noProof="0" dirty="0" err="1">
                  <a:latin typeface="Courier New" panose="02070309020205020404" pitchFamily="49" charset="0"/>
                </a:rPr>
                <a:t>ip</a:t>
              </a:r>
              <a:r>
                <a:rPr lang="en-US" sz="1600" b="1" noProof="0" dirty="0">
                  <a:latin typeface="Courier New" panose="02070309020205020404" pitchFamily="49" charset="0"/>
                </a:rPr>
                <a:t> address add 200.1.1.7/24 dev eth0</a:t>
              </a:r>
            </a:p>
            <a:p>
              <a:pPr eaLnBrk="1" hangingPunct="1">
                <a:spcBef>
                  <a:spcPct val="0"/>
                </a:spcBef>
                <a:buClrTx/>
                <a:buSzTx/>
                <a:buFontTx/>
                <a:buNone/>
              </a:pPr>
              <a:r>
                <a:rPr lang="en-US" sz="1600" b="1" noProof="0" dirty="0" err="1">
                  <a:latin typeface="Courier New" panose="02070309020205020404" pitchFamily="49" charset="0"/>
                </a:rPr>
                <a:t>ip</a:t>
              </a:r>
              <a:r>
                <a:rPr lang="en-US" sz="1600" b="1" noProof="0" dirty="0">
                  <a:latin typeface="Courier New" panose="02070309020205020404" pitchFamily="49" charset="0"/>
                </a:rPr>
                <a:t> route add default via 200.1.1.1 dev eth0</a:t>
              </a:r>
            </a:p>
            <a:p>
              <a:pPr eaLnBrk="1" hangingPunct="1">
                <a:spcBef>
                  <a:spcPct val="0"/>
                </a:spcBef>
                <a:buClrTx/>
                <a:buSzTx/>
                <a:buFontTx/>
                <a:buNone/>
              </a:pPr>
              <a:endParaRPr lang="en-US" sz="1600" b="1" noProof="0" dirty="0">
                <a:latin typeface="Courier New" panose="02070309020205020404" pitchFamily="49" charset="0"/>
              </a:endParaRPr>
            </a:p>
          </p:txBody>
        </p:sp>
        <p:sp>
          <p:nvSpPr>
            <p:cNvPr id="7" name="AutoShape 111">
              <a:extLst>
                <a:ext uri="{FF2B5EF4-FFF2-40B4-BE49-F238E27FC236}">
                  <a16:creationId xmlns:a16="http://schemas.microsoft.com/office/drawing/2014/main" id="{A7DA8257-9C7A-D185-A370-0766A6C3ECC0}"/>
                </a:ext>
              </a:extLst>
            </p:cNvPr>
            <p:cNvSpPr>
              <a:spLocks noChangeArrowheads="1"/>
            </p:cNvSpPr>
            <p:nvPr/>
          </p:nvSpPr>
          <p:spPr bwMode="auto">
            <a:xfrm>
              <a:off x="2784" y="2704"/>
              <a:ext cx="1044" cy="227"/>
            </a:xfrm>
            <a:prstGeom prst="foldedCorner">
              <a:avLst>
                <a:gd name="adj" fmla="val 8278"/>
              </a:avLst>
            </a:prstGeom>
            <a:solidFill>
              <a:schemeClr val="accent2"/>
            </a:solidFill>
            <a:ln w="19050">
              <a:solidFill>
                <a:schemeClr val="tx1"/>
              </a:solidFill>
              <a:round/>
              <a:headEnd/>
              <a:tailEnd/>
            </a:ln>
            <a:effectLst/>
            <a:extLst>
              <a:ext uri="{AF507438-7753-43E0-B8FC-AC1667EBCBE1}">
                <a14:hiddenEffects xmlns:a14="http://schemas.microsoft.com/office/drawing/2010/main">
                  <a:effectLst>
                    <a:outerShdw dist="107763" dir="2700000" algn="ctr" rotWithShape="0">
                      <a:schemeClr val="bg2"/>
                    </a:outerShdw>
                  </a:effectLst>
                </a14:hiddenEffects>
              </a:ext>
            </a:extLst>
          </p:spPr>
          <p:txBody>
            <a:bodyPr wrap="none"/>
            <a:lstStyle>
              <a:lvl1pPr>
                <a:spcBef>
                  <a:spcPct val="20000"/>
                </a:spcBef>
                <a:buClr>
                  <a:schemeClr val="tx2"/>
                </a:buClr>
                <a:buSzPct val="7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eaLnBrk="1" hangingPunct="1">
                <a:spcBef>
                  <a:spcPct val="0"/>
                </a:spcBef>
                <a:buClrTx/>
                <a:buSzTx/>
                <a:buFontTx/>
                <a:buNone/>
              </a:pPr>
              <a:r>
                <a:rPr lang="en-US" sz="1600" b="1" noProof="0" dirty="0">
                  <a:latin typeface="Courier New" panose="02070309020205020404" pitchFamily="49" charset="0"/>
                </a:rPr>
                <a:t>pc2.startup</a:t>
              </a:r>
            </a:p>
          </p:txBody>
        </p:sp>
      </p:grpSp>
      <p:grpSp>
        <p:nvGrpSpPr>
          <p:cNvPr id="8" name="Group 117">
            <a:extLst>
              <a:ext uri="{FF2B5EF4-FFF2-40B4-BE49-F238E27FC236}">
                <a16:creationId xmlns:a16="http://schemas.microsoft.com/office/drawing/2014/main" id="{F9ADE5B2-0E14-4724-5B83-46E594F0D3F9}"/>
              </a:ext>
            </a:extLst>
          </p:cNvPr>
          <p:cNvGrpSpPr>
            <a:grpSpLocks/>
          </p:cNvGrpSpPr>
          <p:nvPr/>
        </p:nvGrpSpPr>
        <p:grpSpPr bwMode="auto">
          <a:xfrm>
            <a:off x="4910145" y="4579938"/>
            <a:ext cx="5794375" cy="1085850"/>
            <a:chOff x="2739" y="3339"/>
            <a:chExt cx="3650" cy="684"/>
          </a:xfrm>
        </p:grpSpPr>
        <p:sp>
          <p:nvSpPr>
            <p:cNvPr id="9" name="AutoShape 113">
              <a:extLst>
                <a:ext uri="{FF2B5EF4-FFF2-40B4-BE49-F238E27FC236}">
                  <a16:creationId xmlns:a16="http://schemas.microsoft.com/office/drawing/2014/main" id="{C0625154-EBDD-94EC-116F-C59BD86F83EA}"/>
                </a:ext>
              </a:extLst>
            </p:cNvPr>
            <p:cNvSpPr>
              <a:spLocks noChangeArrowheads="1"/>
            </p:cNvSpPr>
            <p:nvPr/>
          </p:nvSpPr>
          <p:spPr bwMode="auto">
            <a:xfrm>
              <a:off x="2739" y="3521"/>
              <a:ext cx="3650" cy="502"/>
            </a:xfrm>
            <a:prstGeom prst="foldedCorner">
              <a:avLst>
                <a:gd name="adj" fmla="val 8278"/>
              </a:avLst>
            </a:prstGeom>
            <a:solidFill>
              <a:schemeClr val="bg1"/>
            </a:solidFill>
            <a:ln w="19050">
              <a:solidFill>
                <a:schemeClr val="tx1"/>
              </a:solidFill>
              <a:round/>
              <a:headEnd/>
              <a:tailEnd/>
            </a:ln>
            <a:effectLst>
              <a:outerShdw dist="107763" dir="2700000" algn="ctr" rotWithShape="0">
                <a:schemeClr val="bg2"/>
              </a:outerShdw>
            </a:effectLst>
          </p:spPr>
          <p:txBody>
            <a:bodyPr wrap="none"/>
            <a:lstStyle>
              <a:lvl1pPr>
                <a:spcBef>
                  <a:spcPct val="20000"/>
                </a:spcBef>
                <a:buClr>
                  <a:schemeClr val="tx2"/>
                </a:buClr>
                <a:buSzPct val="7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eaLnBrk="1" hangingPunct="1">
                <a:spcBef>
                  <a:spcPct val="0"/>
                </a:spcBef>
                <a:buClrTx/>
                <a:buSzTx/>
                <a:buFontTx/>
                <a:buNone/>
              </a:pPr>
              <a:endParaRPr lang="en-US" sz="1600" b="1" noProof="0" dirty="0">
                <a:latin typeface="Courier New" panose="02070309020205020404" pitchFamily="49" charset="0"/>
              </a:endParaRPr>
            </a:p>
            <a:p>
              <a:pPr eaLnBrk="1" hangingPunct="1">
                <a:spcBef>
                  <a:spcPct val="0"/>
                </a:spcBef>
                <a:buClrTx/>
                <a:buSzTx/>
                <a:buFontTx/>
                <a:buNone/>
              </a:pPr>
              <a:r>
                <a:rPr lang="en-US" sz="1600" b="1" noProof="0" dirty="0" err="1">
                  <a:latin typeface="Courier New" panose="02070309020205020404" pitchFamily="49" charset="0"/>
                </a:rPr>
                <a:t>ip</a:t>
              </a:r>
              <a:r>
                <a:rPr lang="en-US" sz="1600" b="1" noProof="0" dirty="0">
                  <a:latin typeface="Courier New" panose="02070309020205020404" pitchFamily="49" charset="0"/>
                </a:rPr>
                <a:t> address add 200.1.1.3/24 dev eth0</a:t>
              </a:r>
            </a:p>
            <a:p>
              <a:pPr eaLnBrk="1" hangingPunct="1">
                <a:spcBef>
                  <a:spcPct val="0"/>
                </a:spcBef>
                <a:buClrTx/>
                <a:buSzTx/>
                <a:buFontTx/>
                <a:buNone/>
              </a:pPr>
              <a:r>
                <a:rPr lang="en-US" sz="1600" b="1" noProof="0" dirty="0" err="1">
                  <a:latin typeface="Courier New" panose="02070309020205020404" pitchFamily="49" charset="0"/>
                </a:rPr>
                <a:t>ip</a:t>
              </a:r>
              <a:r>
                <a:rPr lang="en-US" sz="1600" b="1" noProof="0" dirty="0">
                  <a:latin typeface="Courier New" panose="02070309020205020404" pitchFamily="49" charset="0"/>
                </a:rPr>
                <a:t> route add default via 200.1.1.1 dev eth0</a:t>
              </a:r>
            </a:p>
          </p:txBody>
        </p:sp>
        <p:sp>
          <p:nvSpPr>
            <p:cNvPr id="10" name="AutoShape 114">
              <a:extLst>
                <a:ext uri="{FF2B5EF4-FFF2-40B4-BE49-F238E27FC236}">
                  <a16:creationId xmlns:a16="http://schemas.microsoft.com/office/drawing/2014/main" id="{F5BBE97C-A734-7DCA-C7AB-FB28F4729FC7}"/>
                </a:ext>
              </a:extLst>
            </p:cNvPr>
            <p:cNvSpPr>
              <a:spLocks noChangeArrowheads="1"/>
            </p:cNvSpPr>
            <p:nvPr/>
          </p:nvSpPr>
          <p:spPr bwMode="auto">
            <a:xfrm>
              <a:off x="2784" y="3339"/>
              <a:ext cx="1292" cy="227"/>
            </a:xfrm>
            <a:prstGeom prst="foldedCorner">
              <a:avLst>
                <a:gd name="adj" fmla="val 8278"/>
              </a:avLst>
            </a:prstGeom>
            <a:solidFill>
              <a:schemeClr val="accent2"/>
            </a:solidFill>
            <a:ln w="19050">
              <a:solidFill>
                <a:schemeClr val="tx1"/>
              </a:solidFill>
              <a:round/>
              <a:headEnd/>
              <a:tailEnd/>
            </a:ln>
            <a:effectLst/>
            <a:extLst>
              <a:ext uri="{AF507438-7753-43E0-B8FC-AC1667EBCBE1}">
                <a14:hiddenEffects xmlns:a14="http://schemas.microsoft.com/office/drawing/2010/main">
                  <a:effectLst>
                    <a:outerShdw dist="107763" dir="2700000" algn="ctr" rotWithShape="0">
                      <a:schemeClr val="bg2"/>
                    </a:outerShdw>
                  </a:effectLst>
                </a14:hiddenEffects>
              </a:ext>
            </a:extLst>
          </p:spPr>
          <p:txBody>
            <a:bodyPr wrap="none"/>
            <a:lstStyle>
              <a:lvl1pPr>
                <a:spcBef>
                  <a:spcPct val="20000"/>
                </a:spcBef>
                <a:buClr>
                  <a:schemeClr val="tx2"/>
                </a:buClr>
                <a:buSzPct val="7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eaLnBrk="1" hangingPunct="1">
                <a:spcBef>
                  <a:spcPct val="0"/>
                </a:spcBef>
                <a:buClrTx/>
                <a:buSzTx/>
                <a:buFontTx/>
                <a:buNone/>
              </a:pPr>
              <a:r>
                <a:rPr lang="en-US" sz="1600" b="1" noProof="0" dirty="0">
                  <a:latin typeface="Courier New" panose="02070309020205020404" pitchFamily="49" charset="0"/>
                </a:rPr>
                <a:t>pc3.startup</a:t>
              </a:r>
            </a:p>
          </p:txBody>
        </p:sp>
      </p:grpSp>
    </p:spTree>
    <p:extLst>
      <p:ext uri="{BB962C8B-B14F-4D97-AF65-F5344CB8AC3E}">
        <p14:creationId xmlns:p14="http://schemas.microsoft.com/office/powerpoint/2010/main" val="107333373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6" name="Rectangle 95">
            <a:extLst>
              <a:ext uri="{FF2B5EF4-FFF2-40B4-BE49-F238E27FC236}">
                <a16:creationId xmlns:a16="http://schemas.microsoft.com/office/drawing/2014/main" id="{57CC342D-A2DA-033E-0D02-CE4E113E9C7F}"/>
              </a:ext>
            </a:extLst>
          </p:cNvPr>
          <p:cNvSpPr>
            <a:spLocks noGrp="1" noChangeArrowheads="1"/>
          </p:cNvSpPr>
          <p:nvPr>
            <p:ph type="title"/>
          </p:nvPr>
        </p:nvSpPr>
        <p:spPr/>
        <p:txBody>
          <a:bodyPr/>
          <a:lstStyle/>
          <a:p>
            <a:pPr eaLnBrk="1" hangingPunct="1"/>
            <a:r>
              <a:rPr lang="en-US" noProof="0" dirty="0"/>
              <a:t>a quick look at the lab</a:t>
            </a:r>
          </a:p>
        </p:txBody>
      </p:sp>
      <p:sp>
        <p:nvSpPr>
          <p:cNvPr id="15" name="Segnaposto data 2">
            <a:extLst>
              <a:ext uri="{FF2B5EF4-FFF2-40B4-BE49-F238E27FC236}">
                <a16:creationId xmlns:a16="http://schemas.microsoft.com/office/drawing/2014/main" id="{306E9D84-E7BF-7956-8863-0BA5BAF66F6D}"/>
              </a:ext>
            </a:extLst>
          </p:cNvPr>
          <p:cNvSpPr>
            <a:spLocks noGrp="1"/>
          </p:cNvSpPr>
          <p:nvPr>
            <p:ph type="dt" sz="half" idx="10"/>
          </p:nvPr>
        </p:nvSpPr>
        <p:spPr/>
        <p:txBody>
          <a:bodyPr/>
          <a:lstStyle/>
          <a:p>
            <a:pPr>
              <a:defRPr/>
            </a:pPr>
            <a:r>
              <a:rPr lang="en-US" noProof="0"/>
              <a:t>last update: Oct 2026</a:t>
            </a:r>
            <a:endParaRPr lang="en-US" noProof="0" dirty="0"/>
          </a:p>
        </p:txBody>
      </p:sp>
      <p:sp>
        <p:nvSpPr>
          <p:cNvPr id="16" name="Segnaposto piè di pagina 3">
            <a:extLst>
              <a:ext uri="{FF2B5EF4-FFF2-40B4-BE49-F238E27FC236}">
                <a16:creationId xmlns:a16="http://schemas.microsoft.com/office/drawing/2014/main" id="{A4217804-61D6-5DDB-B187-42CDA49EE0A6}"/>
              </a:ext>
            </a:extLst>
          </p:cNvPr>
          <p:cNvSpPr>
            <a:spLocks noGrp="1"/>
          </p:cNvSpPr>
          <p:nvPr>
            <p:ph type="ftr" sz="quarter" idx="11"/>
          </p:nvPr>
        </p:nvSpPr>
        <p:spPr/>
        <p:txBody>
          <a:bodyPr/>
          <a:lstStyle/>
          <a:p>
            <a:pPr>
              <a:defRPr/>
            </a:pPr>
            <a:r>
              <a:rPr lang="en-US" noProof="0" dirty="0"/>
              <a:t>kathara – [ lab: basic-ipv4 ]</a:t>
            </a:r>
          </a:p>
        </p:txBody>
      </p:sp>
      <p:sp>
        <p:nvSpPr>
          <p:cNvPr id="19" name="AutoShape 195">
            <a:extLst>
              <a:ext uri="{FF2B5EF4-FFF2-40B4-BE49-F238E27FC236}">
                <a16:creationId xmlns:a16="http://schemas.microsoft.com/office/drawing/2014/main" id="{42AF03CC-DD9B-EB6F-276B-13AE7A77CF1A}"/>
              </a:ext>
            </a:extLst>
          </p:cNvPr>
          <p:cNvSpPr>
            <a:spLocks noChangeArrowheads="1"/>
          </p:cNvSpPr>
          <p:nvPr/>
        </p:nvSpPr>
        <p:spPr bwMode="auto">
          <a:xfrm>
            <a:off x="969640" y="1556792"/>
            <a:ext cx="3470176" cy="905291"/>
          </a:xfrm>
          <a:prstGeom prst="wedgeRoundRectCallout">
            <a:avLst>
              <a:gd name="adj1" fmla="val 62923"/>
              <a:gd name="adj2" fmla="val 74249"/>
              <a:gd name="adj3" fmla="val 16667"/>
            </a:avLst>
          </a:prstGeom>
          <a:solidFill>
            <a:schemeClr val="accent2"/>
          </a:solidFill>
          <a:ln w="9525">
            <a:solidFill>
              <a:schemeClr val="tx1"/>
            </a:solidFill>
            <a:miter lim="800000"/>
            <a:headEnd/>
            <a:tailEnd/>
          </a:ln>
          <a:effec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noProof="0" dirty="0">
                <a:latin typeface="Tahoma" panose="020B0604030504040204" pitchFamily="34" charset="0"/>
              </a:rPr>
              <a:t>an IPv4 address is assigned to the eth0 interfaces of hosts</a:t>
            </a:r>
          </a:p>
        </p:txBody>
      </p:sp>
      <p:sp>
        <p:nvSpPr>
          <p:cNvPr id="2" name="AutoShape 195">
            <a:extLst>
              <a:ext uri="{FF2B5EF4-FFF2-40B4-BE49-F238E27FC236}">
                <a16:creationId xmlns:a16="http://schemas.microsoft.com/office/drawing/2014/main" id="{BB4FE6E0-8AA5-5A09-C67B-043ABFA6240B}"/>
              </a:ext>
            </a:extLst>
          </p:cNvPr>
          <p:cNvSpPr>
            <a:spLocks noChangeArrowheads="1"/>
          </p:cNvSpPr>
          <p:nvPr/>
        </p:nvSpPr>
        <p:spPr bwMode="auto">
          <a:xfrm>
            <a:off x="969640" y="3099011"/>
            <a:ext cx="3470176" cy="762037"/>
          </a:xfrm>
          <a:prstGeom prst="wedgeRoundRectCallout">
            <a:avLst>
              <a:gd name="adj1" fmla="val 64145"/>
              <a:gd name="adj2" fmla="val -61652"/>
              <a:gd name="adj3" fmla="val 16667"/>
            </a:avLst>
          </a:prstGeom>
          <a:solidFill>
            <a:schemeClr val="accent2"/>
          </a:solidFill>
          <a:ln w="9525">
            <a:solidFill>
              <a:schemeClr val="tx1"/>
            </a:solidFill>
            <a:miter lim="800000"/>
            <a:headEnd/>
            <a:tailEnd/>
          </a:ln>
          <a:effec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noProof="0" dirty="0">
                <a:latin typeface="Tahoma" panose="020B0604030504040204" pitchFamily="34" charset="0"/>
              </a:rPr>
              <a:t>a default gateway is set</a:t>
            </a:r>
          </a:p>
          <a:p>
            <a:pPr algn="ctr" eaLnBrk="1" hangingPunct="1"/>
            <a:r>
              <a:rPr lang="en-US" noProof="0" dirty="0">
                <a:latin typeface="Tahoma" panose="020B0604030504040204" pitchFamily="34" charset="0"/>
              </a:rPr>
              <a:t>for all hosts</a:t>
            </a:r>
          </a:p>
        </p:txBody>
      </p:sp>
      <p:grpSp>
        <p:nvGrpSpPr>
          <p:cNvPr id="24" name="Group 106">
            <a:extLst>
              <a:ext uri="{FF2B5EF4-FFF2-40B4-BE49-F238E27FC236}">
                <a16:creationId xmlns:a16="http://schemas.microsoft.com/office/drawing/2014/main" id="{68346936-4950-BC94-94A8-9B9946C14E26}"/>
              </a:ext>
            </a:extLst>
          </p:cNvPr>
          <p:cNvGrpSpPr>
            <a:grpSpLocks/>
          </p:cNvGrpSpPr>
          <p:nvPr/>
        </p:nvGrpSpPr>
        <p:grpSpPr bwMode="auto">
          <a:xfrm>
            <a:off x="4910145" y="1916119"/>
            <a:ext cx="5794375" cy="1195387"/>
            <a:chOff x="126" y="2522"/>
            <a:chExt cx="2676" cy="591"/>
          </a:xfrm>
        </p:grpSpPr>
        <p:sp>
          <p:nvSpPr>
            <p:cNvPr id="25" name="AutoShape 97">
              <a:extLst>
                <a:ext uri="{FF2B5EF4-FFF2-40B4-BE49-F238E27FC236}">
                  <a16:creationId xmlns:a16="http://schemas.microsoft.com/office/drawing/2014/main" id="{31F7B370-04AE-C9A9-4F6B-2A5A81E7AAD2}"/>
                </a:ext>
              </a:extLst>
            </p:cNvPr>
            <p:cNvSpPr>
              <a:spLocks noChangeArrowheads="1"/>
            </p:cNvSpPr>
            <p:nvPr/>
          </p:nvSpPr>
          <p:spPr bwMode="auto">
            <a:xfrm>
              <a:off x="126" y="2704"/>
              <a:ext cx="2676" cy="409"/>
            </a:xfrm>
            <a:prstGeom prst="foldedCorner">
              <a:avLst>
                <a:gd name="adj" fmla="val 0"/>
              </a:avLst>
            </a:prstGeom>
            <a:solidFill>
              <a:schemeClr val="bg1"/>
            </a:solidFill>
            <a:ln w="19050">
              <a:solidFill>
                <a:schemeClr val="tx1"/>
              </a:solidFill>
              <a:round/>
              <a:headEnd/>
              <a:tailEnd/>
            </a:ln>
            <a:effectLst>
              <a:outerShdw dist="107763" dir="2700000" algn="ctr" rotWithShape="0">
                <a:schemeClr val="bg2"/>
              </a:outerShdw>
            </a:effectLst>
          </p:spPr>
          <p:txBody>
            <a:bodyPr wrap="none"/>
            <a:lstStyle>
              <a:lvl1pPr>
                <a:spcBef>
                  <a:spcPct val="20000"/>
                </a:spcBef>
                <a:buClr>
                  <a:schemeClr val="tx2"/>
                </a:buClr>
                <a:buSzPct val="7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eaLnBrk="1" hangingPunct="1">
                <a:spcBef>
                  <a:spcPct val="0"/>
                </a:spcBef>
                <a:buClrTx/>
                <a:buSzTx/>
                <a:buFontTx/>
                <a:buNone/>
              </a:pPr>
              <a:br>
                <a:rPr lang="en-US" sz="1600" b="1" noProof="0" dirty="0">
                  <a:latin typeface="Courier New" panose="02070309020205020404" pitchFamily="49" charset="0"/>
                </a:rPr>
              </a:br>
              <a:r>
                <a:rPr lang="en-US" sz="1600" b="1" noProof="0" dirty="0" err="1">
                  <a:latin typeface="Courier New" panose="02070309020205020404" pitchFamily="49" charset="0"/>
                </a:rPr>
                <a:t>ip</a:t>
              </a:r>
              <a:r>
                <a:rPr lang="en-US" sz="1600" b="1" noProof="0" dirty="0">
                  <a:latin typeface="Courier New" panose="02070309020205020404" pitchFamily="49" charset="0"/>
                </a:rPr>
                <a:t> address add 195.11.14.5/24 dev eth0</a:t>
              </a:r>
            </a:p>
            <a:p>
              <a:pPr eaLnBrk="1" hangingPunct="1">
                <a:spcBef>
                  <a:spcPct val="0"/>
                </a:spcBef>
                <a:buClrTx/>
                <a:buSzTx/>
                <a:buFontTx/>
                <a:buNone/>
              </a:pPr>
              <a:r>
                <a:rPr lang="en-US" sz="1600" b="1" noProof="0" dirty="0" err="1">
                  <a:latin typeface="Courier New" panose="02070309020205020404" pitchFamily="49" charset="0"/>
                </a:rPr>
                <a:t>ip</a:t>
              </a:r>
              <a:r>
                <a:rPr lang="en-US" sz="1600" b="1" noProof="0" dirty="0">
                  <a:latin typeface="Courier New" panose="02070309020205020404" pitchFamily="49" charset="0"/>
                </a:rPr>
                <a:t> route add default via 195.11.14.1</a:t>
              </a:r>
            </a:p>
          </p:txBody>
        </p:sp>
        <p:sp>
          <p:nvSpPr>
            <p:cNvPr id="26" name="AutoShape 98">
              <a:extLst>
                <a:ext uri="{FF2B5EF4-FFF2-40B4-BE49-F238E27FC236}">
                  <a16:creationId xmlns:a16="http://schemas.microsoft.com/office/drawing/2014/main" id="{75F97CE1-6F61-CACC-B92E-F277B8A996CF}"/>
                </a:ext>
              </a:extLst>
            </p:cNvPr>
            <p:cNvSpPr>
              <a:spLocks noChangeArrowheads="1"/>
            </p:cNvSpPr>
            <p:nvPr/>
          </p:nvSpPr>
          <p:spPr bwMode="auto">
            <a:xfrm>
              <a:off x="171" y="2522"/>
              <a:ext cx="1044" cy="227"/>
            </a:xfrm>
            <a:prstGeom prst="foldedCorner">
              <a:avLst>
                <a:gd name="adj" fmla="val 8278"/>
              </a:avLst>
            </a:prstGeom>
            <a:solidFill>
              <a:schemeClr val="accent2"/>
            </a:solidFill>
            <a:ln w="19050">
              <a:solidFill>
                <a:schemeClr val="tx1"/>
              </a:solidFill>
              <a:round/>
              <a:headEnd/>
              <a:tailEnd/>
            </a:ln>
            <a:effectLst/>
            <a:extLst>
              <a:ext uri="{AF507438-7753-43E0-B8FC-AC1667EBCBE1}">
                <a14:hiddenEffects xmlns:a14="http://schemas.microsoft.com/office/drawing/2010/main">
                  <a:effectLst>
                    <a:outerShdw dist="107763" dir="2700000" algn="ctr" rotWithShape="0">
                      <a:schemeClr val="bg2"/>
                    </a:outerShdw>
                  </a:effectLst>
                </a14:hiddenEffects>
              </a:ext>
            </a:extLst>
          </p:spPr>
          <p:txBody>
            <a:bodyPr wrap="none"/>
            <a:lstStyle>
              <a:lvl1pPr>
                <a:spcBef>
                  <a:spcPct val="20000"/>
                </a:spcBef>
                <a:buClr>
                  <a:schemeClr val="tx2"/>
                </a:buClr>
                <a:buSzPct val="7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eaLnBrk="1" hangingPunct="1">
                <a:spcBef>
                  <a:spcPct val="0"/>
                </a:spcBef>
                <a:buClrTx/>
                <a:buSzTx/>
                <a:buFontTx/>
                <a:buNone/>
              </a:pPr>
              <a:r>
                <a:rPr lang="en-US" sz="1600" b="1" noProof="0" dirty="0">
                  <a:latin typeface="Courier New" panose="02070309020205020404" pitchFamily="49" charset="0"/>
                </a:rPr>
                <a:t>pc1.startup</a:t>
              </a:r>
            </a:p>
          </p:txBody>
        </p:sp>
      </p:grpSp>
      <p:grpSp>
        <p:nvGrpSpPr>
          <p:cNvPr id="27" name="Group 116">
            <a:extLst>
              <a:ext uri="{FF2B5EF4-FFF2-40B4-BE49-F238E27FC236}">
                <a16:creationId xmlns:a16="http://schemas.microsoft.com/office/drawing/2014/main" id="{58451E64-A1AF-0CB8-1A07-F17DEAF208FA}"/>
              </a:ext>
            </a:extLst>
          </p:cNvPr>
          <p:cNvGrpSpPr>
            <a:grpSpLocks/>
          </p:cNvGrpSpPr>
          <p:nvPr/>
        </p:nvGrpSpPr>
        <p:grpSpPr bwMode="auto">
          <a:xfrm>
            <a:off x="4910145" y="3284545"/>
            <a:ext cx="5794375" cy="1152525"/>
            <a:chOff x="2739" y="2704"/>
            <a:chExt cx="2676" cy="591"/>
          </a:xfrm>
        </p:grpSpPr>
        <p:sp>
          <p:nvSpPr>
            <p:cNvPr id="28" name="AutoShape 110">
              <a:extLst>
                <a:ext uri="{FF2B5EF4-FFF2-40B4-BE49-F238E27FC236}">
                  <a16:creationId xmlns:a16="http://schemas.microsoft.com/office/drawing/2014/main" id="{22DBD2D7-1D3E-ED29-9D83-704D1D8E7410}"/>
                </a:ext>
              </a:extLst>
            </p:cNvPr>
            <p:cNvSpPr>
              <a:spLocks noChangeArrowheads="1"/>
            </p:cNvSpPr>
            <p:nvPr/>
          </p:nvSpPr>
          <p:spPr bwMode="auto">
            <a:xfrm>
              <a:off x="2739" y="2886"/>
              <a:ext cx="2676" cy="409"/>
            </a:xfrm>
            <a:prstGeom prst="foldedCorner">
              <a:avLst>
                <a:gd name="adj" fmla="val 8278"/>
              </a:avLst>
            </a:prstGeom>
            <a:solidFill>
              <a:schemeClr val="bg1"/>
            </a:solidFill>
            <a:ln w="19050">
              <a:solidFill>
                <a:schemeClr val="tx1"/>
              </a:solidFill>
              <a:round/>
              <a:headEnd/>
              <a:tailEnd/>
            </a:ln>
            <a:effectLst>
              <a:outerShdw dist="107763" dir="2700000" algn="ctr" rotWithShape="0">
                <a:schemeClr val="bg2"/>
              </a:outerShdw>
            </a:effectLst>
          </p:spPr>
          <p:txBody>
            <a:bodyPr wrap="none"/>
            <a:lstStyle>
              <a:lvl1pPr>
                <a:spcBef>
                  <a:spcPct val="20000"/>
                </a:spcBef>
                <a:buClr>
                  <a:schemeClr val="tx2"/>
                </a:buClr>
                <a:buSzPct val="7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eaLnBrk="1" hangingPunct="1">
                <a:spcBef>
                  <a:spcPct val="0"/>
                </a:spcBef>
                <a:buClrTx/>
                <a:buSzTx/>
                <a:buFontTx/>
                <a:buNone/>
              </a:pPr>
              <a:endParaRPr lang="en-US" sz="1600" b="1" noProof="0" dirty="0">
                <a:latin typeface="Courier New" panose="02070309020205020404" pitchFamily="49" charset="0"/>
              </a:endParaRPr>
            </a:p>
            <a:p>
              <a:pPr eaLnBrk="1" hangingPunct="1">
                <a:spcBef>
                  <a:spcPct val="0"/>
                </a:spcBef>
                <a:buClrTx/>
                <a:buSzTx/>
                <a:buFontTx/>
                <a:buNone/>
              </a:pPr>
              <a:r>
                <a:rPr lang="en-US" sz="1600" b="1" noProof="0" dirty="0" err="1">
                  <a:latin typeface="Courier New" panose="02070309020205020404" pitchFamily="49" charset="0"/>
                </a:rPr>
                <a:t>ip</a:t>
              </a:r>
              <a:r>
                <a:rPr lang="en-US" sz="1600" b="1" noProof="0" dirty="0">
                  <a:latin typeface="Courier New" panose="02070309020205020404" pitchFamily="49" charset="0"/>
                </a:rPr>
                <a:t> address add 200.1.1.7/24 dev eth0</a:t>
              </a:r>
            </a:p>
            <a:p>
              <a:pPr eaLnBrk="1" hangingPunct="1">
                <a:spcBef>
                  <a:spcPct val="0"/>
                </a:spcBef>
                <a:buClrTx/>
                <a:buSzTx/>
                <a:buFontTx/>
                <a:buNone/>
              </a:pPr>
              <a:r>
                <a:rPr lang="en-US" sz="1600" b="1" noProof="0" dirty="0" err="1">
                  <a:latin typeface="Courier New" panose="02070309020205020404" pitchFamily="49" charset="0"/>
                </a:rPr>
                <a:t>ip</a:t>
              </a:r>
              <a:r>
                <a:rPr lang="en-US" sz="1600" b="1" noProof="0" dirty="0">
                  <a:latin typeface="Courier New" panose="02070309020205020404" pitchFamily="49" charset="0"/>
                </a:rPr>
                <a:t> route add default via 200.1.1.1 dev eth0</a:t>
              </a:r>
            </a:p>
            <a:p>
              <a:pPr eaLnBrk="1" hangingPunct="1">
                <a:spcBef>
                  <a:spcPct val="0"/>
                </a:spcBef>
                <a:buClrTx/>
                <a:buSzTx/>
                <a:buFontTx/>
                <a:buNone/>
              </a:pPr>
              <a:endParaRPr lang="en-US" sz="1600" b="1" noProof="0" dirty="0">
                <a:latin typeface="Courier New" panose="02070309020205020404" pitchFamily="49" charset="0"/>
              </a:endParaRPr>
            </a:p>
          </p:txBody>
        </p:sp>
        <p:sp>
          <p:nvSpPr>
            <p:cNvPr id="29" name="AutoShape 111">
              <a:extLst>
                <a:ext uri="{FF2B5EF4-FFF2-40B4-BE49-F238E27FC236}">
                  <a16:creationId xmlns:a16="http://schemas.microsoft.com/office/drawing/2014/main" id="{6E7610BC-35A0-20B7-6F08-A375EE7253FA}"/>
                </a:ext>
              </a:extLst>
            </p:cNvPr>
            <p:cNvSpPr>
              <a:spLocks noChangeArrowheads="1"/>
            </p:cNvSpPr>
            <p:nvPr/>
          </p:nvSpPr>
          <p:spPr bwMode="auto">
            <a:xfrm>
              <a:off x="2784" y="2704"/>
              <a:ext cx="1044" cy="227"/>
            </a:xfrm>
            <a:prstGeom prst="foldedCorner">
              <a:avLst>
                <a:gd name="adj" fmla="val 8278"/>
              </a:avLst>
            </a:prstGeom>
            <a:solidFill>
              <a:schemeClr val="accent2"/>
            </a:solidFill>
            <a:ln w="19050">
              <a:solidFill>
                <a:schemeClr val="tx1"/>
              </a:solidFill>
              <a:round/>
              <a:headEnd/>
              <a:tailEnd/>
            </a:ln>
            <a:effectLst/>
            <a:extLst>
              <a:ext uri="{AF507438-7753-43E0-B8FC-AC1667EBCBE1}">
                <a14:hiddenEffects xmlns:a14="http://schemas.microsoft.com/office/drawing/2010/main">
                  <a:effectLst>
                    <a:outerShdw dist="107763" dir="2700000" algn="ctr" rotWithShape="0">
                      <a:schemeClr val="bg2"/>
                    </a:outerShdw>
                  </a:effectLst>
                </a14:hiddenEffects>
              </a:ext>
            </a:extLst>
          </p:spPr>
          <p:txBody>
            <a:bodyPr wrap="none"/>
            <a:lstStyle>
              <a:lvl1pPr>
                <a:spcBef>
                  <a:spcPct val="20000"/>
                </a:spcBef>
                <a:buClr>
                  <a:schemeClr val="tx2"/>
                </a:buClr>
                <a:buSzPct val="7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eaLnBrk="1" hangingPunct="1">
                <a:spcBef>
                  <a:spcPct val="0"/>
                </a:spcBef>
                <a:buClrTx/>
                <a:buSzTx/>
                <a:buFontTx/>
                <a:buNone/>
              </a:pPr>
              <a:r>
                <a:rPr lang="en-US" sz="1600" b="1" noProof="0" dirty="0">
                  <a:latin typeface="Courier New" panose="02070309020205020404" pitchFamily="49" charset="0"/>
                </a:rPr>
                <a:t>pc2.startup</a:t>
              </a:r>
            </a:p>
          </p:txBody>
        </p:sp>
      </p:grpSp>
      <p:grpSp>
        <p:nvGrpSpPr>
          <p:cNvPr id="30" name="Group 117">
            <a:extLst>
              <a:ext uri="{FF2B5EF4-FFF2-40B4-BE49-F238E27FC236}">
                <a16:creationId xmlns:a16="http://schemas.microsoft.com/office/drawing/2014/main" id="{479DA5C1-3591-57CB-447C-F71C3893402B}"/>
              </a:ext>
            </a:extLst>
          </p:cNvPr>
          <p:cNvGrpSpPr>
            <a:grpSpLocks/>
          </p:cNvGrpSpPr>
          <p:nvPr/>
        </p:nvGrpSpPr>
        <p:grpSpPr bwMode="auto">
          <a:xfrm>
            <a:off x="4910145" y="4579938"/>
            <a:ext cx="5794375" cy="1085850"/>
            <a:chOff x="2739" y="3339"/>
            <a:chExt cx="3650" cy="684"/>
          </a:xfrm>
        </p:grpSpPr>
        <p:sp>
          <p:nvSpPr>
            <p:cNvPr id="31" name="AutoShape 113">
              <a:extLst>
                <a:ext uri="{FF2B5EF4-FFF2-40B4-BE49-F238E27FC236}">
                  <a16:creationId xmlns:a16="http://schemas.microsoft.com/office/drawing/2014/main" id="{0C49B651-F4E5-85EB-76E3-2873F04F8F6E}"/>
                </a:ext>
              </a:extLst>
            </p:cNvPr>
            <p:cNvSpPr>
              <a:spLocks noChangeArrowheads="1"/>
            </p:cNvSpPr>
            <p:nvPr/>
          </p:nvSpPr>
          <p:spPr bwMode="auto">
            <a:xfrm>
              <a:off x="2739" y="3521"/>
              <a:ext cx="3650" cy="502"/>
            </a:xfrm>
            <a:prstGeom prst="foldedCorner">
              <a:avLst>
                <a:gd name="adj" fmla="val 8278"/>
              </a:avLst>
            </a:prstGeom>
            <a:solidFill>
              <a:schemeClr val="bg1"/>
            </a:solidFill>
            <a:ln w="19050">
              <a:solidFill>
                <a:schemeClr val="tx1"/>
              </a:solidFill>
              <a:round/>
              <a:headEnd/>
              <a:tailEnd/>
            </a:ln>
            <a:effectLst>
              <a:outerShdw dist="107763" dir="2700000" algn="ctr" rotWithShape="0">
                <a:schemeClr val="bg2"/>
              </a:outerShdw>
            </a:effectLst>
          </p:spPr>
          <p:txBody>
            <a:bodyPr wrap="none"/>
            <a:lstStyle>
              <a:lvl1pPr>
                <a:spcBef>
                  <a:spcPct val="20000"/>
                </a:spcBef>
                <a:buClr>
                  <a:schemeClr val="tx2"/>
                </a:buClr>
                <a:buSzPct val="7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eaLnBrk="1" hangingPunct="1">
                <a:spcBef>
                  <a:spcPct val="0"/>
                </a:spcBef>
                <a:buClrTx/>
                <a:buSzTx/>
                <a:buFontTx/>
                <a:buNone/>
              </a:pPr>
              <a:endParaRPr lang="en-US" sz="1600" b="1" noProof="0" dirty="0">
                <a:latin typeface="Courier New" panose="02070309020205020404" pitchFamily="49" charset="0"/>
              </a:endParaRPr>
            </a:p>
            <a:p>
              <a:pPr eaLnBrk="1" hangingPunct="1">
                <a:spcBef>
                  <a:spcPct val="0"/>
                </a:spcBef>
                <a:buClrTx/>
                <a:buSzTx/>
                <a:buFontTx/>
                <a:buNone/>
              </a:pPr>
              <a:r>
                <a:rPr lang="en-US" sz="1600" b="1" noProof="0" dirty="0" err="1">
                  <a:latin typeface="Courier New" panose="02070309020205020404" pitchFamily="49" charset="0"/>
                </a:rPr>
                <a:t>ip</a:t>
              </a:r>
              <a:r>
                <a:rPr lang="en-US" sz="1600" b="1" noProof="0" dirty="0">
                  <a:latin typeface="Courier New" panose="02070309020205020404" pitchFamily="49" charset="0"/>
                </a:rPr>
                <a:t> address add 200.1.1.3/24 dev eth0</a:t>
              </a:r>
            </a:p>
            <a:p>
              <a:pPr eaLnBrk="1" hangingPunct="1">
                <a:spcBef>
                  <a:spcPct val="0"/>
                </a:spcBef>
                <a:buClrTx/>
                <a:buSzTx/>
                <a:buFontTx/>
                <a:buNone/>
              </a:pPr>
              <a:r>
                <a:rPr lang="en-US" sz="1600" b="1" noProof="0" dirty="0" err="1">
                  <a:latin typeface="Courier New" panose="02070309020205020404" pitchFamily="49" charset="0"/>
                </a:rPr>
                <a:t>ip</a:t>
              </a:r>
              <a:r>
                <a:rPr lang="en-US" sz="1600" b="1" noProof="0" dirty="0">
                  <a:latin typeface="Courier New" panose="02070309020205020404" pitchFamily="49" charset="0"/>
                </a:rPr>
                <a:t> route add default via 200.1.1.1 dev eth0</a:t>
              </a:r>
            </a:p>
          </p:txBody>
        </p:sp>
        <p:sp>
          <p:nvSpPr>
            <p:cNvPr id="32" name="AutoShape 114">
              <a:extLst>
                <a:ext uri="{FF2B5EF4-FFF2-40B4-BE49-F238E27FC236}">
                  <a16:creationId xmlns:a16="http://schemas.microsoft.com/office/drawing/2014/main" id="{9EEA8D94-DFC1-6BB5-A99F-B057A032ACFA}"/>
                </a:ext>
              </a:extLst>
            </p:cNvPr>
            <p:cNvSpPr>
              <a:spLocks noChangeArrowheads="1"/>
            </p:cNvSpPr>
            <p:nvPr/>
          </p:nvSpPr>
          <p:spPr bwMode="auto">
            <a:xfrm>
              <a:off x="2784" y="3339"/>
              <a:ext cx="1292" cy="227"/>
            </a:xfrm>
            <a:prstGeom prst="foldedCorner">
              <a:avLst>
                <a:gd name="adj" fmla="val 8278"/>
              </a:avLst>
            </a:prstGeom>
            <a:solidFill>
              <a:schemeClr val="accent2"/>
            </a:solidFill>
            <a:ln w="19050">
              <a:solidFill>
                <a:schemeClr val="tx1"/>
              </a:solidFill>
              <a:round/>
              <a:headEnd/>
              <a:tailEnd/>
            </a:ln>
            <a:effectLst/>
            <a:extLst>
              <a:ext uri="{AF507438-7753-43E0-B8FC-AC1667EBCBE1}">
                <a14:hiddenEffects xmlns:a14="http://schemas.microsoft.com/office/drawing/2010/main">
                  <a:effectLst>
                    <a:outerShdw dist="107763" dir="2700000" algn="ctr" rotWithShape="0">
                      <a:schemeClr val="bg2"/>
                    </a:outerShdw>
                  </a:effectLst>
                </a14:hiddenEffects>
              </a:ext>
            </a:extLst>
          </p:spPr>
          <p:txBody>
            <a:bodyPr wrap="none"/>
            <a:lstStyle>
              <a:lvl1pPr>
                <a:spcBef>
                  <a:spcPct val="20000"/>
                </a:spcBef>
                <a:buClr>
                  <a:schemeClr val="tx2"/>
                </a:buClr>
                <a:buSzPct val="7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eaLnBrk="1" hangingPunct="1">
                <a:spcBef>
                  <a:spcPct val="0"/>
                </a:spcBef>
                <a:buClrTx/>
                <a:buSzTx/>
                <a:buFontTx/>
                <a:buNone/>
              </a:pPr>
              <a:r>
                <a:rPr lang="en-US" sz="1600" b="1" noProof="0" dirty="0">
                  <a:latin typeface="Courier New" panose="02070309020205020404" pitchFamily="49" charset="0"/>
                </a:rPr>
                <a:t>pc3.startup</a:t>
              </a:r>
            </a:p>
          </p:txBody>
        </p:sp>
      </p:grpSp>
    </p:spTree>
    <p:extLst>
      <p:ext uri="{BB962C8B-B14F-4D97-AF65-F5344CB8AC3E}">
        <p14:creationId xmlns:p14="http://schemas.microsoft.com/office/powerpoint/2010/main" val="176253788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40" name="Rectangle 2">
            <a:extLst>
              <a:ext uri="{FF2B5EF4-FFF2-40B4-BE49-F238E27FC236}">
                <a16:creationId xmlns:a16="http://schemas.microsoft.com/office/drawing/2014/main" id="{CC6EA2F5-910C-88FD-01FC-24F47B583B4D}"/>
              </a:ext>
            </a:extLst>
          </p:cNvPr>
          <p:cNvSpPr>
            <a:spLocks noGrp="1" noChangeArrowheads="1"/>
          </p:cNvSpPr>
          <p:nvPr>
            <p:ph type="title"/>
          </p:nvPr>
        </p:nvSpPr>
        <p:spPr/>
        <p:txBody>
          <a:bodyPr/>
          <a:lstStyle/>
          <a:p>
            <a:pPr eaLnBrk="1" hangingPunct="1"/>
            <a:r>
              <a:rPr lang="en-US" noProof="0" dirty="0"/>
              <a:t>a quick look at the lab</a:t>
            </a:r>
          </a:p>
        </p:txBody>
      </p:sp>
      <p:sp>
        <p:nvSpPr>
          <p:cNvPr id="35" name="Segnaposto data 3">
            <a:extLst>
              <a:ext uri="{FF2B5EF4-FFF2-40B4-BE49-F238E27FC236}">
                <a16:creationId xmlns:a16="http://schemas.microsoft.com/office/drawing/2014/main" id="{F125EA90-53E9-14B7-B4B6-4D19F3B7EEB2}"/>
              </a:ext>
            </a:extLst>
          </p:cNvPr>
          <p:cNvSpPr>
            <a:spLocks noGrp="1"/>
          </p:cNvSpPr>
          <p:nvPr>
            <p:ph type="dt" sz="half" idx="10"/>
          </p:nvPr>
        </p:nvSpPr>
        <p:spPr/>
        <p:txBody>
          <a:bodyPr/>
          <a:lstStyle/>
          <a:p>
            <a:pPr>
              <a:defRPr/>
            </a:pPr>
            <a:r>
              <a:rPr lang="en-US" noProof="0"/>
              <a:t>last update: Oct 2026</a:t>
            </a:r>
            <a:endParaRPr lang="en-US" noProof="0" dirty="0"/>
          </a:p>
        </p:txBody>
      </p:sp>
      <p:sp>
        <p:nvSpPr>
          <p:cNvPr id="36" name="Segnaposto piè di pagina 4">
            <a:extLst>
              <a:ext uri="{FF2B5EF4-FFF2-40B4-BE49-F238E27FC236}">
                <a16:creationId xmlns:a16="http://schemas.microsoft.com/office/drawing/2014/main" id="{0F6BD11E-0452-434B-0388-398331CC0456}"/>
              </a:ext>
            </a:extLst>
          </p:cNvPr>
          <p:cNvSpPr>
            <a:spLocks noGrp="1"/>
          </p:cNvSpPr>
          <p:nvPr>
            <p:ph type="ftr" sz="quarter" idx="11"/>
          </p:nvPr>
        </p:nvSpPr>
        <p:spPr/>
        <p:txBody>
          <a:bodyPr/>
          <a:lstStyle/>
          <a:p>
            <a:pPr>
              <a:defRPr/>
            </a:pPr>
            <a:r>
              <a:rPr lang="en-US" noProof="0" dirty="0"/>
              <a:t>kathara – [ lab: basic-ipv4 ]</a:t>
            </a:r>
          </a:p>
        </p:txBody>
      </p:sp>
      <p:grpSp>
        <p:nvGrpSpPr>
          <p:cNvPr id="14341" name="Group 4">
            <a:extLst>
              <a:ext uri="{FF2B5EF4-FFF2-40B4-BE49-F238E27FC236}">
                <a16:creationId xmlns:a16="http://schemas.microsoft.com/office/drawing/2014/main" id="{36F12175-B359-B752-7C5D-BF0917A4B4C0}"/>
              </a:ext>
            </a:extLst>
          </p:cNvPr>
          <p:cNvGrpSpPr>
            <a:grpSpLocks/>
          </p:cNvGrpSpPr>
          <p:nvPr/>
        </p:nvGrpSpPr>
        <p:grpSpPr bwMode="auto">
          <a:xfrm>
            <a:off x="1559496" y="1653706"/>
            <a:ext cx="9434513" cy="1430338"/>
            <a:chOff x="126" y="3294"/>
            <a:chExt cx="5943" cy="901"/>
          </a:xfrm>
        </p:grpSpPr>
        <p:sp>
          <p:nvSpPr>
            <p:cNvPr id="14343" name="AutoShape 5">
              <a:extLst>
                <a:ext uri="{FF2B5EF4-FFF2-40B4-BE49-F238E27FC236}">
                  <a16:creationId xmlns:a16="http://schemas.microsoft.com/office/drawing/2014/main" id="{709BABB2-0DBC-F8AB-FADF-21194B12E2F3}"/>
                </a:ext>
              </a:extLst>
            </p:cNvPr>
            <p:cNvSpPr>
              <a:spLocks noChangeArrowheads="1"/>
            </p:cNvSpPr>
            <p:nvPr/>
          </p:nvSpPr>
          <p:spPr bwMode="auto">
            <a:xfrm>
              <a:off x="126" y="3475"/>
              <a:ext cx="5943" cy="720"/>
            </a:xfrm>
            <a:prstGeom prst="foldedCorner">
              <a:avLst>
                <a:gd name="adj" fmla="val 8278"/>
              </a:avLst>
            </a:prstGeom>
            <a:solidFill>
              <a:schemeClr val="bg1"/>
            </a:solidFill>
            <a:ln w="19050">
              <a:solidFill>
                <a:schemeClr val="tx1"/>
              </a:solidFill>
              <a:round/>
              <a:headEnd/>
              <a:tailEnd/>
            </a:ln>
            <a:effectLst>
              <a:outerShdw dist="107763" dir="2700000" algn="ctr" rotWithShape="0">
                <a:schemeClr val="bg2"/>
              </a:outerShdw>
            </a:effectLst>
          </p:spPr>
          <p:txBody>
            <a:bodyPr wrap="none"/>
            <a:lstStyle>
              <a:lvl1pPr>
                <a:spcBef>
                  <a:spcPct val="20000"/>
                </a:spcBef>
                <a:buClr>
                  <a:schemeClr val="tx2"/>
                </a:buClr>
                <a:buSzPct val="7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eaLnBrk="1" hangingPunct="1">
                <a:spcBef>
                  <a:spcPct val="0"/>
                </a:spcBef>
                <a:buClrTx/>
                <a:buSzTx/>
                <a:buFontTx/>
                <a:buNone/>
              </a:pPr>
              <a:endParaRPr lang="en-US" sz="1600" b="1" noProof="0" dirty="0">
                <a:latin typeface="Courier New" panose="02070309020205020404" pitchFamily="49" charset="0"/>
              </a:endParaRPr>
            </a:p>
            <a:p>
              <a:pPr eaLnBrk="1" hangingPunct="1">
                <a:spcBef>
                  <a:spcPct val="0"/>
                </a:spcBef>
                <a:buClrTx/>
                <a:buSzTx/>
                <a:buFontTx/>
                <a:buNone/>
              </a:pPr>
              <a:r>
                <a:rPr lang="en-US" sz="1600" b="1" noProof="0" dirty="0" err="1">
                  <a:latin typeface="Courier New" panose="02070309020205020404" pitchFamily="49" charset="0"/>
                </a:rPr>
                <a:t>ip</a:t>
              </a:r>
              <a:r>
                <a:rPr lang="en-US" sz="1600" b="1" noProof="0" dirty="0">
                  <a:latin typeface="Courier New" panose="02070309020205020404" pitchFamily="49" charset="0"/>
                </a:rPr>
                <a:t> address add 195.11.14.1/24 dev eth0</a:t>
              </a:r>
            </a:p>
            <a:p>
              <a:pPr eaLnBrk="1" hangingPunct="1">
                <a:spcBef>
                  <a:spcPct val="0"/>
                </a:spcBef>
                <a:buClrTx/>
                <a:buSzTx/>
                <a:buFontTx/>
                <a:buNone/>
              </a:pPr>
              <a:r>
                <a:rPr lang="en-US" sz="1600" b="1" noProof="0" dirty="0" err="1">
                  <a:latin typeface="Courier New" panose="02070309020205020404" pitchFamily="49" charset="0"/>
                </a:rPr>
                <a:t>ip</a:t>
              </a:r>
              <a:r>
                <a:rPr lang="en-US" sz="1600" b="1" noProof="0" dirty="0">
                  <a:latin typeface="Courier New" panose="02070309020205020404" pitchFamily="49" charset="0"/>
                </a:rPr>
                <a:t> address add 100.0.0.9/30 dev eth1</a:t>
              </a:r>
            </a:p>
            <a:p>
              <a:pPr eaLnBrk="1" hangingPunct="1">
                <a:spcBef>
                  <a:spcPct val="0"/>
                </a:spcBef>
                <a:buClrTx/>
                <a:buSzTx/>
                <a:buFontTx/>
                <a:buNone/>
              </a:pPr>
              <a:r>
                <a:rPr lang="en-US" sz="1600" b="1" noProof="0" dirty="0" err="1">
                  <a:latin typeface="Courier New" panose="02070309020205020404" pitchFamily="49" charset="0"/>
                </a:rPr>
                <a:t>ip</a:t>
              </a:r>
              <a:r>
                <a:rPr lang="en-US" sz="1600" b="1" noProof="0" dirty="0">
                  <a:latin typeface="Courier New" panose="02070309020205020404" pitchFamily="49" charset="0"/>
                </a:rPr>
                <a:t> route add 200.1.1.0/24 via 100.0.0.10 dev eth1</a:t>
              </a:r>
            </a:p>
          </p:txBody>
        </p:sp>
        <p:sp>
          <p:nvSpPr>
            <p:cNvPr id="14344" name="AutoShape 6">
              <a:extLst>
                <a:ext uri="{FF2B5EF4-FFF2-40B4-BE49-F238E27FC236}">
                  <a16:creationId xmlns:a16="http://schemas.microsoft.com/office/drawing/2014/main" id="{89B8F4A3-E93F-E566-FEB2-018BA3A8616F}"/>
                </a:ext>
              </a:extLst>
            </p:cNvPr>
            <p:cNvSpPr>
              <a:spLocks noChangeArrowheads="1"/>
            </p:cNvSpPr>
            <p:nvPr/>
          </p:nvSpPr>
          <p:spPr bwMode="auto">
            <a:xfrm>
              <a:off x="171" y="3294"/>
              <a:ext cx="1044" cy="227"/>
            </a:xfrm>
            <a:prstGeom prst="foldedCorner">
              <a:avLst>
                <a:gd name="adj" fmla="val 8278"/>
              </a:avLst>
            </a:prstGeom>
            <a:solidFill>
              <a:schemeClr val="accent2"/>
            </a:solidFill>
            <a:ln w="19050">
              <a:solidFill>
                <a:schemeClr val="tx1"/>
              </a:solidFill>
              <a:round/>
              <a:headEnd/>
              <a:tailEnd/>
            </a:ln>
            <a:effectLst/>
            <a:extLst>
              <a:ext uri="{AF507438-7753-43E0-B8FC-AC1667EBCBE1}">
                <a14:hiddenEffects xmlns:a14="http://schemas.microsoft.com/office/drawing/2010/main">
                  <a:effectLst>
                    <a:outerShdw dist="107763" dir="2700000" algn="ctr" rotWithShape="0">
                      <a:schemeClr val="bg2"/>
                    </a:outerShdw>
                  </a:effectLst>
                </a14:hiddenEffects>
              </a:ext>
            </a:extLst>
          </p:spPr>
          <p:txBody>
            <a:bodyPr wrap="none"/>
            <a:lstStyle>
              <a:lvl1pPr>
                <a:spcBef>
                  <a:spcPct val="20000"/>
                </a:spcBef>
                <a:buClr>
                  <a:schemeClr val="tx2"/>
                </a:buClr>
                <a:buSzPct val="7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eaLnBrk="1" hangingPunct="1">
                <a:spcBef>
                  <a:spcPct val="0"/>
                </a:spcBef>
                <a:buClrTx/>
                <a:buSzTx/>
                <a:buFontTx/>
                <a:buNone/>
              </a:pPr>
              <a:r>
                <a:rPr lang="en-US" sz="1600" b="1" noProof="0" dirty="0">
                  <a:latin typeface="Courier New" panose="02070309020205020404" pitchFamily="49" charset="0"/>
                </a:rPr>
                <a:t>r1.startup</a:t>
              </a:r>
            </a:p>
          </p:txBody>
        </p:sp>
      </p:gr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4">
            <a:extLst>
              <a:ext uri="{FF2B5EF4-FFF2-40B4-BE49-F238E27FC236}">
                <a16:creationId xmlns:a16="http://schemas.microsoft.com/office/drawing/2014/main" id="{FF9EE336-8C6A-EE6F-6B60-0806E93BC623}"/>
              </a:ext>
            </a:extLst>
          </p:cNvPr>
          <p:cNvGrpSpPr>
            <a:grpSpLocks/>
          </p:cNvGrpSpPr>
          <p:nvPr/>
        </p:nvGrpSpPr>
        <p:grpSpPr bwMode="auto">
          <a:xfrm>
            <a:off x="1559496" y="1653706"/>
            <a:ext cx="9434513" cy="1430338"/>
            <a:chOff x="126" y="3294"/>
            <a:chExt cx="5943" cy="901"/>
          </a:xfrm>
        </p:grpSpPr>
        <p:sp>
          <p:nvSpPr>
            <p:cNvPr id="3" name="AutoShape 5">
              <a:extLst>
                <a:ext uri="{FF2B5EF4-FFF2-40B4-BE49-F238E27FC236}">
                  <a16:creationId xmlns:a16="http://schemas.microsoft.com/office/drawing/2014/main" id="{50CE517C-1BF6-0183-1E3C-CB611CE73B6E}"/>
                </a:ext>
              </a:extLst>
            </p:cNvPr>
            <p:cNvSpPr>
              <a:spLocks noChangeArrowheads="1"/>
            </p:cNvSpPr>
            <p:nvPr/>
          </p:nvSpPr>
          <p:spPr bwMode="auto">
            <a:xfrm>
              <a:off x="126" y="3475"/>
              <a:ext cx="5943" cy="720"/>
            </a:xfrm>
            <a:prstGeom prst="foldedCorner">
              <a:avLst>
                <a:gd name="adj" fmla="val 8278"/>
              </a:avLst>
            </a:prstGeom>
            <a:solidFill>
              <a:schemeClr val="bg1"/>
            </a:solidFill>
            <a:ln w="19050">
              <a:solidFill>
                <a:schemeClr val="tx1"/>
              </a:solidFill>
              <a:round/>
              <a:headEnd/>
              <a:tailEnd/>
            </a:ln>
            <a:effectLst>
              <a:outerShdw dist="107763" dir="2700000" algn="ctr" rotWithShape="0">
                <a:schemeClr val="bg2"/>
              </a:outerShdw>
            </a:effectLst>
          </p:spPr>
          <p:txBody>
            <a:bodyPr wrap="none"/>
            <a:lstStyle>
              <a:lvl1pPr>
                <a:spcBef>
                  <a:spcPct val="20000"/>
                </a:spcBef>
                <a:buClr>
                  <a:schemeClr val="tx2"/>
                </a:buClr>
                <a:buSzPct val="7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eaLnBrk="1" hangingPunct="1">
                <a:spcBef>
                  <a:spcPct val="0"/>
                </a:spcBef>
                <a:buClrTx/>
                <a:buSzTx/>
                <a:buFontTx/>
                <a:buNone/>
              </a:pPr>
              <a:endParaRPr lang="en-US" sz="1600" b="1" noProof="0" dirty="0">
                <a:latin typeface="Courier New" panose="02070309020205020404" pitchFamily="49" charset="0"/>
              </a:endParaRPr>
            </a:p>
            <a:p>
              <a:pPr eaLnBrk="1" hangingPunct="1">
                <a:spcBef>
                  <a:spcPct val="0"/>
                </a:spcBef>
                <a:buClrTx/>
                <a:buSzTx/>
                <a:buFontTx/>
                <a:buNone/>
              </a:pPr>
              <a:r>
                <a:rPr lang="en-US" sz="1600" b="1" noProof="0" dirty="0" err="1">
                  <a:latin typeface="Courier New" panose="02070309020205020404" pitchFamily="49" charset="0"/>
                </a:rPr>
                <a:t>ip</a:t>
              </a:r>
              <a:r>
                <a:rPr lang="en-US" sz="1600" b="1" noProof="0" dirty="0">
                  <a:latin typeface="Courier New" panose="02070309020205020404" pitchFamily="49" charset="0"/>
                </a:rPr>
                <a:t> address add 195.11.14.1/24 dev eth0</a:t>
              </a:r>
            </a:p>
            <a:p>
              <a:pPr eaLnBrk="1" hangingPunct="1">
                <a:spcBef>
                  <a:spcPct val="0"/>
                </a:spcBef>
                <a:buClrTx/>
                <a:buSzTx/>
                <a:buFontTx/>
                <a:buNone/>
              </a:pPr>
              <a:r>
                <a:rPr lang="en-US" sz="1600" b="1" noProof="0" dirty="0" err="1">
                  <a:latin typeface="Courier New" panose="02070309020205020404" pitchFamily="49" charset="0"/>
                </a:rPr>
                <a:t>ip</a:t>
              </a:r>
              <a:r>
                <a:rPr lang="en-US" sz="1600" b="1" noProof="0" dirty="0">
                  <a:latin typeface="Courier New" panose="02070309020205020404" pitchFamily="49" charset="0"/>
                </a:rPr>
                <a:t> address add 100.0.0.9/30 dev eth1</a:t>
              </a:r>
            </a:p>
            <a:p>
              <a:pPr eaLnBrk="1" hangingPunct="1">
                <a:spcBef>
                  <a:spcPct val="0"/>
                </a:spcBef>
                <a:buClrTx/>
                <a:buSzTx/>
                <a:buFontTx/>
                <a:buNone/>
              </a:pPr>
              <a:r>
                <a:rPr lang="en-US" sz="1600" b="1" noProof="0" dirty="0" err="1">
                  <a:latin typeface="Courier New" panose="02070309020205020404" pitchFamily="49" charset="0"/>
                </a:rPr>
                <a:t>ip</a:t>
              </a:r>
              <a:r>
                <a:rPr lang="en-US" sz="1600" b="1" noProof="0" dirty="0">
                  <a:latin typeface="Courier New" panose="02070309020205020404" pitchFamily="49" charset="0"/>
                </a:rPr>
                <a:t> route add 200.1.1.0/24 via 100.0.0.10 dev eth1</a:t>
              </a:r>
            </a:p>
          </p:txBody>
        </p:sp>
        <p:sp>
          <p:nvSpPr>
            <p:cNvPr id="4" name="AutoShape 6">
              <a:extLst>
                <a:ext uri="{FF2B5EF4-FFF2-40B4-BE49-F238E27FC236}">
                  <a16:creationId xmlns:a16="http://schemas.microsoft.com/office/drawing/2014/main" id="{F776031B-4CBD-6ADC-EB86-8FD38FE9CDB5}"/>
                </a:ext>
              </a:extLst>
            </p:cNvPr>
            <p:cNvSpPr>
              <a:spLocks noChangeArrowheads="1"/>
            </p:cNvSpPr>
            <p:nvPr/>
          </p:nvSpPr>
          <p:spPr bwMode="auto">
            <a:xfrm>
              <a:off x="171" y="3294"/>
              <a:ext cx="1044" cy="227"/>
            </a:xfrm>
            <a:prstGeom prst="foldedCorner">
              <a:avLst>
                <a:gd name="adj" fmla="val 8278"/>
              </a:avLst>
            </a:prstGeom>
            <a:solidFill>
              <a:schemeClr val="accent2"/>
            </a:solidFill>
            <a:ln w="19050">
              <a:solidFill>
                <a:schemeClr val="tx1"/>
              </a:solidFill>
              <a:round/>
              <a:headEnd/>
              <a:tailEnd/>
            </a:ln>
            <a:effectLst/>
            <a:extLst>
              <a:ext uri="{AF507438-7753-43E0-B8FC-AC1667EBCBE1}">
                <a14:hiddenEffects xmlns:a14="http://schemas.microsoft.com/office/drawing/2010/main">
                  <a:effectLst>
                    <a:outerShdw dist="107763" dir="2700000" algn="ctr" rotWithShape="0">
                      <a:schemeClr val="bg2"/>
                    </a:outerShdw>
                  </a:effectLst>
                </a14:hiddenEffects>
              </a:ext>
            </a:extLst>
          </p:spPr>
          <p:txBody>
            <a:bodyPr wrap="none"/>
            <a:lstStyle>
              <a:lvl1pPr>
                <a:spcBef>
                  <a:spcPct val="20000"/>
                </a:spcBef>
                <a:buClr>
                  <a:schemeClr val="tx2"/>
                </a:buClr>
                <a:buSzPct val="7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eaLnBrk="1" hangingPunct="1">
                <a:spcBef>
                  <a:spcPct val="0"/>
                </a:spcBef>
                <a:buClrTx/>
                <a:buSzTx/>
                <a:buFontTx/>
                <a:buNone/>
              </a:pPr>
              <a:r>
                <a:rPr lang="en-US" sz="1600" b="1" noProof="0" dirty="0">
                  <a:latin typeface="Courier New" panose="02070309020205020404" pitchFamily="49" charset="0"/>
                </a:rPr>
                <a:t>r1.startup</a:t>
              </a:r>
            </a:p>
          </p:txBody>
        </p:sp>
      </p:grpSp>
      <p:sp>
        <p:nvSpPr>
          <p:cNvPr id="14340" name="Rectangle 2">
            <a:extLst>
              <a:ext uri="{FF2B5EF4-FFF2-40B4-BE49-F238E27FC236}">
                <a16:creationId xmlns:a16="http://schemas.microsoft.com/office/drawing/2014/main" id="{CC6EA2F5-910C-88FD-01FC-24F47B583B4D}"/>
              </a:ext>
            </a:extLst>
          </p:cNvPr>
          <p:cNvSpPr>
            <a:spLocks noGrp="1" noChangeArrowheads="1"/>
          </p:cNvSpPr>
          <p:nvPr>
            <p:ph type="title"/>
          </p:nvPr>
        </p:nvSpPr>
        <p:spPr/>
        <p:txBody>
          <a:bodyPr/>
          <a:lstStyle/>
          <a:p>
            <a:pPr eaLnBrk="1" hangingPunct="1"/>
            <a:r>
              <a:rPr lang="en-US" noProof="0" dirty="0"/>
              <a:t>a quick look at the lab</a:t>
            </a:r>
          </a:p>
        </p:txBody>
      </p:sp>
      <p:sp>
        <p:nvSpPr>
          <p:cNvPr id="35" name="Segnaposto data 3">
            <a:extLst>
              <a:ext uri="{FF2B5EF4-FFF2-40B4-BE49-F238E27FC236}">
                <a16:creationId xmlns:a16="http://schemas.microsoft.com/office/drawing/2014/main" id="{F125EA90-53E9-14B7-B4B6-4D19F3B7EEB2}"/>
              </a:ext>
            </a:extLst>
          </p:cNvPr>
          <p:cNvSpPr>
            <a:spLocks noGrp="1"/>
          </p:cNvSpPr>
          <p:nvPr>
            <p:ph type="dt" sz="half" idx="10"/>
          </p:nvPr>
        </p:nvSpPr>
        <p:spPr/>
        <p:txBody>
          <a:bodyPr/>
          <a:lstStyle/>
          <a:p>
            <a:pPr>
              <a:defRPr/>
            </a:pPr>
            <a:r>
              <a:rPr lang="en-US" noProof="0"/>
              <a:t>last update: Oct 2026</a:t>
            </a:r>
            <a:endParaRPr lang="en-US" noProof="0" dirty="0"/>
          </a:p>
        </p:txBody>
      </p:sp>
      <p:sp>
        <p:nvSpPr>
          <p:cNvPr id="36" name="Segnaposto piè di pagina 4">
            <a:extLst>
              <a:ext uri="{FF2B5EF4-FFF2-40B4-BE49-F238E27FC236}">
                <a16:creationId xmlns:a16="http://schemas.microsoft.com/office/drawing/2014/main" id="{0F6BD11E-0452-434B-0388-398331CC0456}"/>
              </a:ext>
            </a:extLst>
          </p:cNvPr>
          <p:cNvSpPr>
            <a:spLocks noGrp="1"/>
          </p:cNvSpPr>
          <p:nvPr>
            <p:ph type="ftr" sz="quarter" idx="11"/>
          </p:nvPr>
        </p:nvSpPr>
        <p:spPr/>
        <p:txBody>
          <a:bodyPr/>
          <a:lstStyle/>
          <a:p>
            <a:pPr>
              <a:defRPr/>
            </a:pPr>
            <a:r>
              <a:rPr lang="en-US" noProof="0" dirty="0"/>
              <a:t>kathara – [ lab: basic-ipv4 ]</a:t>
            </a:r>
          </a:p>
        </p:txBody>
      </p:sp>
      <p:sp>
        <p:nvSpPr>
          <p:cNvPr id="9" name="AutoShape 195">
            <a:extLst>
              <a:ext uri="{FF2B5EF4-FFF2-40B4-BE49-F238E27FC236}">
                <a16:creationId xmlns:a16="http://schemas.microsoft.com/office/drawing/2014/main" id="{518EF3B7-DB86-8A52-8DF7-6E6164B4BADD}"/>
              </a:ext>
            </a:extLst>
          </p:cNvPr>
          <p:cNvSpPr>
            <a:spLocks noChangeArrowheads="1"/>
          </p:cNvSpPr>
          <p:nvPr/>
        </p:nvSpPr>
        <p:spPr bwMode="auto">
          <a:xfrm>
            <a:off x="7824192" y="1238261"/>
            <a:ext cx="3470176" cy="992439"/>
          </a:xfrm>
          <a:prstGeom prst="wedgeRoundRectCallout">
            <a:avLst>
              <a:gd name="adj1" fmla="val -95013"/>
              <a:gd name="adj2" fmla="val 78767"/>
              <a:gd name="adj3" fmla="val 16667"/>
            </a:avLst>
          </a:prstGeom>
          <a:solidFill>
            <a:schemeClr val="accent2"/>
          </a:solidFill>
          <a:ln w="9525">
            <a:solidFill>
              <a:schemeClr val="tx1"/>
            </a:solidFill>
            <a:miter lim="800000"/>
            <a:headEnd/>
            <a:tailEnd/>
          </a:ln>
          <a:effec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noProof="0" dirty="0">
                <a:latin typeface="Tahoma" panose="020B0604030504040204" pitchFamily="34" charset="0"/>
              </a:rPr>
              <a:t>an IPv4 address is assigned to interfaces eth0 and eth1 of router r1</a:t>
            </a:r>
          </a:p>
        </p:txBody>
      </p:sp>
      <p:sp>
        <p:nvSpPr>
          <p:cNvPr id="11" name="AutoShape 195">
            <a:extLst>
              <a:ext uri="{FF2B5EF4-FFF2-40B4-BE49-F238E27FC236}">
                <a16:creationId xmlns:a16="http://schemas.microsoft.com/office/drawing/2014/main" id="{05F0C0A0-A17E-B78E-29F3-F251DA010380}"/>
              </a:ext>
            </a:extLst>
          </p:cNvPr>
          <p:cNvSpPr>
            <a:spLocks noChangeArrowheads="1"/>
          </p:cNvSpPr>
          <p:nvPr/>
        </p:nvSpPr>
        <p:spPr bwMode="auto">
          <a:xfrm>
            <a:off x="8184232" y="2966679"/>
            <a:ext cx="3470176" cy="992439"/>
          </a:xfrm>
          <a:prstGeom prst="wedgeRoundRectCallout">
            <a:avLst>
              <a:gd name="adj1" fmla="val -4485"/>
              <a:gd name="adj2" fmla="val -123029"/>
              <a:gd name="adj3" fmla="val 16667"/>
            </a:avLst>
          </a:prstGeom>
          <a:solidFill>
            <a:schemeClr val="accent2"/>
          </a:solidFill>
          <a:ln w="9525">
            <a:solidFill>
              <a:schemeClr val="tx1"/>
            </a:solidFill>
            <a:miter lim="800000"/>
            <a:headEnd/>
            <a:tailEnd/>
          </a:ln>
          <a:effec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noProof="0" dirty="0">
                <a:latin typeface="Tahoma" panose="020B0604030504040204" pitchFamily="34" charset="0"/>
              </a:rPr>
              <a:t>consequently, the corresponding LANs are considered </a:t>
            </a:r>
            <a:r>
              <a:rPr lang="en-US" i="1" noProof="0" dirty="0">
                <a:latin typeface="Tahoma" panose="020B0604030504040204" pitchFamily="34" charset="0"/>
              </a:rPr>
              <a:t>directly connected</a:t>
            </a:r>
          </a:p>
        </p:txBody>
      </p:sp>
    </p:spTree>
    <p:extLst>
      <p:ext uri="{BB962C8B-B14F-4D97-AF65-F5344CB8AC3E}">
        <p14:creationId xmlns:p14="http://schemas.microsoft.com/office/powerpoint/2010/main" val="383848210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40" name="Rectangle 2">
            <a:extLst>
              <a:ext uri="{FF2B5EF4-FFF2-40B4-BE49-F238E27FC236}">
                <a16:creationId xmlns:a16="http://schemas.microsoft.com/office/drawing/2014/main" id="{CC6EA2F5-910C-88FD-01FC-24F47B583B4D}"/>
              </a:ext>
            </a:extLst>
          </p:cNvPr>
          <p:cNvSpPr>
            <a:spLocks noGrp="1" noChangeArrowheads="1"/>
          </p:cNvSpPr>
          <p:nvPr>
            <p:ph type="title"/>
          </p:nvPr>
        </p:nvSpPr>
        <p:spPr/>
        <p:txBody>
          <a:bodyPr/>
          <a:lstStyle/>
          <a:p>
            <a:pPr eaLnBrk="1" hangingPunct="1"/>
            <a:r>
              <a:rPr lang="en-US" noProof="0" dirty="0"/>
              <a:t>a quick look at the lab</a:t>
            </a:r>
          </a:p>
        </p:txBody>
      </p:sp>
      <p:sp>
        <p:nvSpPr>
          <p:cNvPr id="35" name="Segnaposto data 3">
            <a:extLst>
              <a:ext uri="{FF2B5EF4-FFF2-40B4-BE49-F238E27FC236}">
                <a16:creationId xmlns:a16="http://schemas.microsoft.com/office/drawing/2014/main" id="{F125EA90-53E9-14B7-B4B6-4D19F3B7EEB2}"/>
              </a:ext>
            </a:extLst>
          </p:cNvPr>
          <p:cNvSpPr>
            <a:spLocks noGrp="1"/>
          </p:cNvSpPr>
          <p:nvPr>
            <p:ph type="dt" sz="half" idx="10"/>
          </p:nvPr>
        </p:nvSpPr>
        <p:spPr/>
        <p:txBody>
          <a:bodyPr/>
          <a:lstStyle/>
          <a:p>
            <a:pPr>
              <a:defRPr/>
            </a:pPr>
            <a:r>
              <a:rPr lang="en-US" noProof="0"/>
              <a:t>last update: Oct 2026</a:t>
            </a:r>
            <a:endParaRPr lang="en-US" noProof="0" dirty="0"/>
          </a:p>
        </p:txBody>
      </p:sp>
      <p:sp>
        <p:nvSpPr>
          <p:cNvPr id="36" name="Segnaposto piè di pagina 4">
            <a:extLst>
              <a:ext uri="{FF2B5EF4-FFF2-40B4-BE49-F238E27FC236}">
                <a16:creationId xmlns:a16="http://schemas.microsoft.com/office/drawing/2014/main" id="{0F6BD11E-0452-434B-0388-398331CC0456}"/>
              </a:ext>
            </a:extLst>
          </p:cNvPr>
          <p:cNvSpPr>
            <a:spLocks noGrp="1"/>
          </p:cNvSpPr>
          <p:nvPr>
            <p:ph type="ftr" sz="quarter" idx="11"/>
          </p:nvPr>
        </p:nvSpPr>
        <p:spPr/>
        <p:txBody>
          <a:bodyPr/>
          <a:lstStyle/>
          <a:p>
            <a:pPr>
              <a:defRPr/>
            </a:pPr>
            <a:r>
              <a:rPr lang="en-US" noProof="0" dirty="0"/>
              <a:t>kathara – [ lab: basic-ipv4 ]</a:t>
            </a:r>
          </a:p>
        </p:txBody>
      </p:sp>
      <p:sp>
        <p:nvSpPr>
          <p:cNvPr id="2" name="AutoShape 195">
            <a:extLst>
              <a:ext uri="{FF2B5EF4-FFF2-40B4-BE49-F238E27FC236}">
                <a16:creationId xmlns:a16="http://schemas.microsoft.com/office/drawing/2014/main" id="{A9D78E14-1D0E-2AD9-733D-8B8A74B29BD5}"/>
              </a:ext>
            </a:extLst>
          </p:cNvPr>
          <p:cNvSpPr>
            <a:spLocks noChangeArrowheads="1"/>
          </p:cNvSpPr>
          <p:nvPr/>
        </p:nvSpPr>
        <p:spPr bwMode="auto">
          <a:xfrm>
            <a:off x="581878" y="3959118"/>
            <a:ext cx="3470176" cy="992439"/>
          </a:xfrm>
          <a:prstGeom prst="wedgeRoundRectCallout">
            <a:avLst>
              <a:gd name="adj1" fmla="val -4485"/>
              <a:gd name="adj2" fmla="val -123029"/>
              <a:gd name="adj3" fmla="val 16667"/>
            </a:avLst>
          </a:prstGeom>
          <a:solidFill>
            <a:schemeClr val="accent2"/>
          </a:solidFill>
          <a:ln w="9525">
            <a:solidFill>
              <a:schemeClr val="tx1"/>
            </a:solidFill>
            <a:miter lim="800000"/>
            <a:headEnd/>
            <a:tailEnd/>
          </a:ln>
          <a:effec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noProof="0" dirty="0">
                <a:latin typeface="Tahoma" panose="020B0604030504040204" pitchFamily="34" charset="0"/>
              </a:rPr>
              <a:t>a row is added to the routing table on how to reach a LAN that is not directly connected</a:t>
            </a:r>
          </a:p>
        </p:txBody>
      </p:sp>
      <p:grpSp>
        <p:nvGrpSpPr>
          <p:cNvPr id="3" name="Group 4">
            <a:extLst>
              <a:ext uri="{FF2B5EF4-FFF2-40B4-BE49-F238E27FC236}">
                <a16:creationId xmlns:a16="http://schemas.microsoft.com/office/drawing/2014/main" id="{EEDED18D-B6A0-5F30-08E2-9046AF7E48FC}"/>
              </a:ext>
            </a:extLst>
          </p:cNvPr>
          <p:cNvGrpSpPr>
            <a:grpSpLocks/>
          </p:cNvGrpSpPr>
          <p:nvPr/>
        </p:nvGrpSpPr>
        <p:grpSpPr bwMode="auto">
          <a:xfrm>
            <a:off x="1559496" y="1653706"/>
            <a:ext cx="9434513" cy="1430338"/>
            <a:chOff x="126" y="3294"/>
            <a:chExt cx="5943" cy="901"/>
          </a:xfrm>
        </p:grpSpPr>
        <p:sp>
          <p:nvSpPr>
            <p:cNvPr id="4" name="AutoShape 5">
              <a:extLst>
                <a:ext uri="{FF2B5EF4-FFF2-40B4-BE49-F238E27FC236}">
                  <a16:creationId xmlns:a16="http://schemas.microsoft.com/office/drawing/2014/main" id="{6BD30BEB-ECB8-5CD7-0615-24498413A8B0}"/>
                </a:ext>
              </a:extLst>
            </p:cNvPr>
            <p:cNvSpPr>
              <a:spLocks noChangeArrowheads="1"/>
            </p:cNvSpPr>
            <p:nvPr/>
          </p:nvSpPr>
          <p:spPr bwMode="auto">
            <a:xfrm>
              <a:off x="126" y="3475"/>
              <a:ext cx="5943" cy="720"/>
            </a:xfrm>
            <a:prstGeom prst="foldedCorner">
              <a:avLst>
                <a:gd name="adj" fmla="val 8278"/>
              </a:avLst>
            </a:prstGeom>
            <a:solidFill>
              <a:schemeClr val="bg1"/>
            </a:solidFill>
            <a:ln w="19050">
              <a:solidFill>
                <a:schemeClr val="tx1"/>
              </a:solidFill>
              <a:round/>
              <a:headEnd/>
              <a:tailEnd/>
            </a:ln>
            <a:effectLst>
              <a:outerShdw dist="107763" dir="2700000" algn="ctr" rotWithShape="0">
                <a:schemeClr val="bg2"/>
              </a:outerShdw>
            </a:effectLst>
          </p:spPr>
          <p:txBody>
            <a:bodyPr wrap="none"/>
            <a:lstStyle>
              <a:lvl1pPr>
                <a:spcBef>
                  <a:spcPct val="20000"/>
                </a:spcBef>
                <a:buClr>
                  <a:schemeClr val="tx2"/>
                </a:buClr>
                <a:buSzPct val="7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eaLnBrk="1" hangingPunct="1">
                <a:spcBef>
                  <a:spcPct val="0"/>
                </a:spcBef>
                <a:buClrTx/>
                <a:buSzTx/>
                <a:buFontTx/>
                <a:buNone/>
              </a:pPr>
              <a:endParaRPr lang="en-US" sz="1600" b="1" noProof="0" dirty="0">
                <a:latin typeface="Courier New" panose="02070309020205020404" pitchFamily="49" charset="0"/>
              </a:endParaRPr>
            </a:p>
            <a:p>
              <a:pPr eaLnBrk="1" hangingPunct="1">
                <a:spcBef>
                  <a:spcPct val="0"/>
                </a:spcBef>
                <a:buClrTx/>
                <a:buSzTx/>
                <a:buFontTx/>
                <a:buNone/>
              </a:pPr>
              <a:r>
                <a:rPr lang="en-US" sz="1600" b="1" noProof="0" dirty="0" err="1">
                  <a:latin typeface="Courier New" panose="02070309020205020404" pitchFamily="49" charset="0"/>
                </a:rPr>
                <a:t>ip</a:t>
              </a:r>
              <a:r>
                <a:rPr lang="en-US" sz="1600" b="1" noProof="0" dirty="0">
                  <a:latin typeface="Courier New" panose="02070309020205020404" pitchFamily="49" charset="0"/>
                </a:rPr>
                <a:t> address add 195.11.14.1/24 dev eth0</a:t>
              </a:r>
            </a:p>
            <a:p>
              <a:pPr eaLnBrk="1" hangingPunct="1">
                <a:spcBef>
                  <a:spcPct val="0"/>
                </a:spcBef>
                <a:buClrTx/>
                <a:buSzTx/>
                <a:buFontTx/>
                <a:buNone/>
              </a:pPr>
              <a:r>
                <a:rPr lang="en-US" sz="1600" b="1" noProof="0" dirty="0" err="1">
                  <a:latin typeface="Courier New" panose="02070309020205020404" pitchFamily="49" charset="0"/>
                </a:rPr>
                <a:t>ip</a:t>
              </a:r>
              <a:r>
                <a:rPr lang="en-US" sz="1600" b="1" noProof="0" dirty="0">
                  <a:latin typeface="Courier New" panose="02070309020205020404" pitchFamily="49" charset="0"/>
                </a:rPr>
                <a:t> address add 100.0.0.9/30 dev eth1</a:t>
              </a:r>
            </a:p>
            <a:p>
              <a:pPr eaLnBrk="1" hangingPunct="1">
                <a:spcBef>
                  <a:spcPct val="0"/>
                </a:spcBef>
                <a:buClrTx/>
                <a:buSzTx/>
                <a:buFontTx/>
                <a:buNone/>
              </a:pPr>
              <a:r>
                <a:rPr lang="en-US" sz="1600" b="1" noProof="0" dirty="0" err="1">
                  <a:latin typeface="Courier New" panose="02070309020205020404" pitchFamily="49" charset="0"/>
                </a:rPr>
                <a:t>ip</a:t>
              </a:r>
              <a:r>
                <a:rPr lang="en-US" sz="1600" b="1" noProof="0" dirty="0">
                  <a:latin typeface="Courier New" panose="02070309020205020404" pitchFamily="49" charset="0"/>
                </a:rPr>
                <a:t> route add 200.1.1.0/24 via 100.0.0.10 dev eth1</a:t>
              </a:r>
            </a:p>
          </p:txBody>
        </p:sp>
        <p:sp>
          <p:nvSpPr>
            <p:cNvPr id="5" name="AutoShape 6">
              <a:extLst>
                <a:ext uri="{FF2B5EF4-FFF2-40B4-BE49-F238E27FC236}">
                  <a16:creationId xmlns:a16="http://schemas.microsoft.com/office/drawing/2014/main" id="{0D9B27AA-E2C8-AD03-8409-CA7762A8748E}"/>
                </a:ext>
              </a:extLst>
            </p:cNvPr>
            <p:cNvSpPr>
              <a:spLocks noChangeArrowheads="1"/>
            </p:cNvSpPr>
            <p:nvPr/>
          </p:nvSpPr>
          <p:spPr bwMode="auto">
            <a:xfrm>
              <a:off x="171" y="3294"/>
              <a:ext cx="1044" cy="227"/>
            </a:xfrm>
            <a:prstGeom prst="foldedCorner">
              <a:avLst>
                <a:gd name="adj" fmla="val 8278"/>
              </a:avLst>
            </a:prstGeom>
            <a:solidFill>
              <a:schemeClr val="accent2"/>
            </a:solidFill>
            <a:ln w="19050">
              <a:solidFill>
                <a:schemeClr val="tx1"/>
              </a:solidFill>
              <a:round/>
              <a:headEnd/>
              <a:tailEnd/>
            </a:ln>
            <a:effectLst/>
            <a:extLst>
              <a:ext uri="{AF507438-7753-43E0-B8FC-AC1667EBCBE1}">
                <a14:hiddenEffects xmlns:a14="http://schemas.microsoft.com/office/drawing/2010/main">
                  <a:effectLst>
                    <a:outerShdw dist="107763" dir="2700000" algn="ctr" rotWithShape="0">
                      <a:schemeClr val="bg2"/>
                    </a:outerShdw>
                  </a:effectLst>
                </a14:hiddenEffects>
              </a:ext>
            </a:extLst>
          </p:spPr>
          <p:txBody>
            <a:bodyPr wrap="none"/>
            <a:lstStyle>
              <a:lvl1pPr>
                <a:spcBef>
                  <a:spcPct val="20000"/>
                </a:spcBef>
                <a:buClr>
                  <a:schemeClr val="tx2"/>
                </a:buClr>
                <a:buSzPct val="7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eaLnBrk="1" hangingPunct="1">
                <a:spcBef>
                  <a:spcPct val="0"/>
                </a:spcBef>
                <a:buClrTx/>
                <a:buSzTx/>
                <a:buFontTx/>
                <a:buNone/>
              </a:pPr>
              <a:r>
                <a:rPr lang="en-US" sz="1600" b="1" noProof="0" dirty="0">
                  <a:latin typeface="Courier New" panose="02070309020205020404" pitchFamily="49" charset="0"/>
                </a:rPr>
                <a:t>r1.startup</a:t>
              </a:r>
            </a:p>
          </p:txBody>
        </p:sp>
      </p:grpSp>
      <p:sp>
        <p:nvSpPr>
          <p:cNvPr id="6" name="AutoShape 195">
            <a:extLst>
              <a:ext uri="{FF2B5EF4-FFF2-40B4-BE49-F238E27FC236}">
                <a16:creationId xmlns:a16="http://schemas.microsoft.com/office/drawing/2014/main" id="{EBEEBC3B-8E4F-BA9F-D07D-4F64B2F4DC8B}"/>
              </a:ext>
            </a:extLst>
          </p:cNvPr>
          <p:cNvSpPr>
            <a:spLocks noChangeArrowheads="1"/>
          </p:cNvSpPr>
          <p:nvPr/>
        </p:nvSpPr>
        <p:spPr bwMode="auto">
          <a:xfrm>
            <a:off x="7824192" y="1238261"/>
            <a:ext cx="3470176" cy="992439"/>
          </a:xfrm>
          <a:prstGeom prst="wedgeRoundRectCallout">
            <a:avLst>
              <a:gd name="adj1" fmla="val -95013"/>
              <a:gd name="adj2" fmla="val 78767"/>
              <a:gd name="adj3" fmla="val 16667"/>
            </a:avLst>
          </a:prstGeom>
          <a:solidFill>
            <a:schemeClr val="accent2"/>
          </a:solidFill>
          <a:ln w="9525">
            <a:solidFill>
              <a:schemeClr val="tx1"/>
            </a:solidFill>
            <a:miter lim="800000"/>
            <a:headEnd/>
            <a:tailEnd/>
          </a:ln>
          <a:effec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noProof="0" dirty="0">
                <a:latin typeface="Tahoma" panose="020B0604030504040204" pitchFamily="34" charset="0"/>
              </a:rPr>
              <a:t>an IPv4 address is assigned to interfaces eth0 and eth1 of router r1</a:t>
            </a:r>
          </a:p>
        </p:txBody>
      </p:sp>
      <p:sp>
        <p:nvSpPr>
          <p:cNvPr id="7" name="AutoShape 195">
            <a:extLst>
              <a:ext uri="{FF2B5EF4-FFF2-40B4-BE49-F238E27FC236}">
                <a16:creationId xmlns:a16="http://schemas.microsoft.com/office/drawing/2014/main" id="{68194D70-ACFE-FE15-1021-F28AC89EBF91}"/>
              </a:ext>
            </a:extLst>
          </p:cNvPr>
          <p:cNvSpPr>
            <a:spLocks noChangeArrowheads="1"/>
          </p:cNvSpPr>
          <p:nvPr/>
        </p:nvSpPr>
        <p:spPr bwMode="auto">
          <a:xfrm>
            <a:off x="8184232" y="2966679"/>
            <a:ext cx="3470176" cy="992439"/>
          </a:xfrm>
          <a:prstGeom prst="wedgeRoundRectCallout">
            <a:avLst>
              <a:gd name="adj1" fmla="val -4485"/>
              <a:gd name="adj2" fmla="val -123029"/>
              <a:gd name="adj3" fmla="val 16667"/>
            </a:avLst>
          </a:prstGeom>
          <a:solidFill>
            <a:schemeClr val="accent2"/>
          </a:solidFill>
          <a:ln w="9525">
            <a:solidFill>
              <a:schemeClr val="tx1"/>
            </a:solidFill>
            <a:miter lim="800000"/>
            <a:headEnd/>
            <a:tailEnd/>
          </a:ln>
          <a:effec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noProof="0" dirty="0">
                <a:latin typeface="Tahoma" panose="020B0604030504040204" pitchFamily="34" charset="0"/>
              </a:rPr>
              <a:t>consequently, the corresponding LANs are considered </a:t>
            </a:r>
            <a:r>
              <a:rPr lang="en-US" i="1" noProof="0" dirty="0">
                <a:latin typeface="Tahoma" panose="020B0604030504040204" pitchFamily="34" charset="0"/>
              </a:rPr>
              <a:t>directly connected</a:t>
            </a:r>
          </a:p>
        </p:txBody>
      </p:sp>
    </p:spTree>
    <p:extLst>
      <p:ext uri="{BB962C8B-B14F-4D97-AF65-F5344CB8AC3E}">
        <p14:creationId xmlns:p14="http://schemas.microsoft.com/office/powerpoint/2010/main" val="302667882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40" name="Rectangle 2">
            <a:extLst>
              <a:ext uri="{FF2B5EF4-FFF2-40B4-BE49-F238E27FC236}">
                <a16:creationId xmlns:a16="http://schemas.microsoft.com/office/drawing/2014/main" id="{CC6EA2F5-910C-88FD-01FC-24F47B583B4D}"/>
              </a:ext>
            </a:extLst>
          </p:cNvPr>
          <p:cNvSpPr>
            <a:spLocks noGrp="1" noChangeArrowheads="1"/>
          </p:cNvSpPr>
          <p:nvPr>
            <p:ph type="title"/>
          </p:nvPr>
        </p:nvSpPr>
        <p:spPr/>
        <p:txBody>
          <a:bodyPr/>
          <a:lstStyle/>
          <a:p>
            <a:pPr eaLnBrk="1" hangingPunct="1"/>
            <a:r>
              <a:rPr lang="en-US" noProof="0" dirty="0"/>
              <a:t>a quick look at the lab</a:t>
            </a:r>
          </a:p>
        </p:txBody>
      </p:sp>
      <p:sp>
        <p:nvSpPr>
          <p:cNvPr id="35" name="Segnaposto data 3">
            <a:extLst>
              <a:ext uri="{FF2B5EF4-FFF2-40B4-BE49-F238E27FC236}">
                <a16:creationId xmlns:a16="http://schemas.microsoft.com/office/drawing/2014/main" id="{F125EA90-53E9-14B7-B4B6-4D19F3B7EEB2}"/>
              </a:ext>
            </a:extLst>
          </p:cNvPr>
          <p:cNvSpPr>
            <a:spLocks noGrp="1"/>
          </p:cNvSpPr>
          <p:nvPr>
            <p:ph type="dt" sz="half" idx="10"/>
          </p:nvPr>
        </p:nvSpPr>
        <p:spPr/>
        <p:txBody>
          <a:bodyPr/>
          <a:lstStyle/>
          <a:p>
            <a:pPr>
              <a:defRPr/>
            </a:pPr>
            <a:r>
              <a:rPr lang="en-US" noProof="0"/>
              <a:t>last update: Oct 2026</a:t>
            </a:r>
            <a:endParaRPr lang="en-US" noProof="0" dirty="0"/>
          </a:p>
        </p:txBody>
      </p:sp>
      <p:sp>
        <p:nvSpPr>
          <p:cNvPr id="36" name="Segnaposto piè di pagina 4">
            <a:extLst>
              <a:ext uri="{FF2B5EF4-FFF2-40B4-BE49-F238E27FC236}">
                <a16:creationId xmlns:a16="http://schemas.microsoft.com/office/drawing/2014/main" id="{0F6BD11E-0452-434B-0388-398331CC0456}"/>
              </a:ext>
            </a:extLst>
          </p:cNvPr>
          <p:cNvSpPr>
            <a:spLocks noGrp="1"/>
          </p:cNvSpPr>
          <p:nvPr>
            <p:ph type="ftr" sz="quarter" idx="11"/>
          </p:nvPr>
        </p:nvSpPr>
        <p:spPr/>
        <p:txBody>
          <a:bodyPr/>
          <a:lstStyle/>
          <a:p>
            <a:pPr>
              <a:defRPr/>
            </a:pPr>
            <a:r>
              <a:rPr lang="en-US" noProof="0" dirty="0"/>
              <a:t>kathara – [ lab: basic-ipv4 ]</a:t>
            </a:r>
          </a:p>
        </p:txBody>
      </p:sp>
      <p:sp>
        <p:nvSpPr>
          <p:cNvPr id="3" name="AutoShape 298">
            <a:extLst>
              <a:ext uri="{FF2B5EF4-FFF2-40B4-BE49-F238E27FC236}">
                <a16:creationId xmlns:a16="http://schemas.microsoft.com/office/drawing/2014/main" id="{CC63ECA7-644C-9B47-8645-7CB97EABBBF6}"/>
              </a:ext>
            </a:extLst>
          </p:cNvPr>
          <p:cNvSpPr>
            <a:spLocks noChangeArrowheads="1"/>
          </p:cNvSpPr>
          <p:nvPr/>
        </p:nvSpPr>
        <p:spPr bwMode="auto">
          <a:xfrm>
            <a:off x="4295800" y="5211142"/>
            <a:ext cx="3672408" cy="817194"/>
          </a:xfrm>
          <a:prstGeom prst="foldedCorner">
            <a:avLst>
              <a:gd name="adj" fmla="val 12500"/>
            </a:avLst>
          </a:prstGeom>
          <a:solidFill>
            <a:schemeClr val="accent2"/>
          </a:solidFill>
          <a:ln w="9525">
            <a:solidFill>
              <a:schemeClr val="tx1"/>
            </a:solidFill>
            <a:round/>
            <a:headEnd/>
            <a:tailEnd/>
          </a:ln>
          <a:effectLst/>
        </p:spPr>
        <p:txBody>
          <a:bodyPr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noProof="0" dirty="0">
                <a:latin typeface="Tahoma" panose="020B0604030504040204" pitchFamily="34" charset="0"/>
              </a:rPr>
              <a:t>similar configuration for router r2</a:t>
            </a:r>
          </a:p>
        </p:txBody>
      </p:sp>
      <p:sp>
        <p:nvSpPr>
          <p:cNvPr id="4" name="AutoShape 195">
            <a:extLst>
              <a:ext uri="{FF2B5EF4-FFF2-40B4-BE49-F238E27FC236}">
                <a16:creationId xmlns:a16="http://schemas.microsoft.com/office/drawing/2014/main" id="{2E2DFB0E-3B67-B4B6-8EFE-F32CFEF2702C}"/>
              </a:ext>
            </a:extLst>
          </p:cNvPr>
          <p:cNvSpPr>
            <a:spLocks noChangeArrowheads="1"/>
          </p:cNvSpPr>
          <p:nvPr/>
        </p:nvSpPr>
        <p:spPr bwMode="auto">
          <a:xfrm>
            <a:off x="581878" y="3959118"/>
            <a:ext cx="3470176" cy="992439"/>
          </a:xfrm>
          <a:prstGeom prst="wedgeRoundRectCallout">
            <a:avLst>
              <a:gd name="adj1" fmla="val -4485"/>
              <a:gd name="adj2" fmla="val -123029"/>
              <a:gd name="adj3" fmla="val 16667"/>
            </a:avLst>
          </a:prstGeom>
          <a:solidFill>
            <a:schemeClr val="accent2"/>
          </a:solidFill>
          <a:ln w="9525">
            <a:solidFill>
              <a:schemeClr val="tx1"/>
            </a:solidFill>
            <a:miter lim="800000"/>
            <a:headEnd/>
            <a:tailEnd/>
          </a:ln>
          <a:effec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noProof="0" dirty="0">
                <a:latin typeface="Tahoma" panose="020B0604030504040204" pitchFamily="34" charset="0"/>
              </a:rPr>
              <a:t>a row is added to the routing table on how to reach a LAN that is not directly connected</a:t>
            </a:r>
          </a:p>
        </p:txBody>
      </p:sp>
      <p:grpSp>
        <p:nvGrpSpPr>
          <p:cNvPr id="5" name="Group 4">
            <a:extLst>
              <a:ext uri="{FF2B5EF4-FFF2-40B4-BE49-F238E27FC236}">
                <a16:creationId xmlns:a16="http://schemas.microsoft.com/office/drawing/2014/main" id="{E7A4711A-7F56-033A-C1CF-FA6BF7E39ACE}"/>
              </a:ext>
            </a:extLst>
          </p:cNvPr>
          <p:cNvGrpSpPr>
            <a:grpSpLocks/>
          </p:cNvGrpSpPr>
          <p:nvPr/>
        </p:nvGrpSpPr>
        <p:grpSpPr bwMode="auto">
          <a:xfrm>
            <a:off x="1559496" y="1653706"/>
            <a:ext cx="9434513" cy="1430338"/>
            <a:chOff x="126" y="3294"/>
            <a:chExt cx="5943" cy="901"/>
          </a:xfrm>
        </p:grpSpPr>
        <p:sp>
          <p:nvSpPr>
            <p:cNvPr id="6" name="AutoShape 5">
              <a:extLst>
                <a:ext uri="{FF2B5EF4-FFF2-40B4-BE49-F238E27FC236}">
                  <a16:creationId xmlns:a16="http://schemas.microsoft.com/office/drawing/2014/main" id="{24756F09-E55B-620E-5533-28564B845526}"/>
                </a:ext>
              </a:extLst>
            </p:cNvPr>
            <p:cNvSpPr>
              <a:spLocks noChangeArrowheads="1"/>
            </p:cNvSpPr>
            <p:nvPr/>
          </p:nvSpPr>
          <p:spPr bwMode="auto">
            <a:xfrm>
              <a:off x="126" y="3475"/>
              <a:ext cx="5943" cy="720"/>
            </a:xfrm>
            <a:prstGeom prst="foldedCorner">
              <a:avLst>
                <a:gd name="adj" fmla="val 8278"/>
              </a:avLst>
            </a:prstGeom>
            <a:solidFill>
              <a:schemeClr val="bg1"/>
            </a:solidFill>
            <a:ln w="19050">
              <a:solidFill>
                <a:schemeClr val="tx1"/>
              </a:solidFill>
              <a:round/>
              <a:headEnd/>
              <a:tailEnd/>
            </a:ln>
            <a:effectLst>
              <a:outerShdw dist="107763" dir="2700000" algn="ctr" rotWithShape="0">
                <a:schemeClr val="bg2"/>
              </a:outerShdw>
            </a:effectLst>
          </p:spPr>
          <p:txBody>
            <a:bodyPr wrap="none"/>
            <a:lstStyle>
              <a:lvl1pPr>
                <a:spcBef>
                  <a:spcPct val="20000"/>
                </a:spcBef>
                <a:buClr>
                  <a:schemeClr val="tx2"/>
                </a:buClr>
                <a:buSzPct val="7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eaLnBrk="1" hangingPunct="1">
                <a:spcBef>
                  <a:spcPct val="0"/>
                </a:spcBef>
                <a:buClrTx/>
                <a:buSzTx/>
                <a:buFontTx/>
                <a:buNone/>
              </a:pPr>
              <a:endParaRPr lang="en-US" sz="1600" b="1" noProof="0" dirty="0">
                <a:latin typeface="Courier New" panose="02070309020205020404" pitchFamily="49" charset="0"/>
              </a:endParaRPr>
            </a:p>
            <a:p>
              <a:pPr eaLnBrk="1" hangingPunct="1">
                <a:spcBef>
                  <a:spcPct val="0"/>
                </a:spcBef>
                <a:buClrTx/>
                <a:buSzTx/>
                <a:buFontTx/>
                <a:buNone/>
              </a:pPr>
              <a:r>
                <a:rPr lang="en-US" sz="1600" b="1" noProof="0" dirty="0" err="1">
                  <a:latin typeface="Courier New" panose="02070309020205020404" pitchFamily="49" charset="0"/>
                </a:rPr>
                <a:t>ip</a:t>
              </a:r>
              <a:r>
                <a:rPr lang="en-US" sz="1600" b="1" noProof="0" dirty="0">
                  <a:latin typeface="Courier New" panose="02070309020205020404" pitchFamily="49" charset="0"/>
                </a:rPr>
                <a:t> address add 195.11.14.1/24 dev eth0</a:t>
              </a:r>
            </a:p>
            <a:p>
              <a:pPr eaLnBrk="1" hangingPunct="1">
                <a:spcBef>
                  <a:spcPct val="0"/>
                </a:spcBef>
                <a:buClrTx/>
                <a:buSzTx/>
                <a:buFontTx/>
                <a:buNone/>
              </a:pPr>
              <a:r>
                <a:rPr lang="en-US" sz="1600" b="1" noProof="0" dirty="0" err="1">
                  <a:latin typeface="Courier New" panose="02070309020205020404" pitchFamily="49" charset="0"/>
                </a:rPr>
                <a:t>ip</a:t>
              </a:r>
              <a:r>
                <a:rPr lang="en-US" sz="1600" b="1" noProof="0" dirty="0">
                  <a:latin typeface="Courier New" panose="02070309020205020404" pitchFamily="49" charset="0"/>
                </a:rPr>
                <a:t> address add 100.0.0.9/30 dev eth1</a:t>
              </a:r>
            </a:p>
            <a:p>
              <a:pPr eaLnBrk="1" hangingPunct="1">
                <a:spcBef>
                  <a:spcPct val="0"/>
                </a:spcBef>
                <a:buClrTx/>
                <a:buSzTx/>
                <a:buFontTx/>
                <a:buNone/>
              </a:pPr>
              <a:r>
                <a:rPr lang="en-US" sz="1600" b="1" noProof="0" dirty="0" err="1">
                  <a:latin typeface="Courier New" panose="02070309020205020404" pitchFamily="49" charset="0"/>
                </a:rPr>
                <a:t>ip</a:t>
              </a:r>
              <a:r>
                <a:rPr lang="en-US" sz="1600" b="1" noProof="0" dirty="0">
                  <a:latin typeface="Courier New" panose="02070309020205020404" pitchFamily="49" charset="0"/>
                </a:rPr>
                <a:t> route add 200.1.1.0/24 via 100.0.0.10 dev eth1</a:t>
              </a:r>
            </a:p>
          </p:txBody>
        </p:sp>
        <p:sp>
          <p:nvSpPr>
            <p:cNvPr id="7" name="AutoShape 6">
              <a:extLst>
                <a:ext uri="{FF2B5EF4-FFF2-40B4-BE49-F238E27FC236}">
                  <a16:creationId xmlns:a16="http://schemas.microsoft.com/office/drawing/2014/main" id="{411CF528-E7E1-11C9-F085-2C3EA63B4B01}"/>
                </a:ext>
              </a:extLst>
            </p:cNvPr>
            <p:cNvSpPr>
              <a:spLocks noChangeArrowheads="1"/>
            </p:cNvSpPr>
            <p:nvPr/>
          </p:nvSpPr>
          <p:spPr bwMode="auto">
            <a:xfrm>
              <a:off x="171" y="3294"/>
              <a:ext cx="1044" cy="227"/>
            </a:xfrm>
            <a:prstGeom prst="foldedCorner">
              <a:avLst>
                <a:gd name="adj" fmla="val 8278"/>
              </a:avLst>
            </a:prstGeom>
            <a:solidFill>
              <a:schemeClr val="accent2"/>
            </a:solidFill>
            <a:ln w="19050">
              <a:solidFill>
                <a:schemeClr val="tx1"/>
              </a:solidFill>
              <a:round/>
              <a:headEnd/>
              <a:tailEnd/>
            </a:ln>
            <a:effectLst/>
            <a:extLst>
              <a:ext uri="{AF507438-7753-43E0-B8FC-AC1667EBCBE1}">
                <a14:hiddenEffects xmlns:a14="http://schemas.microsoft.com/office/drawing/2010/main">
                  <a:effectLst>
                    <a:outerShdw dist="107763" dir="2700000" algn="ctr" rotWithShape="0">
                      <a:schemeClr val="bg2"/>
                    </a:outerShdw>
                  </a:effectLst>
                </a14:hiddenEffects>
              </a:ext>
            </a:extLst>
          </p:spPr>
          <p:txBody>
            <a:bodyPr wrap="none"/>
            <a:lstStyle>
              <a:lvl1pPr>
                <a:spcBef>
                  <a:spcPct val="20000"/>
                </a:spcBef>
                <a:buClr>
                  <a:schemeClr val="tx2"/>
                </a:buClr>
                <a:buSzPct val="7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eaLnBrk="1" hangingPunct="1">
                <a:spcBef>
                  <a:spcPct val="0"/>
                </a:spcBef>
                <a:buClrTx/>
                <a:buSzTx/>
                <a:buFontTx/>
                <a:buNone/>
              </a:pPr>
              <a:r>
                <a:rPr lang="en-US" sz="1600" b="1" noProof="0" dirty="0">
                  <a:latin typeface="Courier New" panose="02070309020205020404" pitchFamily="49" charset="0"/>
                </a:rPr>
                <a:t>r1.startup</a:t>
              </a:r>
            </a:p>
          </p:txBody>
        </p:sp>
      </p:grpSp>
      <p:sp>
        <p:nvSpPr>
          <p:cNvPr id="8" name="AutoShape 195">
            <a:extLst>
              <a:ext uri="{FF2B5EF4-FFF2-40B4-BE49-F238E27FC236}">
                <a16:creationId xmlns:a16="http://schemas.microsoft.com/office/drawing/2014/main" id="{71F2F845-A538-6E0C-20F6-752F9F5DEE43}"/>
              </a:ext>
            </a:extLst>
          </p:cNvPr>
          <p:cNvSpPr>
            <a:spLocks noChangeArrowheads="1"/>
          </p:cNvSpPr>
          <p:nvPr/>
        </p:nvSpPr>
        <p:spPr bwMode="auto">
          <a:xfrm>
            <a:off x="7824192" y="1238261"/>
            <a:ext cx="3470176" cy="992439"/>
          </a:xfrm>
          <a:prstGeom prst="wedgeRoundRectCallout">
            <a:avLst>
              <a:gd name="adj1" fmla="val -95013"/>
              <a:gd name="adj2" fmla="val 78767"/>
              <a:gd name="adj3" fmla="val 16667"/>
            </a:avLst>
          </a:prstGeom>
          <a:solidFill>
            <a:schemeClr val="accent2"/>
          </a:solidFill>
          <a:ln w="9525">
            <a:solidFill>
              <a:schemeClr val="tx1"/>
            </a:solidFill>
            <a:miter lim="800000"/>
            <a:headEnd/>
            <a:tailEnd/>
          </a:ln>
          <a:effec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noProof="0" dirty="0">
                <a:latin typeface="Tahoma" panose="020B0604030504040204" pitchFamily="34" charset="0"/>
              </a:rPr>
              <a:t>an IPv4 address is assigned to interfaces eth0 and eth1 of router r1</a:t>
            </a:r>
          </a:p>
        </p:txBody>
      </p:sp>
      <p:sp>
        <p:nvSpPr>
          <p:cNvPr id="10" name="AutoShape 195">
            <a:extLst>
              <a:ext uri="{FF2B5EF4-FFF2-40B4-BE49-F238E27FC236}">
                <a16:creationId xmlns:a16="http://schemas.microsoft.com/office/drawing/2014/main" id="{964C8278-C504-460F-0D99-94CA241EF14B}"/>
              </a:ext>
            </a:extLst>
          </p:cNvPr>
          <p:cNvSpPr>
            <a:spLocks noChangeArrowheads="1"/>
          </p:cNvSpPr>
          <p:nvPr/>
        </p:nvSpPr>
        <p:spPr bwMode="auto">
          <a:xfrm>
            <a:off x="8184232" y="2966679"/>
            <a:ext cx="3470176" cy="992439"/>
          </a:xfrm>
          <a:prstGeom prst="wedgeRoundRectCallout">
            <a:avLst>
              <a:gd name="adj1" fmla="val -4485"/>
              <a:gd name="adj2" fmla="val -123029"/>
              <a:gd name="adj3" fmla="val 16667"/>
            </a:avLst>
          </a:prstGeom>
          <a:solidFill>
            <a:schemeClr val="accent2"/>
          </a:solidFill>
          <a:ln w="9525">
            <a:solidFill>
              <a:schemeClr val="tx1"/>
            </a:solidFill>
            <a:miter lim="800000"/>
            <a:headEnd/>
            <a:tailEnd/>
          </a:ln>
          <a:effec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noProof="0" dirty="0">
                <a:latin typeface="Tahoma" panose="020B0604030504040204" pitchFamily="34" charset="0"/>
              </a:rPr>
              <a:t>consequently, the corresponding LANs are considered </a:t>
            </a:r>
            <a:r>
              <a:rPr lang="en-US" i="1" noProof="0" dirty="0">
                <a:latin typeface="Tahoma" panose="020B0604030504040204" pitchFamily="34" charset="0"/>
              </a:rPr>
              <a:t>directly connected</a:t>
            </a:r>
          </a:p>
        </p:txBody>
      </p:sp>
    </p:spTree>
    <p:extLst>
      <p:ext uri="{BB962C8B-B14F-4D97-AF65-F5344CB8AC3E}">
        <p14:creationId xmlns:p14="http://schemas.microsoft.com/office/powerpoint/2010/main" val="43050697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4" name="Rectangle 2">
            <a:extLst>
              <a:ext uri="{FF2B5EF4-FFF2-40B4-BE49-F238E27FC236}">
                <a16:creationId xmlns:a16="http://schemas.microsoft.com/office/drawing/2014/main" id="{5048A1F2-5C45-6A00-DD4F-55B7811CEF07}"/>
              </a:ext>
            </a:extLst>
          </p:cNvPr>
          <p:cNvSpPr>
            <a:spLocks noGrp="1" noChangeArrowheads="1"/>
          </p:cNvSpPr>
          <p:nvPr>
            <p:ph type="title"/>
          </p:nvPr>
        </p:nvSpPr>
        <p:spPr/>
        <p:txBody>
          <a:bodyPr/>
          <a:lstStyle/>
          <a:p>
            <a:pPr eaLnBrk="1" hangingPunct="1"/>
            <a:r>
              <a:rPr lang="en-US" noProof="0" dirty="0"/>
              <a:t>start the lab</a:t>
            </a:r>
          </a:p>
        </p:txBody>
      </p:sp>
      <p:sp>
        <p:nvSpPr>
          <p:cNvPr id="15365" name="Rectangle 10">
            <a:extLst>
              <a:ext uri="{FF2B5EF4-FFF2-40B4-BE49-F238E27FC236}">
                <a16:creationId xmlns:a16="http://schemas.microsoft.com/office/drawing/2014/main" id="{9E8474A1-F0E0-051B-8381-CF6CA95C8155}"/>
              </a:ext>
            </a:extLst>
          </p:cNvPr>
          <p:cNvSpPr>
            <a:spLocks noGrp="1" noChangeArrowheads="1"/>
          </p:cNvSpPr>
          <p:nvPr>
            <p:ph idx="1"/>
          </p:nvPr>
        </p:nvSpPr>
        <p:spPr/>
        <p:txBody>
          <a:bodyPr/>
          <a:lstStyle/>
          <a:p>
            <a:pPr eaLnBrk="1" hangingPunct="1"/>
            <a:r>
              <a:rPr lang="en-US" noProof="0" dirty="0"/>
              <a:t>start the lab</a:t>
            </a:r>
          </a:p>
        </p:txBody>
      </p:sp>
      <p:sp>
        <p:nvSpPr>
          <p:cNvPr id="35" name="Segnaposto data 3">
            <a:extLst>
              <a:ext uri="{FF2B5EF4-FFF2-40B4-BE49-F238E27FC236}">
                <a16:creationId xmlns:a16="http://schemas.microsoft.com/office/drawing/2014/main" id="{A12683A1-01FE-1FB6-B438-C5DDF5D2FE4A}"/>
              </a:ext>
            </a:extLst>
          </p:cNvPr>
          <p:cNvSpPr>
            <a:spLocks noGrp="1"/>
          </p:cNvSpPr>
          <p:nvPr>
            <p:ph type="dt" sz="half" idx="10"/>
          </p:nvPr>
        </p:nvSpPr>
        <p:spPr/>
        <p:txBody>
          <a:bodyPr/>
          <a:lstStyle/>
          <a:p>
            <a:pPr>
              <a:defRPr/>
            </a:pPr>
            <a:r>
              <a:rPr lang="en-US" noProof="0"/>
              <a:t>last update: Oct 2026</a:t>
            </a:r>
            <a:endParaRPr lang="en-US" noProof="0" dirty="0"/>
          </a:p>
        </p:txBody>
      </p:sp>
      <p:sp>
        <p:nvSpPr>
          <p:cNvPr id="36" name="Segnaposto piè di pagina 4">
            <a:extLst>
              <a:ext uri="{FF2B5EF4-FFF2-40B4-BE49-F238E27FC236}">
                <a16:creationId xmlns:a16="http://schemas.microsoft.com/office/drawing/2014/main" id="{B223D273-6EF3-25BA-0823-38023E3593F3}"/>
              </a:ext>
            </a:extLst>
          </p:cNvPr>
          <p:cNvSpPr>
            <a:spLocks noGrp="1"/>
          </p:cNvSpPr>
          <p:nvPr>
            <p:ph type="ftr" sz="quarter" idx="11"/>
          </p:nvPr>
        </p:nvSpPr>
        <p:spPr/>
        <p:txBody>
          <a:bodyPr/>
          <a:lstStyle/>
          <a:p>
            <a:pPr>
              <a:defRPr/>
            </a:pPr>
            <a:r>
              <a:rPr lang="en-US" noProof="0" dirty="0"/>
              <a:t>kathara – [ lab: basic-ipv4 ]</a:t>
            </a:r>
          </a:p>
        </p:txBody>
      </p:sp>
      <p:grpSp>
        <p:nvGrpSpPr>
          <p:cNvPr id="31" name="Group 1">
            <a:extLst>
              <a:ext uri="{FF2B5EF4-FFF2-40B4-BE49-F238E27FC236}">
                <a16:creationId xmlns:a16="http://schemas.microsoft.com/office/drawing/2014/main" id="{69100273-5D66-9DC4-FFF8-3C9BABEB047A}"/>
              </a:ext>
            </a:extLst>
          </p:cNvPr>
          <p:cNvGrpSpPr/>
          <p:nvPr/>
        </p:nvGrpSpPr>
        <p:grpSpPr>
          <a:xfrm>
            <a:off x="1899569" y="2726427"/>
            <a:ext cx="8392862" cy="1711820"/>
            <a:chOff x="3196212" y="2378845"/>
            <a:chExt cx="8392862" cy="1711820"/>
          </a:xfrm>
        </p:grpSpPr>
        <p:sp>
          <p:nvSpPr>
            <p:cNvPr id="32" name="Rectangle 4">
              <a:extLst>
                <a:ext uri="{FF2B5EF4-FFF2-40B4-BE49-F238E27FC236}">
                  <a16:creationId xmlns:a16="http://schemas.microsoft.com/office/drawing/2014/main" id="{B4BB8A35-1BC1-75A2-F7EE-281BFCF3A124}"/>
                </a:ext>
              </a:extLst>
            </p:cNvPr>
            <p:cNvSpPr/>
            <p:nvPr/>
          </p:nvSpPr>
          <p:spPr>
            <a:xfrm>
              <a:off x="3205007" y="2632080"/>
              <a:ext cx="8384067" cy="1458585"/>
            </a:xfrm>
            <a:prstGeom prst="rect">
              <a:avLst/>
            </a:prstGeom>
            <a:solidFill>
              <a:sysClr val="windowText" lastClr="000000"/>
            </a:solidFill>
            <a:ln w="57150" cap="flat" cmpd="sng" algn="ctr">
              <a:solidFill>
                <a:srgbClr val="4472C4"/>
              </a:solidFill>
              <a:prstDash val="solid"/>
              <a:miter lim="800000"/>
            </a:ln>
            <a:effectLst>
              <a:outerShdw blurRad="50800" dist="38100" dir="2700000" algn="tl" rotWithShape="0">
                <a:prstClr val="black">
                  <a:alpha val="40000"/>
                </a:prstClr>
              </a:outerShdw>
            </a:effectLst>
          </p:spPr>
          <p:txBody>
            <a:bodyPr rtlCol="0" anchor="t"/>
            <a:lstStyle/>
            <a:p>
              <a:pPr eaLnBrk="1" hangingPunct="1"/>
              <a:r>
                <a:rPr lang="en-US" noProof="0" dirty="0" err="1">
                  <a:solidFill>
                    <a:schemeClr val="bg2">
                      <a:lumMod val="60000"/>
                      <a:lumOff val="40000"/>
                    </a:schemeClr>
                  </a:solidFill>
                  <a:latin typeface="Lucida Console" panose="020B0609040504020204" pitchFamily="49" charset="0"/>
                </a:rPr>
                <a:t>user@localhost</a:t>
              </a:r>
              <a:r>
                <a:rPr lang="en-US" noProof="0" dirty="0">
                  <a:solidFill>
                    <a:schemeClr val="bg2">
                      <a:lumMod val="60000"/>
                      <a:lumOff val="40000"/>
                    </a:schemeClr>
                  </a:solidFill>
                  <a:latin typeface="Lucida Console" panose="020B0609040504020204" pitchFamily="49" charset="0"/>
                </a:rPr>
                <a:t>:~$ </a:t>
              </a:r>
              <a:r>
                <a:rPr lang="en-US" b="1" noProof="0" dirty="0">
                  <a:solidFill>
                    <a:schemeClr val="bg1"/>
                  </a:solidFill>
                  <a:latin typeface="Lucida Console" panose="020B0609040504020204" pitchFamily="49" charset="0"/>
                </a:rPr>
                <a:t>cd kathara-lab_basic-ipv4</a:t>
              </a:r>
            </a:p>
            <a:p>
              <a:pPr eaLnBrk="1" hangingPunct="1"/>
              <a:r>
                <a:rPr lang="en-US" noProof="0" dirty="0" err="1">
                  <a:solidFill>
                    <a:schemeClr val="bg2">
                      <a:lumMod val="60000"/>
                      <a:lumOff val="40000"/>
                    </a:schemeClr>
                  </a:solidFill>
                  <a:latin typeface="Lucida Console" panose="020B0609040504020204" pitchFamily="49" charset="0"/>
                </a:rPr>
                <a:t>user@localhost</a:t>
              </a:r>
              <a:r>
                <a:rPr lang="en-US" noProof="0" dirty="0">
                  <a:solidFill>
                    <a:schemeClr val="bg2">
                      <a:lumMod val="60000"/>
                      <a:lumOff val="40000"/>
                    </a:schemeClr>
                  </a:solidFill>
                  <a:latin typeface="Lucida Console" panose="020B0609040504020204" pitchFamily="49" charset="0"/>
                </a:rPr>
                <a:t>:~/kathara-lab_basic-ipv4$ </a:t>
              </a:r>
              <a:r>
                <a:rPr lang="en-US" b="1" noProof="0" dirty="0">
                  <a:solidFill>
                    <a:schemeClr val="bg1"/>
                  </a:solidFill>
                  <a:latin typeface="Lucida Console" panose="020B0609040504020204" pitchFamily="49" charset="0"/>
                </a:rPr>
                <a:t>kathara </a:t>
              </a:r>
              <a:r>
                <a:rPr lang="en-US" b="1" noProof="0" dirty="0" err="1">
                  <a:solidFill>
                    <a:schemeClr val="bg1"/>
                  </a:solidFill>
                  <a:latin typeface="Lucida Console" panose="020B0609040504020204" pitchFamily="49" charset="0"/>
                </a:rPr>
                <a:t>lstart</a:t>
              </a:r>
              <a:endParaRPr lang="en-US" b="1" noProof="0" dirty="0">
                <a:solidFill>
                  <a:schemeClr val="bg1"/>
                </a:solidFill>
                <a:latin typeface="Lucida Console" panose="020B0609040504020204" pitchFamily="49" charset="0"/>
              </a:endParaRPr>
            </a:p>
          </p:txBody>
        </p:sp>
        <p:sp>
          <p:nvSpPr>
            <p:cNvPr id="33" name="Rectangle 5">
              <a:extLst>
                <a:ext uri="{FF2B5EF4-FFF2-40B4-BE49-F238E27FC236}">
                  <a16:creationId xmlns:a16="http://schemas.microsoft.com/office/drawing/2014/main" id="{CA68D0C4-8822-F71F-E160-A1723CF14E31}"/>
                </a:ext>
              </a:extLst>
            </p:cNvPr>
            <p:cNvSpPr/>
            <p:nvPr/>
          </p:nvSpPr>
          <p:spPr>
            <a:xfrm>
              <a:off x="3196212" y="2378845"/>
              <a:ext cx="8384067" cy="286249"/>
            </a:xfrm>
            <a:prstGeom prst="rect">
              <a:avLst/>
            </a:prstGeom>
            <a:solidFill>
              <a:srgbClr val="4472C4"/>
            </a:solidFill>
            <a:ln w="57150" cap="flat" cmpd="sng" algn="ctr">
              <a:solidFill>
                <a:srgbClr val="4472C4"/>
              </a:solidFill>
              <a:prstDash val="solid"/>
              <a:miter lim="800000"/>
            </a:ln>
            <a:effectLst>
              <a:outerShdw blurRad="50800" dist="25400" algn="l" rotWithShape="0">
                <a:prstClr val="black">
                  <a:alpha val="32000"/>
                </a:prstClr>
              </a:outerShdw>
            </a:effectLst>
          </p:spPr>
          <p:txBody>
            <a:bodyPr rtlCol="0" anchor="ctr"/>
            <a:lstStyle/>
            <a:p>
              <a:pPr algn="ctr" eaLnBrk="1" fontAlgn="auto" hangingPunct="1">
                <a:spcBef>
                  <a:spcPts val="0"/>
                </a:spcBef>
                <a:spcAft>
                  <a:spcPts val="0"/>
                </a:spcAft>
                <a:defRPr/>
              </a:pPr>
              <a:endParaRPr lang="en-US" kern="0" noProof="0" dirty="0">
                <a:solidFill>
                  <a:prstClr val="white"/>
                </a:solidFill>
                <a:latin typeface="Calibri" panose="020F0502020204030204"/>
              </a:endParaRPr>
            </a:p>
          </p:txBody>
        </p:sp>
        <p:grpSp>
          <p:nvGrpSpPr>
            <p:cNvPr id="34" name="Group 14">
              <a:extLst>
                <a:ext uri="{FF2B5EF4-FFF2-40B4-BE49-F238E27FC236}">
                  <a16:creationId xmlns:a16="http://schemas.microsoft.com/office/drawing/2014/main" id="{BA2528EF-66D1-9D13-DC75-9F5124A1D65E}"/>
                </a:ext>
              </a:extLst>
            </p:cNvPr>
            <p:cNvGrpSpPr/>
            <p:nvPr/>
          </p:nvGrpSpPr>
          <p:grpSpPr>
            <a:xfrm>
              <a:off x="10920536" y="2466851"/>
              <a:ext cx="581348" cy="126235"/>
              <a:chOff x="8092857" y="2115830"/>
              <a:chExt cx="581348" cy="126235"/>
            </a:xfrm>
          </p:grpSpPr>
          <p:sp>
            <p:nvSpPr>
              <p:cNvPr id="37" name="Rectangle 15">
                <a:extLst>
                  <a:ext uri="{FF2B5EF4-FFF2-40B4-BE49-F238E27FC236}">
                    <a16:creationId xmlns:a16="http://schemas.microsoft.com/office/drawing/2014/main" id="{4901800A-56DC-880B-E51D-C3E050753F7C}"/>
                  </a:ext>
                </a:extLst>
              </p:cNvPr>
              <p:cNvSpPr>
                <a:spLocks noChangeAspect="1"/>
              </p:cNvSpPr>
              <p:nvPr/>
            </p:nvSpPr>
            <p:spPr>
              <a:xfrm>
                <a:off x="8548205" y="2116065"/>
                <a:ext cx="126000" cy="126000"/>
              </a:xfrm>
              <a:prstGeom prst="rect">
                <a:avLst/>
              </a:prstGeom>
              <a:solidFill>
                <a:srgbClr val="FF0000">
                  <a:alpha val="50196"/>
                </a:srgbClr>
              </a:solidFill>
              <a:ln w="12700" cap="flat" cmpd="sng" algn="ctr">
                <a:solidFill>
                  <a:srgbClr val="4472C4">
                    <a:shade val="50000"/>
                  </a:srgbClr>
                </a:solidFill>
                <a:prstDash val="solid"/>
                <a:miter lim="800000"/>
              </a:ln>
              <a:effectLst/>
            </p:spPr>
            <p:txBody>
              <a:bodyPr rtlCol="0" anchor="ctr"/>
              <a:lstStyle/>
              <a:p>
                <a:pPr algn="ctr" eaLnBrk="1" fontAlgn="auto" hangingPunct="1">
                  <a:spcBef>
                    <a:spcPts val="0"/>
                  </a:spcBef>
                  <a:spcAft>
                    <a:spcPts val="0"/>
                  </a:spcAft>
                  <a:defRPr/>
                </a:pPr>
                <a:endParaRPr lang="en-US" kern="0" noProof="0" dirty="0">
                  <a:solidFill>
                    <a:prstClr val="white"/>
                  </a:solidFill>
                  <a:latin typeface="Calibri" panose="020F0502020204030204"/>
                </a:endParaRPr>
              </a:p>
            </p:txBody>
          </p:sp>
          <p:sp>
            <p:nvSpPr>
              <p:cNvPr id="38" name="Rectangle 16">
                <a:extLst>
                  <a:ext uri="{FF2B5EF4-FFF2-40B4-BE49-F238E27FC236}">
                    <a16:creationId xmlns:a16="http://schemas.microsoft.com/office/drawing/2014/main" id="{E6965C12-AEA6-19EE-6E2D-5FEBF9E6FF34}"/>
                  </a:ext>
                </a:extLst>
              </p:cNvPr>
              <p:cNvSpPr>
                <a:spLocks noChangeAspect="1"/>
              </p:cNvSpPr>
              <p:nvPr/>
            </p:nvSpPr>
            <p:spPr>
              <a:xfrm>
                <a:off x="8092857" y="2115830"/>
                <a:ext cx="126235" cy="126235"/>
              </a:xfrm>
              <a:prstGeom prst="rect">
                <a:avLst/>
              </a:prstGeom>
              <a:solidFill>
                <a:srgbClr val="4472C4">
                  <a:lumMod val="60000"/>
                  <a:lumOff val="40000"/>
                </a:srgbClr>
              </a:solidFill>
              <a:ln w="12700" cap="flat" cmpd="sng" algn="ctr">
                <a:solidFill>
                  <a:srgbClr val="4472C4">
                    <a:shade val="50000"/>
                  </a:srgbClr>
                </a:solidFill>
                <a:prstDash val="solid"/>
                <a:miter lim="800000"/>
              </a:ln>
              <a:effectLst/>
            </p:spPr>
            <p:txBody>
              <a:bodyPr rtlCol="0" anchor="ctr"/>
              <a:lstStyle/>
              <a:p>
                <a:pPr algn="r" eaLnBrk="1" fontAlgn="auto" hangingPunct="1">
                  <a:spcBef>
                    <a:spcPts val="0"/>
                  </a:spcBef>
                  <a:spcAft>
                    <a:spcPts val="0"/>
                  </a:spcAft>
                  <a:defRPr/>
                </a:pPr>
                <a:endParaRPr lang="en-US" kern="0" noProof="0" dirty="0">
                  <a:solidFill>
                    <a:prstClr val="white"/>
                  </a:solidFill>
                  <a:latin typeface="Calibri" panose="020F0502020204030204"/>
                </a:endParaRPr>
              </a:p>
            </p:txBody>
          </p:sp>
          <p:sp>
            <p:nvSpPr>
              <p:cNvPr id="39" name="Rectangle 17">
                <a:extLst>
                  <a:ext uri="{FF2B5EF4-FFF2-40B4-BE49-F238E27FC236}">
                    <a16:creationId xmlns:a16="http://schemas.microsoft.com/office/drawing/2014/main" id="{669D9C7F-7E7B-1C23-4E17-24B0859905C3}"/>
                  </a:ext>
                </a:extLst>
              </p:cNvPr>
              <p:cNvSpPr>
                <a:spLocks noChangeAspect="1"/>
              </p:cNvSpPr>
              <p:nvPr/>
            </p:nvSpPr>
            <p:spPr>
              <a:xfrm>
                <a:off x="8320531" y="2115830"/>
                <a:ext cx="126235" cy="126235"/>
              </a:xfrm>
              <a:prstGeom prst="rect">
                <a:avLst/>
              </a:prstGeom>
              <a:solidFill>
                <a:srgbClr val="4472C4">
                  <a:lumMod val="60000"/>
                  <a:lumOff val="40000"/>
                </a:srgbClr>
              </a:solidFill>
              <a:ln w="12700" cap="flat" cmpd="sng" algn="ctr">
                <a:solidFill>
                  <a:srgbClr val="4472C4">
                    <a:shade val="50000"/>
                  </a:srgbClr>
                </a:solidFill>
                <a:prstDash val="solid"/>
                <a:miter lim="800000"/>
              </a:ln>
              <a:effectLst/>
            </p:spPr>
            <p:txBody>
              <a:bodyPr rtlCol="0" anchor="ctr"/>
              <a:lstStyle/>
              <a:p>
                <a:pPr algn="r" eaLnBrk="1" fontAlgn="auto" hangingPunct="1">
                  <a:spcBef>
                    <a:spcPts val="0"/>
                  </a:spcBef>
                  <a:spcAft>
                    <a:spcPts val="0"/>
                  </a:spcAft>
                  <a:defRPr/>
                </a:pPr>
                <a:endParaRPr lang="en-US" kern="0" noProof="0" dirty="0">
                  <a:solidFill>
                    <a:prstClr val="white"/>
                  </a:solidFill>
                  <a:latin typeface="Calibri" panose="020F0502020204030204"/>
                </a:endParaRPr>
              </a:p>
            </p:txBody>
          </p:sp>
        </p:grpSp>
      </p:gr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60">
            <a:extLst>
              <a:ext uri="{FF2B5EF4-FFF2-40B4-BE49-F238E27FC236}">
                <a16:creationId xmlns:a16="http://schemas.microsoft.com/office/drawing/2014/main" id="{D52C1193-E72F-9504-F8A2-1C3CD7C9A60A}"/>
              </a:ext>
            </a:extLst>
          </p:cNvPr>
          <p:cNvSpPr>
            <a:spLocks noGrp="1" noChangeArrowheads="1"/>
          </p:cNvSpPr>
          <p:nvPr>
            <p:ph type="title"/>
          </p:nvPr>
        </p:nvSpPr>
        <p:spPr/>
        <p:txBody>
          <a:bodyPr/>
          <a:lstStyle/>
          <a:p>
            <a:pPr eaLnBrk="1" hangingPunct="1"/>
            <a:r>
              <a:rPr lang="en-US" noProof="0" dirty="0"/>
              <a:t>useful commands</a:t>
            </a:r>
          </a:p>
        </p:txBody>
      </p:sp>
      <p:sp>
        <p:nvSpPr>
          <p:cNvPr id="2" name="Subtitle 1">
            <a:extLst>
              <a:ext uri="{FF2B5EF4-FFF2-40B4-BE49-F238E27FC236}">
                <a16:creationId xmlns:a16="http://schemas.microsoft.com/office/drawing/2014/main" id="{B79B61F1-69C6-17E6-D70C-CE98BA054C96}"/>
              </a:ext>
            </a:extLst>
          </p:cNvPr>
          <p:cNvSpPr>
            <a:spLocks noGrp="1"/>
          </p:cNvSpPr>
          <p:nvPr>
            <p:ph type="subTitle" idx="1"/>
          </p:nvPr>
        </p:nvSpPr>
        <p:spPr/>
        <p:txBody>
          <a:bodyPr/>
          <a:lstStyle/>
          <a:p>
            <a:endParaRPr lang="en-US" noProof="0" dirty="0"/>
          </a:p>
        </p:txBody>
      </p:sp>
      <p:sp>
        <p:nvSpPr>
          <p:cNvPr id="3" name="Segnaposto data 2">
            <a:extLst>
              <a:ext uri="{FF2B5EF4-FFF2-40B4-BE49-F238E27FC236}">
                <a16:creationId xmlns:a16="http://schemas.microsoft.com/office/drawing/2014/main" id="{1DE988C7-FBA8-4B23-C0F3-629EF72A48D3}"/>
              </a:ext>
            </a:extLst>
          </p:cNvPr>
          <p:cNvSpPr>
            <a:spLocks noGrp="1"/>
          </p:cNvSpPr>
          <p:nvPr>
            <p:ph type="dt" sz="half" idx="10"/>
          </p:nvPr>
        </p:nvSpPr>
        <p:spPr/>
        <p:txBody>
          <a:bodyPr/>
          <a:lstStyle/>
          <a:p>
            <a:pPr>
              <a:defRPr/>
            </a:pPr>
            <a:r>
              <a:rPr lang="en-US" noProof="0"/>
              <a:t>last update: Oct 2026</a:t>
            </a:r>
            <a:endParaRPr lang="en-US" noProof="0" dirty="0"/>
          </a:p>
        </p:txBody>
      </p:sp>
      <p:sp>
        <p:nvSpPr>
          <p:cNvPr id="4" name="Segnaposto piè di pagina 3">
            <a:extLst>
              <a:ext uri="{FF2B5EF4-FFF2-40B4-BE49-F238E27FC236}">
                <a16:creationId xmlns:a16="http://schemas.microsoft.com/office/drawing/2014/main" id="{221BC5C9-C96E-CE3A-D66F-92ACEB573690}"/>
              </a:ext>
            </a:extLst>
          </p:cNvPr>
          <p:cNvSpPr>
            <a:spLocks noGrp="1"/>
          </p:cNvSpPr>
          <p:nvPr>
            <p:ph type="ftr" sz="quarter" idx="11"/>
          </p:nvPr>
        </p:nvSpPr>
        <p:spPr/>
        <p:txBody>
          <a:bodyPr/>
          <a:lstStyle/>
          <a:p>
            <a:pPr>
              <a:defRPr/>
            </a:pPr>
            <a:r>
              <a:rPr lang="en-US" noProof="0" dirty="0"/>
              <a:t>kathara – [ lab: basic-ipv4 ]</a:t>
            </a:r>
          </a:p>
        </p:txBody>
      </p:sp>
    </p:spTree>
    <p:extLst>
      <p:ext uri="{BB962C8B-B14F-4D97-AF65-F5344CB8AC3E}">
        <p14:creationId xmlns:p14="http://schemas.microsoft.com/office/powerpoint/2010/main" val="335966793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Titolo 1">
            <a:extLst>
              <a:ext uri="{FF2B5EF4-FFF2-40B4-BE49-F238E27FC236}">
                <a16:creationId xmlns:a16="http://schemas.microsoft.com/office/drawing/2014/main" id="{EF3F927F-1A40-BC91-E39F-FEBC03E021B1}"/>
              </a:ext>
            </a:extLst>
          </p:cNvPr>
          <p:cNvSpPr>
            <a:spLocks noGrp="1" noChangeArrowheads="1"/>
          </p:cNvSpPr>
          <p:nvPr>
            <p:ph type="title"/>
          </p:nvPr>
        </p:nvSpPr>
        <p:spPr/>
        <p:txBody>
          <a:bodyPr/>
          <a:lstStyle/>
          <a:p>
            <a:r>
              <a:rPr lang="en-US" noProof="0" dirty="0"/>
              <a:t>check the IPv4 addresses</a:t>
            </a:r>
          </a:p>
        </p:txBody>
      </p:sp>
      <p:sp>
        <p:nvSpPr>
          <p:cNvPr id="16387" name="Segnaposto contenuto 2">
            <a:extLst>
              <a:ext uri="{FF2B5EF4-FFF2-40B4-BE49-F238E27FC236}">
                <a16:creationId xmlns:a16="http://schemas.microsoft.com/office/drawing/2014/main" id="{73037276-E4A1-104B-93D3-4087E25E85BE}"/>
              </a:ext>
            </a:extLst>
          </p:cNvPr>
          <p:cNvSpPr>
            <a:spLocks noGrp="1" noChangeArrowheads="1"/>
          </p:cNvSpPr>
          <p:nvPr>
            <p:ph idx="1"/>
          </p:nvPr>
        </p:nvSpPr>
        <p:spPr/>
        <p:txBody>
          <a:bodyPr/>
          <a:lstStyle/>
          <a:p>
            <a:r>
              <a:rPr lang="en-US" noProof="0" dirty="0"/>
              <a:t>on pc1, pc2, pc3, r1, and r2</a:t>
            </a:r>
          </a:p>
          <a:p>
            <a:pPr lvl="1"/>
            <a:r>
              <a:rPr lang="en-US" noProof="0" dirty="0"/>
              <a:t>perform the </a:t>
            </a:r>
            <a:r>
              <a:rPr lang="en-US" noProof="0" dirty="0" err="1">
                <a:latin typeface="Lucida Console" panose="020B0609040504020204" pitchFamily="49" charset="0"/>
              </a:rPr>
              <a:t>ip</a:t>
            </a:r>
            <a:r>
              <a:rPr lang="en-US" noProof="0" dirty="0">
                <a:latin typeface="Lucida Console" panose="020B0609040504020204" pitchFamily="49" charset="0"/>
              </a:rPr>
              <a:t> address </a:t>
            </a:r>
            <a:r>
              <a:rPr lang="en-US" noProof="0" dirty="0"/>
              <a:t>command, to check the IPv4 addresses assigned to the interfaces</a:t>
            </a:r>
          </a:p>
          <a:p>
            <a:pPr lvl="2"/>
            <a:r>
              <a:rPr lang="en-US" noProof="0" dirty="0"/>
              <a:t>look at eth and loopback interfaces</a:t>
            </a:r>
          </a:p>
          <a:p>
            <a:endParaRPr lang="en-US" noProof="0" dirty="0"/>
          </a:p>
          <a:p>
            <a:endParaRPr lang="en-US" noProof="0" dirty="0"/>
          </a:p>
          <a:p>
            <a:pPr lvl="1"/>
            <a:endParaRPr lang="en-US" noProof="0" dirty="0"/>
          </a:p>
        </p:txBody>
      </p:sp>
      <p:sp>
        <p:nvSpPr>
          <p:cNvPr id="4" name="Segnaposto data 3">
            <a:extLst>
              <a:ext uri="{FF2B5EF4-FFF2-40B4-BE49-F238E27FC236}">
                <a16:creationId xmlns:a16="http://schemas.microsoft.com/office/drawing/2014/main" id="{8B5151A3-786F-879B-2E77-686FD1857F40}"/>
              </a:ext>
            </a:extLst>
          </p:cNvPr>
          <p:cNvSpPr>
            <a:spLocks noGrp="1"/>
          </p:cNvSpPr>
          <p:nvPr>
            <p:ph type="dt" sz="half" idx="10"/>
          </p:nvPr>
        </p:nvSpPr>
        <p:spPr/>
        <p:txBody>
          <a:bodyPr/>
          <a:lstStyle/>
          <a:p>
            <a:pPr>
              <a:defRPr/>
            </a:pPr>
            <a:r>
              <a:rPr lang="en-US" noProof="0"/>
              <a:t>last update: Oct 2026</a:t>
            </a:r>
            <a:endParaRPr lang="en-US" noProof="0" dirty="0"/>
          </a:p>
        </p:txBody>
      </p:sp>
      <p:sp>
        <p:nvSpPr>
          <p:cNvPr id="5" name="Segnaposto piè di pagina 4">
            <a:extLst>
              <a:ext uri="{FF2B5EF4-FFF2-40B4-BE49-F238E27FC236}">
                <a16:creationId xmlns:a16="http://schemas.microsoft.com/office/drawing/2014/main" id="{B230EF6A-E371-9131-42E1-4EA313E8BFF4}"/>
              </a:ext>
            </a:extLst>
          </p:cNvPr>
          <p:cNvSpPr>
            <a:spLocks noGrp="1"/>
          </p:cNvSpPr>
          <p:nvPr>
            <p:ph type="ftr" sz="quarter" idx="11"/>
          </p:nvPr>
        </p:nvSpPr>
        <p:spPr/>
        <p:txBody>
          <a:bodyPr/>
          <a:lstStyle/>
          <a:p>
            <a:pPr>
              <a:defRPr/>
            </a:pPr>
            <a:r>
              <a:rPr lang="en-US" noProof="0" dirty="0"/>
              <a:t>kathara – [ lab: basic-ipv4 ]</a:t>
            </a:r>
          </a:p>
        </p:txBody>
      </p:sp>
      <p:grpSp>
        <p:nvGrpSpPr>
          <p:cNvPr id="7" name="Group 1">
            <a:extLst>
              <a:ext uri="{FF2B5EF4-FFF2-40B4-BE49-F238E27FC236}">
                <a16:creationId xmlns:a16="http://schemas.microsoft.com/office/drawing/2014/main" id="{DE5C8BED-863E-FB7C-4ED3-FB03D9BD5C46}"/>
              </a:ext>
            </a:extLst>
          </p:cNvPr>
          <p:cNvGrpSpPr/>
          <p:nvPr/>
        </p:nvGrpSpPr>
        <p:grpSpPr>
          <a:xfrm>
            <a:off x="4016891" y="3429000"/>
            <a:ext cx="7565509" cy="2825300"/>
            <a:chOff x="4014773" y="2378845"/>
            <a:chExt cx="7565509" cy="2825300"/>
          </a:xfrm>
        </p:grpSpPr>
        <p:sp>
          <p:nvSpPr>
            <p:cNvPr id="8" name="Rectangle 4">
              <a:extLst>
                <a:ext uri="{FF2B5EF4-FFF2-40B4-BE49-F238E27FC236}">
                  <a16:creationId xmlns:a16="http://schemas.microsoft.com/office/drawing/2014/main" id="{99B7F660-E0A3-E856-A681-06B5DC88F868}"/>
                </a:ext>
              </a:extLst>
            </p:cNvPr>
            <p:cNvSpPr/>
            <p:nvPr/>
          </p:nvSpPr>
          <p:spPr>
            <a:xfrm>
              <a:off x="4014776" y="2632080"/>
              <a:ext cx="7565506" cy="2572065"/>
            </a:xfrm>
            <a:prstGeom prst="rect">
              <a:avLst/>
            </a:prstGeom>
            <a:solidFill>
              <a:sysClr val="windowText" lastClr="000000"/>
            </a:solidFill>
            <a:ln w="57150" cap="flat" cmpd="sng" algn="ctr">
              <a:solidFill>
                <a:srgbClr val="4472C4"/>
              </a:solidFill>
              <a:prstDash val="solid"/>
              <a:miter lim="800000"/>
            </a:ln>
            <a:effectLst>
              <a:outerShdw blurRad="50800" dist="38100" dir="2700000" algn="tl" rotWithShape="0">
                <a:prstClr val="black">
                  <a:alpha val="40000"/>
                </a:prstClr>
              </a:outerShdw>
            </a:effectLst>
          </p:spPr>
          <p:txBody>
            <a:bodyPr rtlCol="0" anchor="t"/>
            <a:lstStyle/>
            <a:p>
              <a:pPr eaLnBrk="1" hangingPunct="1"/>
              <a:r>
                <a:rPr lang="en-US" sz="1400" noProof="0" dirty="0">
                  <a:solidFill>
                    <a:schemeClr val="bg2">
                      <a:lumMod val="60000"/>
                      <a:lumOff val="40000"/>
                    </a:schemeClr>
                  </a:solidFill>
                  <a:latin typeface="Lucida Console" panose="020B0609040504020204" pitchFamily="49" charset="0"/>
                </a:rPr>
                <a:t>root@pc1:/# </a:t>
              </a:r>
              <a:r>
                <a:rPr lang="en-US" sz="1400" b="1" noProof="0" dirty="0" err="1">
                  <a:solidFill>
                    <a:schemeClr val="bg1"/>
                  </a:solidFill>
                  <a:latin typeface="Lucida Console" panose="020B0609040504020204" pitchFamily="49" charset="0"/>
                </a:rPr>
                <a:t>ip</a:t>
              </a:r>
              <a:r>
                <a:rPr lang="en-US" sz="1400" b="1" noProof="0" dirty="0">
                  <a:solidFill>
                    <a:schemeClr val="bg1"/>
                  </a:solidFill>
                  <a:latin typeface="Lucida Console" panose="020B0609040504020204" pitchFamily="49" charset="0"/>
                </a:rPr>
                <a:t> address</a:t>
              </a:r>
            </a:p>
            <a:p>
              <a:pPr eaLnBrk="1" hangingPunct="1"/>
              <a:r>
                <a:rPr lang="en-US" sz="1400" noProof="0" dirty="0">
                  <a:solidFill>
                    <a:schemeClr val="bg1"/>
                  </a:solidFill>
                  <a:latin typeface="Lucida Console" panose="020B0609040504020204" pitchFamily="49" charset="0"/>
                </a:rPr>
                <a:t>1: lo: &lt;LOOPBACK,UP,LOWER_UP&gt; </a:t>
              </a:r>
              <a:r>
                <a:rPr lang="en-US" sz="1400" noProof="0" dirty="0" err="1">
                  <a:solidFill>
                    <a:schemeClr val="bg1"/>
                  </a:solidFill>
                  <a:latin typeface="Lucida Console" panose="020B0609040504020204" pitchFamily="49" charset="0"/>
                </a:rPr>
                <a:t>mtu</a:t>
              </a:r>
              <a:r>
                <a:rPr lang="en-US" sz="1400" noProof="0" dirty="0">
                  <a:solidFill>
                    <a:schemeClr val="bg1"/>
                  </a:solidFill>
                  <a:latin typeface="Lucida Console" panose="020B0609040504020204" pitchFamily="49" charset="0"/>
                </a:rPr>
                <a:t> 65536 </a:t>
              </a:r>
              <a:r>
                <a:rPr lang="en-US" sz="1400" noProof="0" dirty="0" err="1">
                  <a:solidFill>
                    <a:schemeClr val="bg1"/>
                  </a:solidFill>
                  <a:latin typeface="Lucida Console" panose="020B0609040504020204" pitchFamily="49" charset="0"/>
                </a:rPr>
                <a:t>qdisc</a:t>
              </a:r>
              <a:r>
                <a:rPr lang="en-US" sz="1400" noProof="0" dirty="0">
                  <a:solidFill>
                    <a:schemeClr val="bg1"/>
                  </a:solidFill>
                  <a:latin typeface="Lucida Console" panose="020B0609040504020204" pitchFamily="49" charset="0"/>
                </a:rPr>
                <a:t> </a:t>
              </a:r>
              <a:r>
                <a:rPr lang="en-US" sz="1400" noProof="0" dirty="0" err="1">
                  <a:solidFill>
                    <a:schemeClr val="bg1"/>
                  </a:solidFill>
                  <a:latin typeface="Lucida Console" panose="020B0609040504020204" pitchFamily="49" charset="0"/>
                </a:rPr>
                <a:t>noqueue</a:t>
              </a:r>
              <a:r>
                <a:rPr lang="en-US" sz="1400" noProof="0" dirty="0">
                  <a:solidFill>
                    <a:schemeClr val="bg1"/>
                  </a:solidFill>
                  <a:latin typeface="Lucida Console" panose="020B0609040504020204" pitchFamily="49" charset="0"/>
                </a:rPr>
                <a:t> state UNKNOWN group default </a:t>
              </a:r>
              <a:r>
                <a:rPr lang="en-US" sz="1400" noProof="0" dirty="0" err="1">
                  <a:solidFill>
                    <a:schemeClr val="bg1"/>
                  </a:solidFill>
                  <a:latin typeface="Lucida Console" panose="020B0609040504020204" pitchFamily="49" charset="0"/>
                </a:rPr>
                <a:t>qlen</a:t>
              </a:r>
              <a:r>
                <a:rPr lang="en-US" sz="1400" noProof="0" dirty="0">
                  <a:solidFill>
                    <a:schemeClr val="bg1"/>
                  </a:solidFill>
                  <a:latin typeface="Lucida Console" panose="020B0609040504020204" pitchFamily="49" charset="0"/>
                </a:rPr>
                <a:t> 1000</a:t>
              </a:r>
            </a:p>
            <a:p>
              <a:pPr eaLnBrk="1" hangingPunct="1"/>
              <a:r>
                <a:rPr lang="en-US" sz="1400" noProof="0" dirty="0">
                  <a:solidFill>
                    <a:schemeClr val="bg1"/>
                  </a:solidFill>
                  <a:latin typeface="Lucida Console" panose="020B0609040504020204" pitchFamily="49" charset="0"/>
                </a:rPr>
                <a:t>    link/loopback 00:00:00:00:00:00 </a:t>
              </a:r>
              <a:r>
                <a:rPr lang="en-US" sz="1400" noProof="0" dirty="0" err="1">
                  <a:solidFill>
                    <a:schemeClr val="bg1"/>
                  </a:solidFill>
                  <a:latin typeface="Lucida Console" panose="020B0609040504020204" pitchFamily="49" charset="0"/>
                </a:rPr>
                <a:t>brd</a:t>
              </a:r>
              <a:r>
                <a:rPr lang="en-US" sz="1400" noProof="0" dirty="0">
                  <a:solidFill>
                    <a:schemeClr val="bg1"/>
                  </a:solidFill>
                  <a:latin typeface="Lucida Console" panose="020B0609040504020204" pitchFamily="49" charset="0"/>
                </a:rPr>
                <a:t> 00:00:00:00:00:00</a:t>
              </a:r>
            </a:p>
            <a:p>
              <a:pPr eaLnBrk="1" hangingPunct="1"/>
              <a:r>
                <a:rPr lang="en-US" sz="1400" noProof="0" dirty="0">
                  <a:solidFill>
                    <a:schemeClr val="bg1"/>
                  </a:solidFill>
                  <a:latin typeface="Lucida Console" panose="020B0609040504020204" pitchFamily="49" charset="0"/>
                </a:rPr>
                <a:t>    </a:t>
              </a:r>
              <a:r>
                <a:rPr lang="en-US" sz="1400" noProof="0" dirty="0" err="1">
                  <a:solidFill>
                    <a:schemeClr val="bg1"/>
                  </a:solidFill>
                  <a:latin typeface="Lucida Console" panose="020B0609040504020204" pitchFamily="49" charset="0"/>
                </a:rPr>
                <a:t>inet</a:t>
              </a:r>
              <a:r>
                <a:rPr lang="en-US" sz="1400" noProof="0" dirty="0">
                  <a:solidFill>
                    <a:schemeClr val="bg1"/>
                  </a:solidFill>
                  <a:latin typeface="Lucida Console" panose="020B0609040504020204" pitchFamily="49" charset="0"/>
                </a:rPr>
                <a:t> 127.0.0.1/8 scope host lo</a:t>
              </a:r>
            </a:p>
            <a:p>
              <a:pPr eaLnBrk="1" hangingPunct="1"/>
              <a:r>
                <a:rPr lang="en-US" sz="1400" noProof="0" dirty="0">
                  <a:solidFill>
                    <a:schemeClr val="bg1"/>
                  </a:solidFill>
                  <a:latin typeface="Lucida Console" panose="020B0609040504020204" pitchFamily="49" charset="0"/>
                </a:rPr>
                <a:t>       </a:t>
              </a:r>
              <a:r>
                <a:rPr lang="en-US" sz="1400" noProof="0" dirty="0" err="1">
                  <a:solidFill>
                    <a:schemeClr val="bg1"/>
                  </a:solidFill>
                  <a:latin typeface="Lucida Console" panose="020B0609040504020204" pitchFamily="49" charset="0"/>
                </a:rPr>
                <a:t>valid_lft</a:t>
              </a:r>
              <a:r>
                <a:rPr lang="en-US" sz="1400" noProof="0" dirty="0">
                  <a:solidFill>
                    <a:schemeClr val="bg1"/>
                  </a:solidFill>
                  <a:latin typeface="Lucida Console" panose="020B0609040504020204" pitchFamily="49" charset="0"/>
                </a:rPr>
                <a:t> forever </a:t>
              </a:r>
              <a:r>
                <a:rPr lang="en-US" sz="1400" noProof="0" dirty="0" err="1">
                  <a:solidFill>
                    <a:schemeClr val="bg1"/>
                  </a:solidFill>
                  <a:latin typeface="Lucida Console" panose="020B0609040504020204" pitchFamily="49" charset="0"/>
                </a:rPr>
                <a:t>preferred_lft</a:t>
              </a:r>
              <a:r>
                <a:rPr lang="en-US" sz="1400" noProof="0" dirty="0">
                  <a:solidFill>
                    <a:schemeClr val="bg1"/>
                  </a:solidFill>
                  <a:latin typeface="Lucida Console" panose="020B0609040504020204" pitchFamily="49" charset="0"/>
                </a:rPr>
                <a:t> forever</a:t>
              </a:r>
            </a:p>
            <a:p>
              <a:pPr eaLnBrk="1" hangingPunct="1"/>
              <a:r>
                <a:rPr lang="en-US" sz="1400" noProof="0" dirty="0">
                  <a:solidFill>
                    <a:schemeClr val="bg1"/>
                  </a:solidFill>
                  <a:latin typeface="Lucida Console" panose="020B0609040504020204" pitchFamily="49" charset="0"/>
                </a:rPr>
                <a:t>7: eth0: &lt;BROADCAST,MULTICAST,UP,LOWER_UP&gt; </a:t>
              </a:r>
              <a:r>
                <a:rPr lang="en-US" sz="1400" noProof="0" dirty="0" err="1">
                  <a:solidFill>
                    <a:schemeClr val="bg1"/>
                  </a:solidFill>
                  <a:latin typeface="Lucida Console" panose="020B0609040504020204" pitchFamily="49" charset="0"/>
                </a:rPr>
                <a:t>mtu</a:t>
              </a:r>
              <a:r>
                <a:rPr lang="en-US" sz="1400" noProof="0" dirty="0">
                  <a:solidFill>
                    <a:schemeClr val="bg1"/>
                  </a:solidFill>
                  <a:latin typeface="Lucida Console" panose="020B0609040504020204" pitchFamily="49" charset="0"/>
                </a:rPr>
                <a:t> 1500 </a:t>
              </a:r>
              <a:r>
                <a:rPr lang="en-US" sz="1400" noProof="0" dirty="0" err="1">
                  <a:solidFill>
                    <a:schemeClr val="bg1"/>
                  </a:solidFill>
                  <a:latin typeface="Lucida Console" panose="020B0609040504020204" pitchFamily="49" charset="0"/>
                </a:rPr>
                <a:t>qdisc</a:t>
              </a:r>
              <a:r>
                <a:rPr lang="en-US" sz="1400" noProof="0" dirty="0">
                  <a:solidFill>
                    <a:schemeClr val="bg1"/>
                  </a:solidFill>
                  <a:latin typeface="Lucida Console" panose="020B0609040504020204" pitchFamily="49" charset="0"/>
                </a:rPr>
                <a:t> </a:t>
              </a:r>
              <a:r>
                <a:rPr lang="en-US" sz="1400" noProof="0" dirty="0" err="1">
                  <a:solidFill>
                    <a:schemeClr val="bg1"/>
                  </a:solidFill>
                  <a:latin typeface="Lucida Console" panose="020B0609040504020204" pitchFamily="49" charset="0"/>
                </a:rPr>
                <a:t>fq_codel</a:t>
              </a:r>
              <a:r>
                <a:rPr lang="en-US" sz="1400" noProof="0" dirty="0">
                  <a:solidFill>
                    <a:schemeClr val="bg1"/>
                  </a:solidFill>
                  <a:latin typeface="Lucida Console" panose="020B0609040504020204" pitchFamily="49" charset="0"/>
                </a:rPr>
                <a:t> state UP group default </a:t>
              </a:r>
              <a:r>
                <a:rPr lang="en-US" sz="1400" noProof="0" dirty="0" err="1">
                  <a:solidFill>
                    <a:schemeClr val="bg1"/>
                  </a:solidFill>
                  <a:latin typeface="Lucida Console" panose="020B0609040504020204" pitchFamily="49" charset="0"/>
                </a:rPr>
                <a:t>qlen</a:t>
              </a:r>
              <a:r>
                <a:rPr lang="en-US" sz="1400" noProof="0" dirty="0">
                  <a:solidFill>
                    <a:schemeClr val="bg1"/>
                  </a:solidFill>
                  <a:latin typeface="Lucida Console" panose="020B0609040504020204" pitchFamily="49" charset="0"/>
                </a:rPr>
                <a:t> 1000</a:t>
              </a:r>
            </a:p>
            <a:p>
              <a:pPr eaLnBrk="1" hangingPunct="1"/>
              <a:r>
                <a:rPr lang="en-US" sz="1400" noProof="0" dirty="0">
                  <a:solidFill>
                    <a:schemeClr val="bg1"/>
                  </a:solidFill>
                  <a:latin typeface="Lucida Console" panose="020B0609040504020204" pitchFamily="49" charset="0"/>
                </a:rPr>
                <a:t>    link/ether 00:00:00:00:00:01 </a:t>
              </a:r>
              <a:r>
                <a:rPr lang="en-US" sz="1400" noProof="0" dirty="0" err="1">
                  <a:solidFill>
                    <a:schemeClr val="bg1"/>
                  </a:solidFill>
                  <a:latin typeface="Lucida Console" panose="020B0609040504020204" pitchFamily="49" charset="0"/>
                </a:rPr>
                <a:t>brd</a:t>
              </a:r>
              <a:r>
                <a:rPr lang="en-US" sz="1400" noProof="0" dirty="0">
                  <a:solidFill>
                    <a:schemeClr val="bg1"/>
                  </a:solidFill>
                  <a:latin typeface="Lucida Console" panose="020B0609040504020204" pitchFamily="49" charset="0"/>
                </a:rPr>
                <a:t> </a:t>
              </a:r>
              <a:r>
                <a:rPr lang="en-US" sz="1400" noProof="0" dirty="0" err="1">
                  <a:solidFill>
                    <a:schemeClr val="bg1"/>
                  </a:solidFill>
                  <a:latin typeface="Lucida Console" panose="020B0609040504020204" pitchFamily="49" charset="0"/>
                </a:rPr>
                <a:t>ff:ff:ff:ff:ff:ff</a:t>
              </a:r>
              <a:endParaRPr lang="en-US" sz="1400" noProof="0" dirty="0">
                <a:solidFill>
                  <a:schemeClr val="bg1"/>
                </a:solidFill>
                <a:latin typeface="Lucida Console" panose="020B0609040504020204" pitchFamily="49" charset="0"/>
              </a:endParaRPr>
            </a:p>
            <a:p>
              <a:pPr eaLnBrk="1" hangingPunct="1"/>
              <a:r>
                <a:rPr lang="en-US" sz="1400" noProof="0" dirty="0">
                  <a:solidFill>
                    <a:schemeClr val="bg1"/>
                  </a:solidFill>
                  <a:latin typeface="Lucida Console" panose="020B0609040504020204" pitchFamily="49" charset="0"/>
                </a:rPr>
                <a:t>    </a:t>
              </a:r>
              <a:r>
                <a:rPr lang="en-US" sz="1400" noProof="0" dirty="0" err="1">
                  <a:solidFill>
                    <a:schemeClr val="bg1"/>
                  </a:solidFill>
                  <a:latin typeface="Lucida Console" panose="020B0609040504020204" pitchFamily="49" charset="0"/>
                </a:rPr>
                <a:t>inet</a:t>
              </a:r>
              <a:r>
                <a:rPr lang="en-US" sz="1400" noProof="0" dirty="0">
                  <a:solidFill>
                    <a:schemeClr val="bg1"/>
                  </a:solidFill>
                  <a:latin typeface="Lucida Console" panose="020B0609040504020204" pitchFamily="49" charset="0"/>
                </a:rPr>
                <a:t> 195.11.14.5/24 scope global eth0</a:t>
              </a:r>
            </a:p>
            <a:p>
              <a:pPr eaLnBrk="1" hangingPunct="1"/>
              <a:r>
                <a:rPr lang="en-US" sz="1400" noProof="0" dirty="0">
                  <a:solidFill>
                    <a:schemeClr val="bg1"/>
                  </a:solidFill>
                  <a:latin typeface="Lucida Console" panose="020B0609040504020204" pitchFamily="49" charset="0"/>
                </a:rPr>
                <a:t>       </a:t>
              </a:r>
              <a:r>
                <a:rPr lang="en-US" sz="1400" noProof="0" dirty="0" err="1">
                  <a:solidFill>
                    <a:schemeClr val="bg1"/>
                  </a:solidFill>
                  <a:latin typeface="Lucida Console" panose="020B0609040504020204" pitchFamily="49" charset="0"/>
                </a:rPr>
                <a:t>valid_lft</a:t>
              </a:r>
              <a:r>
                <a:rPr lang="en-US" sz="1400" noProof="0" dirty="0">
                  <a:solidFill>
                    <a:schemeClr val="bg1"/>
                  </a:solidFill>
                  <a:latin typeface="Lucida Console" panose="020B0609040504020204" pitchFamily="49" charset="0"/>
                </a:rPr>
                <a:t> forever </a:t>
              </a:r>
              <a:r>
                <a:rPr lang="en-US" sz="1400" noProof="0" dirty="0" err="1">
                  <a:solidFill>
                    <a:schemeClr val="bg1"/>
                  </a:solidFill>
                  <a:latin typeface="Lucida Console" panose="020B0609040504020204" pitchFamily="49" charset="0"/>
                </a:rPr>
                <a:t>preferred_lft</a:t>
              </a:r>
              <a:r>
                <a:rPr lang="en-US" sz="1400" noProof="0" dirty="0">
                  <a:solidFill>
                    <a:schemeClr val="bg1"/>
                  </a:solidFill>
                  <a:latin typeface="Lucida Console" panose="020B0609040504020204" pitchFamily="49" charset="0"/>
                </a:rPr>
                <a:t> forever</a:t>
              </a:r>
            </a:p>
          </p:txBody>
        </p:sp>
        <p:sp>
          <p:nvSpPr>
            <p:cNvPr id="9" name="Rectangle 5">
              <a:extLst>
                <a:ext uri="{FF2B5EF4-FFF2-40B4-BE49-F238E27FC236}">
                  <a16:creationId xmlns:a16="http://schemas.microsoft.com/office/drawing/2014/main" id="{A1DB8216-E0E7-5A69-659B-6E543C32C8DA}"/>
                </a:ext>
              </a:extLst>
            </p:cNvPr>
            <p:cNvSpPr/>
            <p:nvPr/>
          </p:nvSpPr>
          <p:spPr>
            <a:xfrm>
              <a:off x="4014773" y="2378845"/>
              <a:ext cx="7565506" cy="286249"/>
            </a:xfrm>
            <a:prstGeom prst="rect">
              <a:avLst/>
            </a:prstGeom>
            <a:solidFill>
              <a:srgbClr val="4472C4"/>
            </a:solidFill>
            <a:ln w="57150" cap="flat" cmpd="sng" algn="ctr">
              <a:solidFill>
                <a:srgbClr val="4472C4"/>
              </a:solidFill>
              <a:prstDash val="solid"/>
              <a:miter lim="800000"/>
            </a:ln>
            <a:effectLst>
              <a:outerShdw blurRad="50800" dist="25400" algn="l" rotWithShape="0">
                <a:prstClr val="black">
                  <a:alpha val="32000"/>
                </a:prstClr>
              </a:outerShdw>
            </a:effectLst>
          </p:spPr>
          <p:txBody>
            <a:bodyPr rtlCol="0" anchor="ctr"/>
            <a:lstStyle/>
            <a:p>
              <a:pPr algn="ctr" eaLnBrk="1" fontAlgn="auto" hangingPunct="1">
                <a:spcBef>
                  <a:spcPts val="0"/>
                </a:spcBef>
                <a:spcAft>
                  <a:spcPts val="0"/>
                </a:spcAft>
                <a:defRPr/>
              </a:pPr>
              <a:r>
                <a:rPr lang="en-US" kern="0" noProof="0" dirty="0">
                  <a:solidFill>
                    <a:prstClr val="white"/>
                  </a:solidFill>
                  <a:latin typeface="Calibri" panose="020F0502020204030204"/>
                </a:rPr>
                <a:t>pc1</a:t>
              </a:r>
            </a:p>
          </p:txBody>
        </p:sp>
        <p:grpSp>
          <p:nvGrpSpPr>
            <p:cNvPr id="10" name="Group 14">
              <a:extLst>
                <a:ext uri="{FF2B5EF4-FFF2-40B4-BE49-F238E27FC236}">
                  <a16:creationId xmlns:a16="http://schemas.microsoft.com/office/drawing/2014/main" id="{EF5C36D1-D579-D238-C10C-FFB2626C2C74}"/>
                </a:ext>
              </a:extLst>
            </p:cNvPr>
            <p:cNvGrpSpPr/>
            <p:nvPr/>
          </p:nvGrpSpPr>
          <p:grpSpPr>
            <a:xfrm>
              <a:off x="10920536" y="2466851"/>
              <a:ext cx="581348" cy="126235"/>
              <a:chOff x="8092857" y="2115830"/>
              <a:chExt cx="581348" cy="126235"/>
            </a:xfrm>
          </p:grpSpPr>
          <p:sp>
            <p:nvSpPr>
              <p:cNvPr id="11" name="Rectangle 15">
                <a:extLst>
                  <a:ext uri="{FF2B5EF4-FFF2-40B4-BE49-F238E27FC236}">
                    <a16:creationId xmlns:a16="http://schemas.microsoft.com/office/drawing/2014/main" id="{D50CD9E3-9560-F41C-B36A-10E56B4FC691}"/>
                  </a:ext>
                </a:extLst>
              </p:cNvPr>
              <p:cNvSpPr>
                <a:spLocks noChangeAspect="1"/>
              </p:cNvSpPr>
              <p:nvPr/>
            </p:nvSpPr>
            <p:spPr>
              <a:xfrm>
                <a:off x="8548205" y="2116065"/>
                <a:ext cx="126000" cy="126000"/>
              </a:xfrm>
              <a:prstGeom prst="rect">
                <a:avLst/>
              </a:prstGeom>
              <a:solidFill>
                <a:srgbClr val="FF0000">
                  <a:alpha val="50196"/>
                </a:srgbClr>
              </a:solidFill>
              <a:ln w="12700" cap="flat" cmpd="sng" algn="ctr">
                <a:solidFill>
                  <a:srgbClr val="4472C4">
                    <a:shade val="50000"/>
                  </a:srgbClr>
                </a:solidFill>
                <a:prstDash val="solid"/>
                <a:miter lim="800000"/>
              </a:ln>
              <a:effectLst/>
            </p:spPr>
            <p:txBody>
              <a:bodyPr rtlCol="0" anchor="ctr"/>
              <a:lstStyle/>
              <a:p>
                <a:pPr algn="ctr" eaLnBrk="1" fontAlgn="auto" hangingPunct="1">
                  <a:spcBef>
                    <a:spcPts val="0"/>
                  </a:spcBef>
                  <a:spcAft>
                    <a:spcPts val="0"/>
                  </a:spcAft>
                  <a:defRPr/>
                </a:pPr>
                <a:endParaRPr lang="en-US" kern="0" noProof="0" dirty="0">
                  <a:solidFill>
                    <a:prstClr val="white"/>
                  </a:solidFill>
                  <a:latin typeface="Calibri" panose="020F0502020204030204"/>
                </a:endParaRPr>
              </a:p>
            </p:txBody>
          </p:sp>
          <p:sp>
            <p:nvSpPr>
              <p:cNvPr id="12" name="Rectangle 16">
                <a:extLst>
                  <a:ext uri="{FF2B5EF4-FFF2-40B4-BE49-F238E27FC236}">
                    <a16:creationId xmlns:a16="http://schemas.microsoft.com/office/drawing/2014/main" id="{95F1FF78-59A3-6029-9238-A19303B4A4E4}"/>
                  </a:ext>
                </a:extLst>
              </p:cNvPr>
              <p:cNvSpPr>
                <a:spLocks noChangeAspect="1"/>
              </p:cNvSpPr>
              <p:nvPr/>
            </p:nvSpPr>
            <p:spPr>
              <a:xfrm>
                <a:off x="8092857" y="2115830"/>
                <a:ext cx="126235" cy="126235"/>
              </a:xfrm>
              <a:prstGeom prst="rect">
                <a:avLst/>
              </a:prstGeom>
              <a:solidFill>
                <a:srgbClr val="4472C4">
                  <a:lumMod val="60000"/>
                  <a:lumOff val="40000"/>
                </a:srgbClr>
              </a:solidFill>
              <a:ln w="12700" cap="flat" cmpd="sng" algn="ctr">
                <a:solidFill>
                  <a:srgbClr val="4472C4">
                    <a:shade val="50000"/>
                  </a:srgbClr>
                </a:solidFill>
                <a:prstDash val="solid"/>
                <a:miter lim="800000"/>
              </a:ln>
              <a:effectLst/>
            </p:spPr>
            <p:txBody>
              <a:bodyPr rtlCol="0" anchor="ctr"/>
              <a:lstStyle/>
              <a:p>
                <a:pPr algn="r" eaLnBrk="1" fontAlgn="auto" hangingPunct="1">
                  <a:spcBef>
                    <a:spcPts val="0"/>
                  </a:spcBef>
                  <a:spcAft>
                    <a:spcPts val="0"/>
                  </a:spcAft>
                  <a:defRPr/>
                </a:pPr>
                <a:endParaRPr lang="en-US" kern="0" noProof="0" dirty="0">
                  <a:solidFill>
                    <a:prstClr val="white"/>
                  </a:solidFill>
                  <a:latin typeface="Calibri" panose="020F0502020204030204"/>
                </a:endParaRPr>
              </a:p>
            </p:txBody>
          </p:sp>
          <p:sp>
            <p:nvSpPr>
              <p:cNvPr id="13" name="Rectangle 17">
                <a:extLst>
                  <a:ext uri="{FF2B5EF4-FFF2-40B4-BE49-F238E27FC236}">
                    <a16:creationId xmlns:a16="http://schemas.microsoft.com/office/drawing/2014/main" id="{2BF661F1-1872-2531-2354-0CD58EE3E87F}"/>
                  </a:ext>
                </a:extLst>
              </p:cNvPr>
              <p:cNvSpPr>
                <a:spLocks noChangeAspect="1"/>
              </p:cNvSpPr>
              <p:nvPr/>
            </p:nvSpPr>
            <p:spPr>
              <a:xfrm>
                <a:off x="8320531" y="2115830"/>
                <a:ext cx="126235" cy="126235"/>
              </a:xfrm>
              <a:prstGeom prst="rect">
                <a:avLst/>
              </a:prstGeom>
              <a:solidFill>
                <a:srgbClr val="4472C4">
                  <a:lumMod val="60000"/>
                  <a:lumOff val="40000"/>
                </a:srgbClr>
              </a:solidFill>
              <a:ln w="12700" cap="flat" cmpd="sng" algn="ctr">
                <a:solidFill>
                  <a:srgbClr val="4472C4">
                    <a:shade val="50000"/>
                  </a:srgbClr>
                </a:solidFill>
                <a:prstDash val="solid"/>
                <a:miter lim="800000"/>
              </a:ln>
              <a:effectLst/>
            </p:spPr>
            <p:txBody>
              <a:bodyPr rtlCol="0" anchor="ctr"/>
              <a:lstStyle/>
              <a:p>
                <a:pPr algn="r" eaLnBrk="1" fontAlgn="auto" hangingPunct="1">
                  <a:spcBef>
                    <a:spcPts val="0"/>
                  </a:spcBef>
                  <a:spcAft>
                    <a:spcPts val="0"/>
                  </a:spcAft>
                  <a:defRPr/>
                </a:pPr>
                <a:endParaRPr lang="en-US" kern="0" noProof="0" dirty="0">
                  <a:solidFill>
                    <a:prstClr val="white"/>
                  </a:solidFill>
                  <a:latin typeface="Calibri" panose="020F0502020204030204"/>
                </a:endParaRPr>
              </a:p>
            </p:txBody>
          </p:sp>
        </p:grpSp>
      </p:grpSp>
      <p:sp>
        <p:nvSpPr>
          <p:cNvPr id="14" name="AutoShape 195">
            <a:extLst>
              <a:ext uri="{FF2B5EF4-FFF2-40B4-BE49-F238E27FC236}">
                <a16:creationId xmlns:a16="http://schemas.microsoft.com/office/drawing/2014/main" id="{09E631F4-DB26-03DA-881A-CA0864DDFB36}"/>
              </a:ext>
            </a:extLst>
          </p:cNvPr>
          <p:cNvSpPr>
            <a:spLocks noChangeArrowheads="1"/>
          </p:cNvSpPr>
          <p:nvPr/>
        </p:nvSpPr>
        <p:spPr bwMode="auto">
          <a:xfrm>
            <a:off x="119336" y="3443991"/>
            <a:ext cx="3470176" cy="992439"/>
          </a:xfrm>
          <a:prstGeom prst="wedgeRoundRectCallout">
            <a:avLst>
              <a:gd name="adj1" fmla="val 62922"/>
              <a:gd name="adj2" fmla="val 24818"/>
              <a:gd name="adj3" fmla="val 16667"/>
            </a:avLst>
          </a:prstGeom>
          <a:solidFill>
            <a:schemeClr val="accent2"/>
          </a:solidFill>
          <a:ln w="9525">
            <a:solidFill>
              <a:schemeClr val="tx1"/>
            </a:solidFill>
            <a:miter lim="800000"/>
            <a:headEnd/>
            <a:tailEnd/>
          </a:ln>
          <a:effec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b="1" noProof="0" dirty="0">
                <a:latin typeface="Tahoma" panose="020B0604030504040204" pitchFamily="34" charset="0"/>
              </a:rPr>
              <a:t>loopback interface</a:t>
            </a:r>
          </a:p>
          <a:p>
            <a:pPr algn="ctr" eaLnBrk="1" hangingPunct="1"/>
            <a:r>
              <a:rPr lang="en-US" noProof="0" dirty="0">
                <a:latin typeface="Tahoma" panose="020B0604030504040204" pitchFamily="34" charset="0"/>
              </a:rPr>
              <a:t>127.0.0.1/8</a:t>
            </a:r>
          </a:p>
        </p:txBody>
      </p:sp>
      <p:sp>
        <p:nvSpPr>
          <p:cNvPr id="15" name="AutoShape 195">
            <a:extLst>
              <a:ext uri="{FF2B5EF4-FFF2-40B4-BE49-F238E27FC236}">
                <a16:creationId xmlns:a16="http://schemas.microsoft.com/office/drawing/2014/main" id="{E3EEB679-1C84-A240-02DB-747E0EF1817E}"/>
              </a:ext>
            </a:extLst>
          </p:cNvPr>
          <p:cNvSpPr>
            <a:spLocks noChangeArrowheads="1"/>
          </p:cNvSpPr>
          <p:nvPr/>
        </p:nvSpPr>
        <p:spPr bwMode="auto">
          <a:xfrm>
            <a:off x="119336" y="4949003"/>
            <a:ext cx="3470176" cy="992439"/>
          </a:xfrm>
          <a:prstGeom prst="wedgeRoundRectCallout">
            <a:avLst>
              <a:gd name="adj1" fmla="val 62526"/>
              <a:gd name="adj2" fmla="val -22289"/>
              <a:gd name="adj3" fmla="val 16667"/>
            </a:avLst>
          </a:prstGeom>
          <a:solidFill>
            <a:schemeClr val="accent2"/>
          </a:solidFill>
          <a:ln w="9525">
            <a:solidFill>
              <a:schemeClr val="tx1"/>
            </a:solidFill>
            <a:miter lim="800000"/>
            <a:headEnd/>
            <a:tailEnd/>
          </a:ln>
          <a:effec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b="1" noProof="0" dirty="0">
                <a:latin typeface="Tahoma" panose="020B0604030504040204" pitchFamily="34" charset="0"/>
              </a:rPr>
              <a:t>eth0</a:t>
            </a:r>
          </a:p>
          <a:p>
            <a:pPr algn="ctr" eaLnBrk="1" hangingPunct="1"/>
            <a:r>
              <a:rPr lang="en-US" noProof="0" dirty="0">
                <a:latin typeface="Tahoma" panose="020B0604030504040204" pitchFamily="34" charset="0"/>
              </a:rPr>
              <a:t>195.11.14.5/24</a:t>
            </a:r>
          </a:p>
        </p:txBody>
      </p:sp>
    </p:spTree>
    <p:extLst>
      <p:ext uri="{BB962C8B-B14F-4D97-AF65-F5344CB8AC3E}">
        <p14:creationId xmlns:p14="http://schemas.microsoft.com/office/powerpoint/2010/main" val="46985220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Titolo 1">
            <a:extLst>
              <a:ext uri="{FF2B5EF4-FFF2-40B4-BE49-F238E27FC236}">
                <a16:creationId xmlns:a16="http://schemas.microsoft.com/office/drawing/2014/main" id="{EF3F927F-1A40-BC91-E39F-FEBC03E021B1}"/>
              </a:ext>
            </a:extLst>
          </p:cNvPr>
          <p:cNvSpPr>
            <a:spLocks noGrp="1" noChangeArrowheads="1"/>
          </p:cNvSpPr>
          <p:nvPr>
            <p:ph type="title"/>
          </p:nvPr>
        </p:nvSpPr>
        <p:spPr/>
        <p:txBody>
          <a:bodyPr/>
          <a:lstStyle/>
          <a:p>
            <a:r>
              <a:rPr lang="en-US" noProof="0" dirty="0"/>
              <a:t>check the default route</a:t>
            </a:r>
          </a:p>
        </p:txBody>
      </p:sp>
      <p:sp>
        <p:nvSpPr>
          <p:cNvPr id="16387" name="Segnaposto contenuto 2">
            <a:extLst>
              <a:ext uri="{FF2B5EF4-FFF2-40B4-BE49-F238E27FC236}">
                <a16:creationId xmlns:a16="http://schemas.microsoft.com/office/drawing/2014/main" id="{73037276-E4A1-104B-93D3-4087E25E85BE}"/>
              </a:ext>
            </a:extLst>
          </p:cNvPr>
          <p:cNvSpPr>
            <a:spLocks noGrp="1" noChangeArrowheads="1"/>
          </p:cNvSpPr>
          <p:nvPr>
            <p:ph idx="1"/>
          </p:nvPr>
        </p:nvSpPr>
        <p:spPr/>
        <p:txBody>
          <a:bodyPr/>
          <a:lstStyle/>
          <a:p>
            <a:r>
              <a:rPr lang="en-US" noProof="0" dirty="0"/>
              <a:t>on pc1, pc2, and pc3</a:t>
            </a:r>
          </a:p>
          <a:p>
            <a:pPr lvl="1"/>
            <a:r>
              <a:rPr lang="en-US" noProof="0" dirty="0"/>
              <a:t>perform the </a:t>
            </a:r>
            <a:r>
              <a:rPr lang="en-US" noProof="0" dirty="0" err="1">
                <a:latin typeface="Lucida Console" panose="020B0609040504020204" pitchFamily="49" charset="0"/>
              </a:rPr>
              <a:t>routel</a:t>
            </a:r>
            <a:r>
              <a:rPr lang="en-US" noProof="0" dirty="0">
                <a:latin typeface="Lucida Console" panose="020B0609040504020204" pitchFamily="49" charset="0"/>
              </a:rPr>
              <a:t> </a:t>
            </a:r>
            <a:r>
              <a:rPr lang="en-US" noProof="0" dirty="0"/>
              <a:t>command, to check the presence of a default route</a:t>
            </a:r>
          </a:p>
          <a:p>
            <a:endParaRPr lang="en-US" noProof="0" dirty="0"/>
          </a:p>
          <a:p>
            <a:pPr lvl="1"/>
            <a:endParaRPr lang="en-US" noProof="0" dirty="0"/>
          </a:p>
        </p:txBody>
      </p:sp>
      <p:sp>
        <p:nvSpPr>
          <p:cNvPr id="4" name="Segnaposto data 3">
            <a:extLst>
              <a:ext uri="{FF2B5EF4-FFF2-40B4-BE49-F238E27FC236}">
                <a16:creationId xmlns:a16="http://schemas.microsoft.com/office/drawing/2014/main" id="{8B5151A3-786F-879B-2E77-686FD1857F40}"/>
              </a:ext>
            </a:extLst>
          </p:cNvPr>
          <p:cNvSpPr>
            <a:spLocks noGrp="1"/>
          </p:cNvSpPr>
          <p:nvPr>
            <p:ph type="dt" sz="half" idx="10"/>
          </p:nvPr>
        </p:nvSpPr>
        <p:spPr/>
        <p:txBody>
          <a:bodyPr/>
          <a:lstStyle/>
          <a:p>
            <a:pPr>
              <a:defRPr/>
            </a:pPr>
            <a:r>
              <a:rPr lang="en-US" noProof="0"/>
              <a:t>last update: Oct 2026</a:t>
            </a:r>
            <a:endParaRPr lang="en-US" noProof="0" dirty="0"/>
          </a:p>
        </p:txBody>
      </p:sp>
      <p:sp>
        <p:nvSpPr>
          <p:cNvPr id="5" name="Segnaposto piè di pagina 4">
            <a:extLst>
              <a:ext uri="{FF2B5EF4-FFF2-40B4-BE49-F238E27FC236}">
                <a16:creationId xmlns:a16="http://schemas.microsoft.com/office/drawing/2014/main" id="{B230EF6A-E371-9131-42E1-4EA313E8BFF4}"/>
              </a:ext>
            </a:extLst>
          </p:cNvPr>
          <p:cNvSpPr>
            <a:spLocks noGrp="1"/>
          </p:cNvSpPr>
          <p:nvPr>
            <p:ph type="ftr" sz="quarter" idx="11"/>
          </p:nvPr>
        </p:nvSpPr>
        <p:spPr/>
        <p:txBody>
          <a:bodyPr/>
          <a:lstStyle/>
          <a:p>
            <a:pPr>
              <a:defRPr/>
            </a:pPr>
            <a:r>
              <a:rPr lang="en-US" noProof="0" dirty="0"/>
              <a:t>kathara – [ lab: basic-ipv4 ]</a:t>
            </a:r>
          </a:p>
        </p:txBody>
      </p:sp>
      <p:grpSp>
        <p:nvGrpSpPr>
          <p:cNvPr id="15" name="Group 1">
            <a:extLst>
              <a:ext uri="{FF2B5EF4-FFF2-40B4-BE49-F238E27FC236}">
                <a16:creationId xmlns:a16="http://schemas.microsoft.com/office/drawing/2014/main" id="{38F7B1B9-A325-C3E5-5BC0-6FEA7781803D}"/>
              </a:ext>
            </a:extLst>
          </p:cNvPr>
          <p:cNvGrpSpPr/>
          <p:nvPr/>
        </p:nvGrpSpPr>
        <p:grpSpPr>
          <a:xfrm>
            <a:off x="3413271" y="3212976"/>
            <a:ext cx="8527621" cy="2683937"/>
            <a:chOff x="4868024" y="2378845"/>
            <a:chExt cx="6736490" cy="2064838"/>
          </a:xfrm>
        </p:grpSpPr>
        <p:sp>
          <p:nvSpPr>
            <p:cNvPr id="16" name="Rectangle 4">
              <a:extLst>
                <a:ext uri="{FF2B5EF4-FFF2-40B4-BE49-F238E27FC236}">
                  <a16:creationId xmlns:a16="http://schemas.microsoft.com/office/drawing/2014/main" id="{8375F2A9-AC72-8B87-6BF7-981C001347D2}"/>
                </a:ext>
              </a:extLst>
            </p:cNvPr>
            <p:cNvSpPr/>
            <p:nvPr/>
          </p:nvSpPr>
          <p:spPr>
            <a:xfrm>
              <a:off x="4868025" y="2659116"/>
              <a:ext cx="6736489" cy="1784567"/>
            </a:xfrm>
            <a:prstGeom prst="rect">
              <a:avLst/>
            </a:prstGeom>
            <a:solidFill>
              <a:sysClr val="windowText" lastClr="000000"/>
            </a:solidFill>
            <a:ln w="57150" cap="flat" cmpd="sng" algn="ctr">
              <a:solidFill>
                <a:srgbClr val="4472C4"/>
              </a:solidFill>
              <a:prstDash val="solid"/>
              <a:miter lim="800000"/>
            </a:ln>
            <a:effectLst>
              <a:outerShdw blurRad="50800" dist="38100" dir="2700000" algn="tl" rotWithShape="0">
                <a:prstClr val="black">
                  <a:alpha val="40000"/>
                </a:prstClr>
              </a:outerShdw>
            </a:effectLst>
          </p:spPr>
          <p:txBody>
            <a:bodyPr rtlCol="0" anchor="t"/>
            <a:lstStyle/>
            <a:p>
              <a:pPr eaLnBrk="1" hangingPunct="1"/>
              <a:r>
                <a:rPr lang="en-US" sz="1400" noProof="0" dirty="0">
                  <a:solidFill>
                    <a:schemeClr val="bg2">
                      <a:lumMod val="60000"/>
                      <a:lumOff val="40000"/>
                    </a:schemeClr>
                  </a:solidFill>
                  <a:latin typeface="Lucida Console" panose="020B0609040504020204" pitchFamily="49" charset="0"/>
                </a:rPr>
                <a:t>root@pc1:/# </a:t>
              </a:r>
              <a:r>
                <a:rPr lang="en-US" sz="1400" b="1" noProof="0" dirty="0" err="1">
                  <a:solidFill>
                    <a:schemeClr val="bg1"/>
                  </a:solidFill>
                  <a:latin typeface="Lucida Console" panose="020B0609040504020204" pitchFamily="49" charset="0"/>
                </a:rPr>
                <a:t>routel</a:t>
              </a:r>
              <a:endParaRPr lang="en-US" sz="1400" b="1" noProof="0" dirty="0">
                <a:solidFill>
                  <a:schemeClr val="bg1"/>
                </a:solidFill>
                <a:latin typeface="Lucida Console" panose="020B0609040504020204" pitchFamily="49" charset="0"/>
              </a:endParaRPr>
            </a:p>
            <a:p>
              <a:pPr eaLnBrk="1" hangingPunct="1"/>
              <a:r>
                <a:rPr lang="en-US" sz="1400" noProof="0" dirty="0" err="1">
                  <a:solidFill>
                    <a:schemeClr val="bg1"/>
                  </a:solidFill>
                  <a:latin typeface="Lucida Console" panose="020B0609040504020204" pitchFamily="49" charset="0"/>
                </a:rPr>
                <a:t>Dst</a:t>
              </a:r>
              <a:r>
                <a:rPr lang="en-US" sz="1400" noProof="0" dirty="0">
                  <a:solidFill>
                    <a:schemeClr val="bg1"/>
                  </a:solidFill>
                  <a:latin typeface="Lucida Console" panose="020B0609040504020204" pitchFamily="49" charset="0"/>
                </a:rPr>
                <a:t>             Gateway         </a:t>
              </a:r>
              <a:r>
                <a:rPr lang="en-US" sz="1400" noProof="0" dirty="0" err="1">
                  <a:solidFill>
                    <a:schemeClr val="bg1"/>
                  </a:solidFill>
                  <a:latin typeface="Lucida Console" panose="020B0609040504020204" pitchFamily="49" charset="0"/>
                </a:rPr>
                <a:t>Prefsrc</a:t>
              </a:r>
              <a:r>
                <a:rPr lang="en-US" sz="1400" noProof="0" dirty="0">
                  <a:solidFill>
                    <a:schemeClr val="bg1"/>
                  </a:solidFill>
                  <a:latin typeface="Lucida Console" panose="020B0609040504020204" pitchFamily="49" charset="0"/>
                </a:rPr>
                <a:t>         Protocol Scope   Dev     Table</a:t>
              </a:r>
            </a:p>
            <a:p>
              <a:pPr eaLnBrk="1" hangingPunct="1"/>
              <a:r>
                <a:rPr lang="en-US" sz="1400" noProof="0" dirty="0">
                  <a:solidFill>
                    <a:schemeClr val="bg1"/>
                  </a:solidFill>
                  <a:latin typeface="Lucida Console" panose="020B0609040504020204" pitchFamily="49" charset="0"/>
                </a:rPr>
                <a:t>default         195.11.14.1                                      eth0</a:t>
              </a:r>
            </a:p>
            <a:p>
              <a:pPr eaLnBrk="1" hangingPunct="1"/>
              <a:r>
                <a:rPr lang="en-US" sz="1400" noProof="0" dirty="0">
                  <a:solidFill>
                    <a:schemeClr val="bg1"/>
                  </a:solidFill>
                  <a:latin typeface="Lucida Console" panose="020B0609040504020204" pitchFamily="49" charset="0"/>
                </a:rPr>
                <a:t>195.11.14.0/24                  195.11.14.5     kernel   link    eth0</a:t>
              </a:r>
            </a:p>
            <a:p>
              <a:pPr eaLnBrk="1" hangingPunct="1"/>
              <a:r>
                <a:rPr lang="en-US" sz="1400" noProof="0" dirty="0">
                  <a:solidFill>
                    <a:schemeClr val="bg1"/>
                  </a:solidFill>
                  <a:latin typeface="Lucida Console" panose="020B0609040504020204" pitchFamily="49" charset="0"/>
                </a:rPr>
                <a:t>127.0.0.0/8                     127.0.0.1       kernel   host    lo      local</a:t>
              </a:r>
            </a:p>
            <a:p>
              <a:pPr eaLnBrk="1" hangingPunct="1"/>
              <a:r>
                <a:rPr lang="en-US" sz="1400" noProof="0" dirty="0">
                  <a:solidFill>
                    <a:schemeClr val="bg1"/>
                  </a:solidFill>
                  <a:latin typeface="Lucida Console" panose="020B0609040504020204" pitchFamily="49" charset="0"/>
                </a:rPr>
                <a:t>127.0.0.1                       127.0.0.1       kernel   host    lo      local</a:t>
              </a:r>
            </a:p>
            <a:p>
              <a:pPr eaLnBrk="1" hangingPunct="1"/>
              <a:r>
                <a:rPr lang="en-US" sz="1400" noProof="0" dirty="0">
                  <a:solidFill>
                    <a:schemeClr val="bg1"/>
                  </a:solidFill>
                  <a:latin typeface="Lucida Console" panose="020B0609040504020204" pitchFamily="49" charset="0"/>
                </a:rPr>
                <a:t>127.255.255.255                 127.0.0.1       kernel   link    lo      local</a:t>
              </a:r>
            </a:p>
            <a:p>
              <a:pPr eaLnBrk="1" hangingPunct="1"/>
              <a:r>
                <a:rPr lang="en-US" sz="1400" noProof="0" dirty="0">
                  <a:solidFill>
                    <a:schemeClr val="bg1"/>
                  </a:solidFill>
                  <a:latin typeface="Lucida Console" panose="020B0609040504020204" pitchFamily="49" charset="0"/>
                </a:rPr>
                <a:t>195.11.14.5                     195.11.14.5     kernel   host    eth0    local</a:t>
              </a:r>
            </a:p>
            <a:p>
              <a:pPr eaLnBrk="1" hangingPunct="1"/>
              <a:r>
                <a:rPr lang="en-US" sz="1400" noProof="0" dirty="0">
                  <a:solidFill>
                    <a:schemeClr val="bg1"/>
                  </a:solidFill>
                  <a:latin typeface="Lucida Console" panose="020B0609040504020204" pitchFamily="49" charset="0"/>
                </a:rPr>
                <a:t>195.11.14.255                   195.11.14.5     kernel   link    eth0    local</a:t>
              </a:r>
            </a:p>
          </p:txBody>
        </p:sp>
        <p:sp>
          <p:nvSpPr>
            <p:cNvPr id="17" name="Rectangle 5">
              <a:extLst>
                <a:ext uri="{FF2B5EF4-FFF2-40B4-BE49-F238E27FC236}">
                  <a16:creationId xmlns:a16="http://schemas.microsoft.com/office/drawing/2014/main" id="{CECE6BD3-20E6-06AD-FF6E-B7FF07921F06}"/>
                </a:ext>
              </a:extLst>
            </p:cNvPr>
            <p:cNvSpPr/>
            <p:nvPr/>
          </p:nvSpPr>
          <p:spPr>
            <a:xfrm>
              <a:off x="4868024" y="2378845"/>
              <a:ext cx="6712254" cy="286249"/>
            </a:xfrm>
            <a:prstGeom prst="rect">
              <a:avLst/>
            </a:prstGeom>
            <a:solidFill>
              <a:srgbClr val="4472C4"/>
            </a:solidFill>
            <a:ln w="57150" cap="flat" cmpd="sng" algn="ctr">
              <a:solidFill>
                <a:srgbClr val="4472C4"/>
              </a:solidFill>
              <a:prstDash val="solid"/>
              <a:miter lim="800000"/>
            </a:ln>
            <a:effectLst>
              <a:outerShdw blurRad="50800" dist="25400" algn="l" rotWithShape="0">
                <a:prstClr val="black">
                  <a:alpha val="32000"/>
                </a:prstClr>
              </a:outerShdw>
            </a:effectLst>
          </p:spPr>
          <p:txBody>
            <a:bodyPr rtlCol="0" anchor="ctr"/>
            <a:lstStyle/>
            <a:p>
              <a:pPr algn="ctr" eaLnBrk="1" fontAlgn="auto" hangingPunct="1">
                <a:spcBef>
                  <a:spcPts val="0"/>
                </a:spcBef>
                <a:spcAft>
                  <a:spcPts val="0"/>
                </a:spcAft>
                <a:defRPr/>
              </a:pPr>
              <a:r>
                <a:rPr lang="en-US" kern="0" noProof="0" dirty="0">
                  <a:solidFill>
                    <a:prstClr val="white"/>
                  </a:solidFill>
                  <a:latin typeface="Calibri" panose="020F0502020204030204"/>
                </a:rPr>
                <a:t>pc1</a:t>
              </a:r>
            </a:p>
          </p:txBody>
        </p:sp>
        <p:grpSp>
          <p:nvGrpSpPr>
            <p:cNvPr id="18" name="Group 14">
              <a:extLst>
                <a:ext uri="{FF2B5EF4-FFF2-40B4-BE49-F238E27FC236}">
                  <a16:creationId xmlns:a16="http://schemas.microsoft.com/office/drawing/2014/main" id="{B01A2001-F7B1-804F-BC39-5F8CDB73498B}"/>
                </a:ext>
              </a:extLst>
            </p:cNvPr>
            <p:cNvGrpSpPr/>
            <p:nvPr/>
          </p:nvGrpSpPr>
          <p:grpSpPr>
            <a:xfrm>
              <a:off x="10920536" y="2466851"/>
              <a:ext cx="581348" cy="126235"/>
              <a:chOff x="8092857" y="2115830"/>
              <a:chExt cx="581348" cy="126235"/>
            </a:xfrm>
          </p:grpSpPr>
          <p:sp>
            <p:nvSpPr>
              <p:cNvPr id="19" name="Rectangle 15">
                <a:extLst>
                  <a:ext uri="{FF2B5EF4-FFF2-40B4-BE49-F238E27FC236}">
                    <a16:creationId xmlns:a16="http://schemas.microsoft.com/office/drawing/2014/main" id="{851D9A62-0D93-F1D9-18D5-BB3CA5E0E619}"/>
                  </a:ext>
                </a:extLst>
              </p:cNvPr>
              <p:cNvSpPr>
                <a:spLocks noChangeAspect="1"/>
              </p:cNvSpPr>
              <p:nvPr/>
            </p:nvSpPr>
            <p:spPr>
              <a:xfrm>
                <a:off x="8548205" y="2116065"/>
                <a:ext cx="126000" cy="126000"/>
              </a:xfrm>
              <a:prstGeom prst="rect">
                <a:avLst/>
              </a:prstGeom>
              <a:solidFill>
                <a:srgbClr val="FF0000">
                  <a:alpha val="50196"/>
                </a:srgbClr>
              </a:solidFill>
              <a:ln w="12700" cap="flat" cmpd="sng" algn="ctr">
                <a:solidFill>
                  <a:srgbClr val="4472C4">
                    <a:shade val="50000"/>
                  </a:srgbClr>
                </a:solidFill>
                <a:prstDash val="solid"/>
                <a:miter lim="800000"/>
              </a:ln>
              <a:effectLst/>
            </p:spPr>
            <p:txBody>
              <a:bodyPr rtlCol="0" anchor="ctr"/>
              <a:lstStyle/>
              <a:p>
                <a:pPr algn="ctr" eaLnBrk="1" fontAlgn="auto" hangingPunct="1">
                  <a:spcBef>
                    <a:spcPts val="0"/>
                  </a:spcBef>
                  <a:spcAft>
                    <a:spcPts val="0"/>
                  </a:spcAft>
                  <a:defRPr/>
                </a:pPr>
                <a:endParaRPr lang="en-US" kern="0" noProof="0" dirty="0">
                  <a:solidFill>
                    <a:prstClr val="white"/>
                  </a:solidFill>
                  <a:latin typeface="Calibri" panose="020F0502020204030204"/>
                </a:endParaRPr>
              </a:p>
            </p:txBody>
          </p:sp>
          <p:sp>
            <p:nvSpPr>
              <p:cNvPr id="20" name="Rectangle 16">
                <a:extLst>
                  <a:ext uri="{FF2B5EF4-FFF2-40B4-BE49-F238E27FC236}">
                    <a16:creationId xmlns:a16="http://schemas.microsoft.com/office/drawing/2014/main" id="{AB089D8E-CE34-9808-5698-5B64A66635BF}"/>
                  </a:ext>
                </a:extLst>
              </p:cNvPr>
              <p:cNvSpPr>
                <a:spLocks noChangeAspect="1"/>
              </p:cNvSpPr>
              <p:nvPr/>
            </p:nvSpPr>
            <p:spPr>
              <a:xfrm>
                <a:off x="8092857" y="2115830"/>
                <a:ext cx="126235" cy="126235"/>
              </a:xfrm>
              <a:prstGeom prst="rect">
                <a:avLst/>
              </a:prstGeom>
              <a:solidFill>
                <a:srgbClr val="4472C4">
                  <a:lumMod val="60000"/>
                  <a:lumOff val="40000"/>
                </a:srgbClr>
              </a:solidFill>
              <a:ln w="12700" cap="flat" cmpd="sng" algn="ctr">
                <a:solidFill>
                  <a:srgbClr val="4472C4">
                    <a:shade val="50000"/>
                  </a:srgbClr>
                </a:solidFill>
                <a:prstDash val="solid"/>
                <a:miter lim="800000"/>
              </a:ln>
              <a:effectLst/>
            </p:spPr>
            <p:txBody>
              <a:bodyPr rtlCol="0" anchor="ctr"/>
              <a:lstStyle/>
              <a:p>
                <a:pPr algn="r" eaLnBrk="1" fontAlgn="auto" hangingPunct="1">
                  <a:spcBef>
                    <a:spcPts val="0"/>
                  </a:spcBef>
                  <a:spcAft>
                    <a:spcPts val="0"/>
                  </a:spcAft>
                  <a:defRPr/>
                </a:pPr>
                <a:endParaRPr lang="en-US" kern="0" noProof="0" dirty="0">
                  <a:solidFill>
                    <a:prstClr val="white"/>
                  </a:solidFill>
                  <a:latin typeface="Calibri" panose="020F0502020204030204"/>
                </a:endParaRPr>
              </a:p>
            </p:txBody>
          </p:sp>
          <p:sp>
            <p:nvSpPr>
              <p:cNvPr id="21" name="Rectangle 17">
                <a:extLst>
                  <a:ext uri="{FF2B5EF4-FFF2-40B4-BE49-F238E27FC236}">
                    <a16:creationId xmlns:a16="http://schemas.microsoft.com/office/drawing/2014/main" id="{C51956C1-03DF-D5E5-FEE9-61082B3612BD}"/>
                  </a:ext>
                </a:extLst>
              </p:cNvPr>
              <p:cNvSpPr>
                <a:spLocks noChangeAspect="1"/>
              </p:cNvSpPr>
              <p:nvPr/>
            </p:nvSpPr>
            <p:spPr>
              <a:xfrm>
                <a:off x="8320531" y="2115830"/>
                <a:ext cx="126235" cy="126235"/>
              </a:xfrm>
              <a:prstGeom prst="rect">
                <a:avLst/>
              </a:prstGeom>
              <a:solidFill>
                <a:srgbClr val="4472C4">
                  <a:lumMod val="60000"/>
                  <a:lumOff val="40000"/>
                </a:srgbClr>
              </a:solidFill>
              <a:ln w="12700" cap="flat" cmpd="sng" algn="ctr">
                <a:solidFill>
                  <a:srgbClr val="4472C4">
                    <a:shade val="50000"/>
                  </a:srgbClr>
                </a:solidFill>
                <a:prstDash val="solid"/>
                <a:miter lim="800000"/>
              </a:ln>
              <a:effectLst/>
            </p:spPr>
            <p:txBody>
              <a:bodyPr rtlCol="0" anchor="ctr"/>
              <a:lstStyle/>
              <a:p>
                <a:pPr algn="r" eaLnBrk="1" fontAlgn="auto" hangingPunct="1">
                  <a:spcBef>
                    <a:spcPts val="0"/>
                  </a:spcBef>
                  <a:spcAft>
                    <a:spcPts val="0"/>
                  </a:spcAft>
                  <a:defRPr/>
                </a:pPr>
                <a:endParaRPr lang="en-US" kern="0" noProof="0" dirty="0">
                  <a:solidFill>
                    <a:prstClr val="white"/>
                  </a:solidFill>
                  <a:latin typeface="Calibri" panose="020F0502020204030204"/>
                </a:endParaRPr>
              </a:p>
            </p:txBody>
          </p:sp>
        </p:grpSp>
      </p:grpSp>
      <p:sp>
        <p:nvSpPr>
          <p:cNvPr id="22" name="AutoShape 195">
            <a:extLst>
              <a:ext uri="{FF2B5EF4-FFF2-40B4-BE49-F238E27FC236}">
                <a16:creationId xmlns:a16="http://schemas.microsoft.com/office/drawing/2014/main" id="{6D1B382E-605E-0FE2-5439-63A6B31B6E3B}"/>
              </a:ext>
            </a:extLst>
          </p:cNvPr>
          <p:cNvSpPr>
            <a:spLocks noChangeArrowheads="1"/>
          </p:cNvSpPr>
          <p:nvPr/>
        </p:nvSpPr>
        <p:spPr bwMode="auto">
          <a:xfrm>
            <a:off x="381025" y="3464700"/>
            <a:ext cx="2534072" cy="578262"/>
          </a:xfrm>
          <a:prstGeom prst="wedgeRoundRectCallout">
            <a:avLst>
              <a:gd name="adj1" fmla="val 66690"/>
              <a:gd name="adj2" fmla="val 69612"/>
              <a:gd name="adj3" fmla="val 16667"/>
            </a:avLst>
          </a:prstGeom>
          <a:solidFill>
            <a:schemeClr val="accent2"/>
          </a:solidFill>
          <a:ln w="9525">
            <a:solidFill>
              <a:schemeClr val="tx1"/>
            </a:solidFill>
            <a:miter lim="800000"/>
            <a:headEnd/>
            <a:tailEnd/>
          </a:ln>
          <a:effec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noProof="0" dirty="0">
                <a:latin typeface="Tahoma" panose="020B0604030504040204" pitchFamily="34" charset="0"/>
              </a:rPr>
              <a:t>default route by r1</a:t>
            </a:r>
          </a:p>
        </p:txBody>
      </p:sp>
      <p:sp>
        <p:nvSpPr>
          <p:cNvPr id="2" name="AutoShape 195">
            <a:extLst>
              <a:ext uri="{FF2B5EF4-FFF2-40B4-BE49-F238E27FC236}">
                <a16:creationId xmlns:a16="http://schemas.microsoft.com/office/drawing/2014/main" id="{A89D0C12-F6FD-8030-4ACF-C3BBF0FD54BE}"/>
              </a:ext>
            </a:extLst>
          </p:cNvPr>
          <p:cNvSpPr>
            <a:spLocks noChangeArrowheads="1"/>
          </p:cNvSpPr>
          <p:nvPr/>
        </p:nvSpPr>
        <p:spPr bwMode="auto">
          <a:xfrm>
            <a:off x="381025" y="4335557"/>
            <a:ext cx="2534072" cy="578262"/>
          </a:xfrm>
          <a:prstGeom prst="wedgeRoundRectCallout">
            <a:avLst>
              <a:gd name="adj1" fmla="val 66690"/>
              <a:gd name="adj2" fmla="val -13970"/>
              <a:gd name="adj3" fmla="val 16667"/>
            </a:avLst>
          </a:prstGeom>
          <a:solidFill>
            <a:schemeClr val="accent2"/>
          </a:solidFill>
          <a:ln w="9525">
            <a:solidFill>
              <a:schemeClr val="tx1"/>
            </a:solidFill>
            <a:miter lim="800000"/>
            <a:headEnd/>
            <a:tailEnd/>
          </a:ln>
          <a:effec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noProof="0" dirty="0">
                <a:latin typeface="Tahoma" panose="020B0604030504040204" pitchFamily="34" charset="0"/>
              </a:rPr>
              <a:t>loopback prefix</a:t>
            </a:r>
          </a:p>
        </p:txBody>
      </p:sp>
      <p:sp>
        <p:nvSpPr>
          <p:cNvPr id="3" name="AutoShape 195">
            <a:extLst>
              <a:ext uri="{FF2B5EF4-FFF2-40B4-BE49-F238E27FC236}">
                <a16:creationId xmlns:a16="http://schemas.microsoft.com/office/drawing/2014/main" id="{C7D3F92E-8CF2-EC56-3B89-E93AEFC03038}"/>
              </a:ext>
            </a:extLst>
          </p:cNvPr>
          <p:cNvSpPr>
            <a:spLocks noChangeArrowheads="1"/>
          </p:cNvSpPr>
          <p:nvPr/>
        </p:nvSpPr>
        <p:spPr bwMode="auto">
          <a:xfrm>
            <a:off x="381025" y="5206413"/>
            <a:ext cx="2534072" cy="1212349"/>
          </a:xfrm>
          <a:prstGeom prst="wedgeRoundRectCallout">
            <a:avLst>
              <a:gd name="adj1" fmla="val 54834"/>
              <a:gd name="adj2" fmla="val -55189"/>
              <a:gd name="adj3" fmla="val 16667"/>
            </a:avLst>
          </a:prstGeom>
          <a:solidFill>
            <a:schemeClr val="accent2"/>
          </a:solidFill>
          <a:ln w="9525">
            <a:solidFill>
              <a:schemeClr val="tx1"/>
            </a:solidFill>
            <a:miter lim="800000"/>
            <a:headEnd/>
            <a:tailEnd/>
          </a:ln>
          <a:effec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noProof="0" dirty="0">
                <a:latin typeface="Tahoma" panose="020B0604030504040204" pitchFamily="34" charset="0"/>
              </a:rPr>
              <a:t>useful information: for each </a:t>
            </a:r>
            <a:r>
              <a:rPr lang="en-US" noProof="0" dirty="0" err="1">
                <a:latin typeface="Tahoma" panose="020B0604030504040204" pitchFamily="34" charset="0"/>
              </a:rPr>
              <a:t>d.c.</a:t>
            </a:r>
            <a:r>
              <a:rPr lang="en-US" noProof="0" dirty="0">
                <a:latin typeface="Tahoma" panose="020B0604030504040204" pitchFamily="34" charset="0"/>
              </a:rPr>
              <a:t> network, my address and broadcast</a:t>
            </a:r>
          </a:p>
        </p:txBody>
      </p:sp>
      <p:sp>
        <p:nvSpPr>
          <p:cNvPr id="6" name="Parentesi graffa aperta 5">
            <a:extLst>
              <a:ext uri="{FF2B5EF4-FFF2-40B4-BE49-F238E27FC236}">
                <a16:creationId xmlns:a16="http://schemas.microsoft.com/office/drawing/2014/main" id="{4792F883-3D31-59B2-B056-EA77DCA20CAE}"/>
              </a:ext>
            </a:extLst>
          </p:cNvPr>
          <p:cNvSpPr/>
          <p:nvPr/>
        </p:nvSpPr>
        <p:spPr>
          <a:xfrm>
            <a:off x="3054780" y="4702629"/>
            <a:ext cx="289419" cy="862148"/>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noProof="0" dirty="0"/>
          </a:p>
        </p:txBody>
      </p:sp>
    </p:spTree>
    <p:extLst>
      <p:ext uri="{BB962C8B-B14F-4D97-AF65-F5344CB8AC3E}">
        <p14:creationId xmlns:p14="http://schemas.microsoft.com/office/powerpoint/2010/main" val="171570157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Titolo 1">
            <a:extLst>
              <a:ext uri="{FF2B5EF4-FFF2-40B4-BE49-F238E27FC236}">
                <a16:creationId xmlns:a16="http://schemas.microsoft.com/office/drawing/2014/main" id="{EF3F927F-1A40-BC91-E39F-FEBC03E021B1}"/>
              </a:ext>
            </a:extLst>
          </p:cNvPr>
          <p:cNvSpPr>
            <a:spLocks noGrp="1" noChangeArrowheads="1"/>
          </p:cNvSpPr>
          <p:nvPr>
            <p:ph type="title"/>
          </p:nvPr>
        </p:nvSpPr>
        <p:spPr/>
        <p:txBody>
          <a:bodyPr/>
          <a:lstStyle/>
          <a:p>
            <a:r>
              <a:rPr lang="en-US" noProof="0" dirty="0"/>
              <a:t>check the router routing tables</a:t>
            </a:r>
          </a:p>
        </p:txBody>
      </p:sp>
      <p:sp>
        <p:nvSpPr>
          <p:cNvPr id="16387" name="Segnaposto contenuto 2">
            <a:extLst>
              <a:ext uri="{FF2B5EF4-FFF2-40B4-BE49-F238E27FC236}">
                <a16:creationId xmlns:a16="http://schemas.microsoft.com/office/drawing/2014/main" id="{73037276-E4A1-104B-93D3-4087E25E85BE}"/>
              </a:ext>
            </a:extLst>
          </p:cNvPr>
          <p:cNvSpPr>
            <a:spLocks noGrp="1" noChangeArrowheads="1"/>
          </p:cNvSpPr>
          <p:nvPr>
            <p:ph idx="1"/>
          </p:nvPr>
        </p:nvSpPr>
        <p:spPr/>
        <p:txBody>
          <a:bodyPr/>
          <a:lstStyle/>
          <a:p>
            <a:r>
              <a:rPr lang="en-US" noProof="0" dirty="0"/>
              <a:t>on r1, and r2</a:t>
            </a:r>
          </a:p>
          <a:p>
            <a:pPr lvl="1"/>
            <a:r>
              <a:rPr lang="en-US" noProof="0" dirty="0"/>
              <a:t>perform the </a:t>
            </a:r>
            <a:r>
              <a:rPr lang="en-US" noProof="0" dirty="0" err="1">
                <a:latin typeface="Lucida Console" panose="020B0609040504020204" pitchFamily="49" charset="0"/>
              </a:rPr>
              <a:t>routel</a:t>
            </a:r>
            <a:r>
              <a:rPr lang="en-US" noProof="0" dirty="0">
                <a:latin typeface="Lucida Console" panose="020B0609040504020204" pitchFamily="49" charset="0"/>
              </a:rPr>
              <a:t> </a:t>
            </a:r>
            <a:r>
              <a:rPr lang="en-US" noProof="0" dirty="0"/>
              <a:t>command, to check the routing table</a:t>
            </a:r>
          </a:p>
          <a:p>
            <a:pPr marL="0" indent="0">
              <a:buNone/>
            </a:pPr>
            <a:endParaRPr lang="en-US" noProof="0" dirty="0"/>
          </a:p>
          <a:p>
            <a:pPr lvl="1"/>
            <a:endParaRPr lang="en-US" noProof="0" dirty="0"/>
          </a:p>
        </p:txBody>
      </p:sp>
      <p:sp>
        <p:nvSpPr>
          <p:cNvPr id="4" name="Segnaposto data 3">
            <a:extLst>
              <a:ext uri="{FF2B5EF4-FFF2-40B4-BE49-F238E27FC236}">
                <a16:creationId xmlns:a16="http://schemas.microsoft.com/office/drawing/2014/main" id="{8B5151A3-786F-879B-2E77-686FD1857F40}"/>
              </a:ext>
            </a:extLst>
          </p:cNvPr>
          <p:cNvSpPr>
            <a:spLocks noGrp="1"/>
          </p:cNvSpPr>
          <p:nvPr>
            <p:ph type="dt" sz="half" idx="10"/>
          </p:nvPr>
        </p:nvSpPr>
        <p:spPr/>
        <p:txBody>
          <a:bodyPr/>
          <a:lstStyle/>
          <a:p>
            <a:pPr>
              <a:defRPr/>
            </a:pPr>
            <a:r>
              <a:rPr lang="en-US" noProof="0"/>
              <a:t>last update: Oct 2026</a:t>
            </a:r>
            <a:endParaRPr lang="en-US" noProof="0" dirty="0"/>
          </a:p>
        </p:txBody>
      </p:sp>
      <p:sp>
        <p:nvSpPr>
          <p:cNvPr id="5" name="Segnaposto piè di pagina 4">
            <a:extLst>
              <a:ext uri="{FF2B5EF4-FFF2-40B4-BE49-F238E27FC236}">
                <a16:creationId xmlns:a16="http://schemas.microsoft.com/office/drawing/2014/main" id="{B230EF6A-E371-9131-42E1-4EA313E8BFF4}"/>
              </a:ext>
            </a:extLst>
          </p:cNvPr>
          <p:cNvSpPr>
            <a:spLocks noGrp="1"/>
          </p:cNvSpPr>
          <p:nvPr>
            <p:ph type="ftr" sz="quarter" idx="11"/>
          </p:nvPr>
        </p:nvSpPr>
        <p:spPr/>
        <p:txBody>
          <a:bodyPr/>
          <a:lstStyle/>
          <a:p>
            <a:pPr>
              <a:defRPr/>
            </a:pPr>
            <a:r>
              <a:rPr lang="en-US" noProof="0" dirty="0"/>
              <a:t>kathara – [ lab: basic-ipv4 ]</a:t>
            </a:r>
          </a:p>
        </p:txBody>
      </p:sp>
      <p:grpSp>
        <p:nvGrpSpPr>
          <p:cNvPr id="15" name="Group 1">
            <a:extLst>
              <a:ext uri="{FF2B5EF4-FFF2-40B4-BE49-F238E27FC236}">
                <a16:creationId xmlns:a16="http://schemas.microsoft.com/office/drawing/2014/main" id="{38F7B1B9-A325-C3E5-5BC0-6FEA7781803D}"/>
              </a:ext>
            </a:extLst>
          </p:cNvPr>
          <p:cNvGrpSpPr/>
          <p:nvPr/>
        </p:nvGrpSpPr>
        <p:grpSpPr>
          <a:xfrm>
            <a:off x="3503712" y="2924944"/>
            <a:ext cx="8484744" cy="3066336"/>
            <a:chOff x="4868023" y="2378845"/>
            <a:chExt cx="6712255" cy="2359030"/>
          </a:xfrm>
        </p:grpSpPr>
        <p:sp>
          <p:nvSpPr>
            <p:cNvPr id="16" name="Rectangle 4">
              <a:extLst>
                <a:ext uri="{FF2B5EF4-FFF2-40B4-BE49-F238E27FC236}">
                  <a16:creationId xmlns:a16="http://schemas.microsoft.com/office/drawing/2014/main" id="{8375F2A9-AC72-8B87-6BF7-981C001347D2}"/>
                </a:ext>
              </a:extLst>
            </p:cNvPr>
            <p:cNvSpPr/>
            <p:nvPr/>
          </p:nvSpPr>
          <p:spPr>
            <a:xfrm>
              <a:off x="4868023" y="2659116"/>
              <a:ext cx="6712254" cy="2078759"/>
            </a:xfrm>
            <a:prstGeom prst="rect">
              <a:avLst/>
            </a:prstGeom>
            <a:solidFill>
              <a:sysClr val="windowText" lastClr="000000"/>
            </a:solidFill>
            <a:ln w="57150" cap="flat" cmpd="sng" algn="ctr">
              <a:solidFill>
                <a:srgbClr val="4472C4"/>
              </a:solidFill>
              <a:prstDash val="solid"/>
              <a:miter lim="800000"/>
            </a:ln>
            <a:effectLst>
              <a:outerShdw blurRad="50800" dist="38100" dir="2700000" algn="tl" rotWithShape="0">
                <a:prstClr val="black">
                  <a:alpha val="40000"/>
                </a:prstClr>
              </a:outerShdw>
            </a:effectLst>
          </p:spPr>
          <p:txBody>
            <a:bodyPr rtlCol="0" anchor="t"/>
            <a:lstStyle/>
            <a:p>
              <a:pPr eaLnBrk="1" hangingPunct="1"/>
              <a:r>
                <a:rPr lang="en-US" sz="1400" noProof="0" dirty="0">
                  <a:solidFill>
                    <a:schemeClr val="bg2">
                      <a:lumMod val="60000"/>
                      <a:lumOff val="40000"/>
                    </a:schemeClr>
                  </a:solidFill>
                  <a:latin typeface="Lucida Console" panose="020B0609040504020204" pitchFamily="49" charset="0"/>
                </a:rPr>
                <a:t>root@r1:/# </a:t>
              </a:r>
              <a:r>
                <a:rPr lang="en-US" sz="1400" b="1" noProof="0" dirty="0" err="1">
                  <a:solidFill>
                    <a:schemeClr val="bg1"/>
                  </a:solidFill>
                  <a:latin typeface="Lucida Console" panose="020B0609040504020204" pitchFamily="49" charset="0"/>
                </a:rPr>
                <a:t>routel</a:t>
              </a:r>
              <a:endParaRPr lang="en-US" sz="1400" b="1" noProof="0" dirty="0">
                <a:solidFill>
                  <a:schemeClr val="bg1"/>
                </a:solidFill>
                <a:latin typeface="Lucida Console" panose="020B0609040504020204" pitchFamily="49" charset="0"/>
              </a:endParaRPr>
            </a:p>
            <a:p>
              <a:pPr eaLnBrk="1" hangingPunct="1"/>
              <a:r>
                <a:rPr lang="en-US" sz="1400" noProof="0" dirty="0" err="1">
                  <a:solidFill>
                    <a:schemeClr val="bg1"/>
                  </a:solidFill>
                  <a:latin typeface="Lucida Console" panose="020B0609040504020204" pitchFamily="49" charset="0"/>
                </a:rPr>
                <a:t>Dst</a:t>
              </a:r>
              <a:r>
                <a:rPr lang="en-US" sz="1400" noProof="0" dirty="0">
                  <a:solidFill>
                    <a:schemeClr val="bg1"/>
                  </a:solidFill>
                  <a:latin typeface="Lucida Console" panose="020B0609040504020204" pitchFamily="49" charset="0"/>
                </a:rPr>
                <a:t>             Gateway         </a:t>
              </a:r>
              <a:r>
                <a:rPr lang="en-US" sz="1400" noProof="0" dirty="0" err="1">
                  <a:solidFill>
                    <a:schemeClr val="bg1"/>
                  </a:solidFill>
                  <a:latin typeface="Lucida Console" panose="020B0609040504020204" pitchFamily="49" charset="0"/>
                </a:rPr>
                <a:t>Prefsrc</a:t>
              </a:r>
              <a:r>
                <a:rPr lang="en-US" sz="1400" noProof="0" dirty="0">
                  <a:solidFill>
                    <a:schemeClr val="bg1"/>
                  </a:solidFill>
                  <a:latin typeface="Lucida Console" panose="020B0609040504020204" pitchFamily="49" charset="0"/>
                </a:rPr>
                <a:t>         Protocol Scope   Dev    Table</a:t>
              </a:r>
            </a:p>
            <a:p>
              <a:pPr eaLnBrk="1" hangingPunct="1"/>
              <a:r>
                <a:rPr lang="en-US" sz="1400" noProof="0" dirty="0">
                  <a:solidFill>
                    <a:schemeClr val="bg1"/>
                  </a:solidFill>
                  <a:latin typeface="Lucida Console" panose="020B0609040504020204" pitchFamily="49" charset="0"/>
                </a:rPr>
                <a:t>100.0.0.8/30                    100.0.0.9       kernel   link    eth1</a:t>
              </a:r>
            </a:p>
            <a:p>
              <a:pPr eaLnBrk="1" hangingPunct="1"/>
              <a:r>
                <a:rPr lang="en-US" sz="1400" noProof="0" dirty="0">
                  <a:solidFill>
                    <a:schemeClr val="bg1"/>
                  </a:solidFill>
                  <a:latin typeface="Lucida Console" panose="020B0609040504020204" pitchFamily="49" charset="0"/>
                </a:rPr>
                <a:t>195.11.14.0/24                  195.11.14.1     kernel   link    eth0</a:t>
              </a:r>
            </a:p>
            <a:p>
              <a:pPr eaLnBrk="1" hangingPunct="1"/>
              <a:r>
                <a:rPr lang="en-US" sz="1400" noProof="0" dirty="0">
                  <a:solidFill>
                    <a:schemeClr val="bg1"/>
                  </a:solidFill>
                  <a:latin typeface="Lucida Console" panose="020B0609040504020204" pitchFamily="49" charset="0"/>
                </a:rPr>
                <a:t>200.1.1.0/24    100.0.0.10                                       eth1</a:t>
              </a:r>
            </a:p>
            <a:p>
              <a:pPr eaLnBrk="1" hangingPunct="1"/>
              <a:r>
                <a:rPr lang="en-US" sz="1400" noProof="0" dirty="0">
                  <a:solidFill>
                    <a:schemeClr val="bg1"/>
                  </a:solidFill>
                  <a:latin typeface="Lucida Console" panose="020B0609040504020204" pitchFamily="49" charset="0"/>
                </a:rPr>
                <a:t>100.0.0.9                       100.0.0.9       kernel   host    eth1   local</a:t>
              </a:r>
            </a:p>
            <a:p>
              <a:pPr eaLnBrk="1" hangingPunct="1"/>
              <a:r>
                <a:rPr lang="en-US" sz="1400" noProof="0" dirty="0">
                  <a:solidFill>
                    <a:schemeClr val="bg1"/>
                  </a:solidFill>
                  <a:latin typeface="Lucida Console" panose="020B0609040504020204" pitchFamily="49" charset="0"/>
                </a:rPr>
                <a:t>100.0.0.11                      100.0.0.9       kernel   link    eth1   local</a:t>
              </a:r>
            </a:p>
            <a:p>
              <a:pPr eaLnBrk="1" hangingPunct="1"/>
              <a:r>
                <a:rPr lang="en-US" sz="1400" noProof="0" dirty="0">
                  <a:solidFill>
                    <a:schemeClr val="bg1"/>
                  </a:solidFill>
                  <a:latin typeface="Lucida Console" panose="020B0609040504020204" pitchFamily="49" charset="0"/>
                </a:rPr>
                <a:t>127.0.0.0/8                     127.0.0.1       kernel   host    lo     local</a:t>
              </a:r>
            </a:p>
            <a:p>
              <a:pPr eaLnBrk="1" hangingPunct="1"/>
              <a:r>
                <a:rPr lang="en-US" sz="1400" noProof="0" dirty="0">
                  <a:solidFill>
                    <a:schemeClr val="bg1"/>
                  </a:solidFill>
                  <a:latin typeface="Lucida Console" panose="020B0609040504020204" pitchFamily="49" charset="0"/>
                </a:rPr>
                <a:t>127.0.0.1                       127.0.0.1       kernel   host    lo     local</a:t>
              </a:r>
            </a:p>
            <a:p>
              <a:pPr eaLnBrk="1" hangingPunct="1"/>
              <a:r>
                <a:rPr lang="en-US" sz="1400" noProof="0" dirty="0">
                  <a:solidFill>
                    <a:schemeClr val="bg1"/>
                  </a:solidFill>
                  <a:latin typeface="Lucida Console" panose="020B0609040504020204" pitchFamily="49" charset="0"/>
                </a:rPr>
                <a:t>127.255.255.255                 127.0.0.1       kernel   link    lo     local</a:t>
              </a:r>
            </a:p>
            <a:p>
              <a:pPr eaLnBrk="1" hangingPunct="1"/>
              <a:r>
                <a:rPr lang="en-US" sz="1400" noProof="0" dirty="0">
                  <a:solidFill>
                    <a:schemeClr val="bg1"/>
                  </a:solidFill>
                  <a:latin typeface="Lucida Console" panose="020B0609040504020204" pitchFamily="49" charset="0"/>
                </a:rPr>
                <a:t>195.11.14.1                     195.11.14.1     kernel   host    eth0   local</a:t>
              </a:r>
            </a:p>
            <a:p>
              <a:pPr eaLnBrk="1" hangingPunct="1"/>
              <a:r>
                <a:rPr lang="en-US" sz="1400" noProof="0" dirty="0">
                  <a:solidFill>
                    <a:schemeClr val="bg1"/>
                  </a:solidFill>
                  <a:latin typeface="Lucida Console" panose="020B0609040504020204" pitchFamily="49" charset="0"/>
                </a:rPr>
                <a:t>195.11.14.255                   195.11.14.1     kernel   link    eth0   local</a:t>
              </a:r>
            </a:p>
          </p:txBody>
        </p:sp>
        <p:sp>
          <p:nvSpPr>
            <p:cNvPr id="17" name="Rectangle 5">
              <a:extLst>
                <a:ext uri="{FF2B5EF4-FFF2-40B4-BE49-F238E27FC236}">
                  <a16:creationId xmlns:a16="http://schemas.microsoft.com/office/drawing/2014/main" id="{CECE6BD3-20E6-06AD-FF6E-B7FF07921F06}"/>
                </a:ext>
              </a:extLst>
            </p:cNvPr>
            <p:cNvSpPr/>
            <p:nvPr/>
          </p:nvSpPr>
          <p:spPr>
            <a:xfrm>
              <a:off x="4868024" y="2378845"/>
              <a:ext cx="6712254" cy="286249"/>
            </a:xfrm>
            <a:prstGeom prst="rect">
              <a:avLst/>
            </a:prstGeom>
            <a:solidFill>
              <a:srgbClr val="4472C4"/>
            </a:solidFill>
            <a:ln w="57150" cap="flat" cmpd="sng" algn="ctr">
              <a:solidFill>
                <a:srgbClr val="4472C4"/>
              </a:solidFill>
              <a:prstDash val="solid"/>
              <a:miter lim="800000"/>
            </a:ln>
            <a:effectLst>
              <a:outerShdw blurRad="50800" dist="25400" algn="l" rotWithShape="0">
                <a:prstClr val="black">
                  <a:alpha val="32000"/>
                </a:prstClr>
              </a:outerShdw>
            </a:effectLst>
          </p:spPr>
          <p:txBody>
            <a:bodyPr rtlCol="0" anchor="ctr"/>
            <a:lstStyle/>
            <a:p>
              <a:pPr algn="ctr" eaLnBrk="1" fontAlgn="auto" hangingPunct="1">
                <a:spcBef>
                  <a:spcPts val="0"/>
                </a:spcBef>
                <a:spcAft>
                  <a:spcPts val="0"/>
                </a:spcAft>
                <a:defRPr/>
              </a:pPr>
              <a:r>
                <a:rPr lang="en-US" kern="0" noProof="0" dirty="0">
                  <a:solidFill>
                    <a:prstClr val="white"/>
                  </a:solidFill>
                  <a:latin typeface="Calibri" panose="020F0502020204030204"/>
                </a:rPr>
                <a:t>r1</a:t>
              </a:r>
            </a:p>
          </p:txBody>
        </p:sp>
        <p:grpSp>
          <p:nvGrpSpPr>
            <p:cNvPr id="18" name="Group 14">
              <a:extLst>
                <a:ext uri="{FF2B5EF4-FFF2-40B4-BE49-F238E27FC236}">
                  <a16:creationId xmlns:a16="http://schemas.microsoft.com/office/drawing/2014/main" id="{B01A2001-F7B1-804F-BC39-5F8CDB73498B}"/>
                </a:ext>
              </a:extLst>
            </p:cNvPr>
            <p:cNvGrpSpPr/>
            <p:nvPr/>
          </p:nvGrpSpPr>
          <p:grpSpPr>
            <a:xfrm>
              <a:off x="10920536" y="2466851"/>
              <a:ext cx="581348" cy="126235"/>
              <a:chOff x="8092857" y="2115830"/>
              <a:chExt cx="581348" cy="126235"/>
            </a:xfrm>
          </p:grpSpPr>
          <p:sp>
            <p:nvSpPr>
              <p:cNvPr id="19" name="Rectangle 15">
                <a:extLst>
                  <a:ext uri="{FF2B5EF4-FFF2-40B4-BE49-F238E27FC236}">
                    <a16:creationId xmlns:a16="http://schemas.microsoft.com/office/drawing/2014/main" id="{851D9A62-0D93-F1D9-18D5-BB3CA5E0E619}"/>
                  </a:ext>
                </a:extLst>
              </p:cNvPr>
              <p:cNvSpPr>
                <a:spLocks noChangeAspect="1"/>
              </p:cNvSpPr>
              <p:nvPr/>
            </p:nvSpPr>
            <p:spPr>
              <a:xfrm>
                <a:off x="8548205" y="2116065"/>
                <a:ext cx="126000" cy="126000"/>
              </a:xfrm>
              <a:prstGeom prst="rect">
                <a:avLst/>
              </a:prstGeom>
              <a:solidFill>
                <a:srgbClr val="FF0000">
                  <a:alpha val="50196"/>
                </a:srgbClr>
              </a:solidFill>
              <a:ln w="12700" cap="flat" cmpd="sng" algn="ctr">
                <a:solidFill>
                  <a:srgbClr val="4472C4">
                    <a:shade val="50000"/>
                  </a:srgbClr>
                </a:solidFill>
                <a:prstDash val="solid"/>
                <a:miter lim="800000"/>
              </a:ln>
              <a:effectLst/>
            </p:spPr>
            <p:txBody>
              <a:bodyPr rtlCol="0" anchor="ctr"/>
              <a:lstStyle/>
              <a:p>
                <a:pPr algn="ctr" eaLnBrk="1" fontAlgn="auto" hangingPunct="1">
                  <a:spcBef>
                    <a:spcPts val="0"/>
                  </a:spcBef>
                  <a:spcAft>
                    <a:spcPts val="0"/>
                  </a:spcAft>
                  <a:defRPr/>
                </a:pPr>
                <a:endParaRPr lang="en-US" kern="0" noProof="0" dirty="0">
                  <a:solidFill>
                    <a:prstClr val="white"/>
                  </a:solidFill>
                  <a:latin typeface="Calibri" panose="020F0502020204030204"/>
                </a:endParaRPr>
              </a:p>
            </p:txBody>
          </p:sp>
          <p:sp>
            <p:nvSpPr>
              <p:cNvPr id="20" name="Rectangle 16">
                <a:extLst>
                  <a:ext uri="{FF2B5EF4-FFF2-40B4-BE49-F238E27FC236}">
                    <a16:creationId xmlns:a16="http://schemas.microsoft.com/office/drawing/2014/main" id="{AB089D8E-CE34-9808-5698-5B64A66635BF}"/>
                  </a:ext>
                </a:extLst>
              </p:cNvPr>
              <p:cNvSpPr>
                <a:spLocks noChangeAspect="1"/>
              </p:cNvSpPr>
              <p:nvPr/>
            </p:nvSpPr>
            <p:spPr>
              <a:xfrm>
                <a:off x="8092857" y="2115830"/>
                <a:ext cx="126235" cy="126235"/>
              </a:xfrm>
              <a:prstGeom prst="rect">
                <a:avLst/>
              </a:prstGeom>
              <a:solidFill>
                <a:srgbClr val="4472C4">
                  <a:lumMod val="60000"/>
                  <a:lumOff val="40000"/>
                </a:srgbClr>
              </a:solidFill>
              <a:ln w="12700" cap="flat" cmpd="sng" algn="ctr">
                <a:solidFill>
                  <a:srgbClr val="4472C4">
                    <a:shade val="50000"/>
                  </a:srgbClr>
                </a:solidFill>
                <a:prstDash val="solid"/>
                <a:miter lim="800000"/>
              </a:ln>
              <a:effectLst/>
            </p:spPr>
            <p:txBody>
              <a:bodyPr rtlCol="0" anchor="ctr"/>
              <a:lstStyle/>
              <a:p>
                <a:pPr algn="r" eaLnBrk="1" fontAlgn="auto" hangingPunct="1">
                  <a:spcBef>
                    <a:spcPts val="0"/>
                  </a:spcBef>
                  <a:spcAft>
                    <a:spcPts val="0"/>
                  </a:spcAft>
                  <a:defRPr/>
                </a:pPr>
                <a:endParaRPr lang="en-US" kern="0" noProof="0" dirty="0">
                  <a:solidFill>
                    <a:prstClr val="white"/>
                  </a:solidFill>
                  <a:latin typeface="Calibri" panose="020F0502020204030204"/>
                </a:endParaRPr>
              </a:p>
            </p:txBody>
          </p:sp>
          <p:sp>
            <p:nvSpPr>
              <p:cNvPr id="21" name="Rectangle 17">
                <a:extLst>
                  <a:ext uri="{FF2B5EF4-FFF2-40B4-BE49-F238E27FC236}">
                    <a16:creationId xmlns:a16="http://schemas.microsoft.com/office/drawing/2014/main" id="{C51956C1-03DF-D5E5-FEE9-61082B3612BD}"/>
                  </a:ext>
                </a:extLst>
              </p:cNvPr>
              <p:cNvSpPr>
                <a:spLocks noChangeAspect="1"/>
              </p:cNvSpPr>
              <p:nvPr/>
            </p:nvSpPr>
            <p:spPr>
              <a:xfrm>
                <a:off x="8320531" y="2115830"/>
                <a:ext cx="126235" cy="126235"/>
              </a:xfrm>
              <a:prstGeom prst="rect">
                <a:avLst/>
              </a:prstGeom>
              <a:solidFill>
                <a:srgbClr val="4472C4">
                  <a:lumMod val="60000"/>
                  <a:lumOff val="40000"/>
                </a:srgbClr>
              </a:solidFill>
              <a:ln w="12700" cap="flat" cmpd="sng" algn="ctr">
                <a:solidFill>
                  <a:srgbClr val="4472C4">
                    <a:shade val="50000"/>
                  </a:srgbClr>
                </a:solidFill>
                <a:prstDash val="solid"/>
                <a:miter lim="800000"/>
              </a:ln>
              <a:effectLst/>
            </p:spPr>
            <p:txBody>
              <a:bodyPr rtlCol="0" anchor="ctr"/>
              <a:lstStyle/>
              <a:p>
                <a:pPr algn="r" eaLnBrk="1" fontAlgn="auto" hangingPunct="1">
                  <a:spcBef>
                    <a:spcPts val="0"/>
                  </a:spcBef>
                  <a:spcAft>
                    <a:spcPts val="0"/>
                  </a:spcAft>
                  <a:defRPr/>
                </a:pPr>
                <a:endParaRPr lang="en-US" kern="0" noProof="0" dirty="0">
                  <a:solidFill>
                    <a:prstClr val="white"/>
                  </a:solidFill>
                  <a:latin typeface="Calibri" panose="020F0502020204030204"/>
                </a:endParaRPr>
              </a:p>
            </p:txBody>
          </p:sp>
        </p:grpSp>
      </p:grpSp>
      <p:sp>
        <p:nvSpPr>
          <p:cNvPr id="22" name="AutoShape 195">
            <a:extLst>
              <a:ext uri="{FF2B5EF4-FFF2-40B4-BE49-F238E27FC236}">
                <a16:creationId xmlns:a16="http://schemas.microsoft.com/office/drawing/2014/main" id="{6D1B382E-605E-0FE2-5439-63A6B31B6E3B}"/>
              </a:ext>
            </a:extLst>
          </p:cNvPr>
          <p:cNvSpPr>
            <a:spLocks noChangeArrowheads="1"/>
          </p:cNvSpPr>
          <p:nvPr/>
        </p:nvSpPr>
        <p:spPr bwMode="auto">
          <a:xfrm>
            <a:off x="211508" y="2635813"/>
            <a:ext cx="2534072" cy="578262"/>
          </a:xfrm>
          <a:prstGeom prst="wedgeRoundRectCallout">
            <a:avLst>
              <a:gd name="adj1" fmla="val 77688"/>
              <a:gd name="adj2" fmla="val 159832"/>
              <a:gd name="adj3" fmla="val 16667"/>
            </a:avLst>
          </a:prstGeom>
          <a:solidFill>
            <a:schemeClr val="accent2"/>
          </a:solidFill>
          <a:ln w="9525">
            <a:solidFill>
              <a:schemeClr val="tx1"/>
            </a:solidFill>
            <a:miter lim="800000"/>
            <a:headEnd/>
            <a:tailEnd/>
          </a:ln>
          <a:effec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noProof="0" dirty="0">
                <a:latin typeface="Tahoma" panose="020B0604030504040204" pitchFamily="34" charset="0"/>
              </a:rPr>
              <a:t>Lan B</a:t>
            </a:r>
          </a:p>
        </p:txBody>
      </p:sp>
      <p:sp>
        <p:nvSpPr>
          <p:cNvPr id="14" name="AutoShape 195">
            <a:extLst>
              <a:ext uri="{FF2B5EF4-FFF2-40B4-BE49-F238E27FC236}">
                <a16:creationId xmlns:a16="http://schemas.microsoft.com/office/drawing/2014/main" id="{C10F6F2F-7580-9492-4EB5-90A2F400CFC8}"/>
              </a:ext>
            </a:extLst>
          </p:cNvPr>
          <p:cNvSpPr>
            <a:spLocks noChangeArrowheads="1"/>
          </p:cNvSpPr>
          <p:nvPr/>
        </p:nvSpPr>
        <p:spPr bwMode="auto">
          <a:xfrm>
            <a:off x="209924" y="3650160"/>
            <a:ext cx="2534072" cy="578262"/>
          </a:xfrm>
          <a:prstGeom prst="wedgeRoundRectCallout">
            <a:avLst>
              <a:gd name="adj1" fmla="val 76613"/>
              <a:gd name="adj2" fmla="val 17813"/>
              <a:gd name="adj3" fmla="val 16667"/>
            </a:avLst>
          </a:prstGeom>
          <a:solidFill>
            <a:schemeClr val="accent2"/>
          </a:solidFill>
          <a:ln w="9525">
            <a:solidFill>
              <a:schemeClr val="tx1"/>
            </a:solidFill>
            <a:miter lim="800000"/>
            <a:headEnd/>
            <a:tailEnd/>
          </a:ln>
          <a:effec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noProof="0" dirty="0">
                <a:latin typeface="Tahoma" panose="020B0604030504040204" pitchFamily="34" charset="0"/>
              </a:rPr>
              <a:t>Lan A</a:t>
            </a:r>
          </a:p>
        </p:txBody>
      </p:sp>
      <p:sp>
        <p:nvSpPr>
          <p:cNvPr id="23" name="AutoShape 195">
            <a:extLst>
              <a:ext uri="{FF2B5EF4-FFF2-40B4-BE49-F238E27FC236}">
                <a16:creationId xmlns:a16="http://schemas.microsoft.com/office/drawing/2014/main" id="{A21BC03A-18D7-044E-5F44-ECFB887A2F39}"/>
              </a:ext>
            </a:extLst>
          </p:cNvPr>
          <p:cNvSpPr>
            <a:spLocks noChangeArrowheads="1"/>
          </p:cNvSpPr>
          <p:nvPr/>
        </p:nvSpPr>
        <p:spPr bwMode="auto">
          <a:xfrm>
            <a:off x="209924" y="4335556"/>
            <a:ext cx="2534072" cy="578262"/>
          </a:xfrm>
          <a:prstGeom prst="wedgeRoundRectCallout">
            <a:avLst>
              <a:gd name="adj1" fmla="val 76760"/>
              <a:gd name="adj2" fmla="val -56804"/>
              <a:gd name="adj3" fmla="val 16667"/>
            </a:avLst>
          </a:prstGeom>
          <a:solidFill>
            <a:schemeClr val="accent2"/>
          </a:solidFill>
          <a:ln w="9525">
            <a:solidFill>
              <a:schemeClr val="tx1"/>
            </a:solidFill>
            <a:miter lim="800000"/>
            <a:headEnd/>
            <a:tailEnd/>
          </a:ln>
          <a:effec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noProof="0" dirty="0">
                <a:latin typeface="Tahoma" panose="020B0604030504040204" pitchFamily="34" charset="0"/>
              </a:rPr>
              <a:t>Lan C</a:t>
            </a:r>
          </a:p>
        </p:txBody>
      </p:sp>
      <p:sp>
        <p:nvSpPr>
          <p:cNvPr id="24" name="AutoShape 195">
            <a:extLst>
              <a:ext uri="{FF2B5EF4-FFF2-40B4-BE49-F238E27FC236}">
                <a16:creationId xmlns:a16="http://schemas.microsoft.com/office/drawing/2014/main" id="{7E7E76EF-2980-985D-B18A-A274316A2ED4}"/>
              </a:ext>
            </a:extLst>
          </p:cNvPr>
          <p:cNvSpPr>
            <a:spLocks noChangeArrowheads="1"/>
          </p:cNvSpPr>
          <p:nvPr/>
        </p:nvSpPr>
        <p:spPr bwMode="auto">
          <a:xfrm>
            <a:off x="5663952" y="5125415"/>
            <a:ext cx="864096" cy="578262"/>
          </a:xfrm>
          <a:prstGeom prst="wedgeRoundRectCallout">
            <a:avLst>
              <a:gd name="adj1" fmla="val -33602"/>
              <a:gd name="adj2" fmla="val -163927"/>
              <a:gd name="adj3" fmla="val 16667"/>
            </a:avLst>
          </a:prstGeom>
          <a:solidFill>
            <a:schemeClr val="accent2"/>
          </a:solidFill>
          <a:ln w="9525">
            <a:solidFill>
              <a:schemeClr val="tx1"/>
            </a:solidFill>
            <a:miter lim="800000"/>
            <a:headEnd/>
            <a:tailEnd/>
          </a:ln>
          <a:effec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noProof="0" dirty="0">
                <a:latin typeface="Tahoma" panose="020B0604030504040204" pitchFamily="34" charset="0"/>
              </a:rPr>
              <a:t>r2</a:t>
            </a:r>
          </a:p>
        </p:txBody>
      </p:sp>
      <p:sp>
        <p:nvSpPr>
          <p:cNvPr id="2" name="AutoShape 195">
            <a:extLst>
              <a:ext uri="{FF2B5EF4-FFF2-40B4-BE49-F238E27FC236}">
                <a16:creationId xmlns:a16="http://schemas.microsoft.com/office/drawing/2014/main" id="{F048F320-28FA-7C96-DC42-A9C35EE4E39C}"/>
              </a:ext>
            </a:extLst>
          </p:cNvPr>
          <p:cNvSpPr>
            <a:spLocks noChangeArrowheads="1"/>
          </p:cNvSpPr>
          <p:nvPr/>
        </p:nvSpPr>
        <p:spPr bwMode="auto">
          <a:xfrm>
            <a:off x="209925" y="5206413"/>
            <a:ext cx="2534072" cy="1212349"/>
          </a:xfrm>
          <a:prstGeom prst="wedgeRoundRectCallout">
            <a:avLst>
              <a:gd name="adj1" fmla="val 57927"/>
              <a:gd name="adj2" fmla="val -58422"/>
              <a:gd name="adj3" fmla="val 16667"/>
            </a:avLst>
          </a:prstGeom>
          <a:solidFill>
            <a:schemeClr val="accent2"/>
          </a:solidFill>
          <a:ln w="9525">
            <a:solidFill>
              <a:schemeClr val="tx1"/>
            </a:solidFill>
            <a:miter lim="800000"/>
            <a:headEnd/>
            <a:tailEnd/>
          </a:ln>
          <a:effec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noProof="0" dirty="0">
                <a:latin typeface="Tahoma" panose="020B0604030504040204" pitchFamily="34" charset="0"/>
              </a:rPr>
              <a:t>useful information: for each </a:t>
            </a:r>
            <a:r>
              <a:rPr lang="en-US" noProof="0" dirty="0" err="1">
                <a:latin typeface="Tahoma" panose="020B0604030504040204" pitchFamily="34" charset="0"/>
              </a:rPr>
              <a:t>d.c.</a:t>
            </a:r>
            <a:r>
              <a:rPr lang="en-US" noProof="0" dirty="0">
                <a:latin typeface="Tahoma" panose="020B0604030504040204" pitchFamily="34" charset="0"/>
              </a:rPr>
              <a:t> network, my address and broadcast</a:t>
            </a:r>
          </a:p>
        </p:txBody>
      </p:sp>
      <p:sp>
        <p:nvSpPr>
          <p:cNvPr id="3" name="Parentesi graffa aperta 2">
            <a:extLst>
              <a:ext uri="{FF2B5EF4-FFF2-40B4-BE49-F238E27FC236}">
                <a16:creationId xmlns:a16="http://schemas.microsoft.com/office/drawing/2014/main" id="{12316CB7-B97B-03E0-18F1-94FBDF580263}"/>
              </a:ext>
            </a:extLst>
          </p:cNvPr>
          <p:cNvSpPr/>
          <p:nvPr/>
        </p:nvSpPr>
        <p:spPr>
          <a:xfrm>
            <a:off x="3054780" y="4454434"/>
            <a:ext cx="301243" cy="1345475"/>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noProof="0" dirty="0"/>
          </a:p>
        </p:txBody>
      </p:sp>
    </p:spTree>
    <p:extLst>
      <p:ext uri="{BB962C8B-B14F-4D97-AF65-F5344CB8AC3E}">
        <p14:creationId xmlns:p14="http://schemas.microsoft.com/office/powerpoint/2010/main" val="290077322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6" name="Rectangle 2">
            <a:extLst>
              <a:ext uri="{FF2B5EF4-FFF2-40B4-BE49-F238E27FC236}">
                <a16:creationId xmlns:a16="http://schemas.microsoft.com/office/drawing/2014/main" id="{FB2E0A32-A59E-7612-9251-F9780ACA9F1D}"/>
              </a:ext>
            </a:extLst>
          </p:cNvPr>
          <p:cNvSpPr>
            <a:spLocks noGrp="1" noChangeArrowheads="1"/>
          </p:cNvSpPr>
          <p:nvPr>
            <p:ph type="title"/>
          </p:nvPr>
        </p:nvSpPr>
        <p:spPr/>
        <p:txBody>
          <a:bodyPr/>
          <a:lstStyle/>
          <a:p>
            <a:pPr eaLnBrk="1" hangingPunct="1"/>
            <a:r>
              <a:rPr lang="en-US" noProof="0" dirty="0"/>
              <a:t>sniff the traffic</a:t>
            </a:r>
          </a:p>
        </p:txBody>
      </p:sp>
      <p:sp>
        <p:nvSpPr>
          <p:cNvPr id="18437" name="Rectangle 10">
            <a:extLst>
              <a:ext uri="{FF2B5EF4-FFF2-40B4-BE49-F238E27FC236}">
                <a16:creationId xmlns:a16="http://schemas.microsoft.com/office/drawing/2014/main" id="{AFF8E2DB-E1FE-B10A-80D1-645659F9A094}"/>
              </a:ext>
            </a:extLst>
          </p:cNvPr>
          <p:cNvSpPr>
            <a:spLocks noGrp="1" noChangeArrowheads="1"/>
          </p:cNvSpPr>
          <p:nvPr>
            <p:ph idx="1"/>
          </p:nvPr>
        </p:nvSpPr>
        <p:spPr/>
        <p:txBody>
          <a:bodyPr>
            <a:noAutofit/>
          </a:bodyPr>
          <a:lstStyle/>
          <a:p>
            <a:pPr eaLnBrk="1" hangingPunct="1"/>
            <a:r>
              <a:rPr lang="en-US" sz="2800" noProof="0" dirty="0"/>
              <a:t>connect the </a:t>
            </a:r>
            <a:r>
              <a:rPr lang="en-US" sz="2800" noProof="0" dirty="0" err="1"/>
              <a:t>wireshark</a:t>
            </a:r>
            <a:r>
              <a:rPr lang="en-US" sz="2800" noProof="0" dirty="0"/>
              <a:t> device to collision domain C</a:t>
            </a:r>
          </a:p>
          <a:p>
            <a:pPr eaLnBrk="1" hangingPunct="1"/>
            <a:endParaRPr lang="en-US" sz="2800" noProof="0" dirty="0"/>
          </a:p>
          <a:p>
            <a:pPr eaLnBrk="1" hangingPunct="1"/>
            <a:endParaRPr lang="en-US" sz="2800" noProof="0" dirty="0"/>
          </a:p>
          <a:p>
            <a:pPr eaLnBrk="1" hangingPunct="1"/>
            <a:endParaRPr lang="en-US" sz="2800" noProof="0" dirty="0"/>
          </a:p>
          <a:p>
            <a:pPr eaLnBrk="1" hangingPunct="1"/>
            <a:endParaRPr lang="en-US" sz="2800" noProof="0" dirty="0"/>
          </a:p>
          <a:p>
            <a:pPr eaLnBrk="1" hangingPunct="1"/>
            <a:r>
              <a:rPr lang="en-US" sz="2800" noProof="0" dirty="0"/>
              <a:t>open any browser on the host machine </a:t>
            </a:r>
          </a:p>
          <a:p>
            <a:pPr lvl="1"/>
            <a:r>
              <a:rPr lang="en-US" sz="2400" noProof="0" dirty="0"/>
              <a:t>on </a:t>
            </a:r>
            <a:r>
              <a:rPr lang="en-US" sz="2400" b="1" noProof="0" dirty="0"/>
              <a:t>localhost:3000 </a:t>
            </a:r>
          </a:p>
          <a:p>
            <a:pPr lvl="1"/>
            <a:r>
              <a:rPr lang="en-US" sz="2400" noProof="0" dirty="0"/>
              <a:t>sniff eth1</a:t>
            </a:r>
          </a:p>
        </p:txBody>
      </p:sp>
      <p:sp>
        <p:nvSpPr>
          <p:cNvPr id="35" name="Segnaposto data 3">
            <a:extLst>
              <a:ext uri="{FF2B5EF4-FFF2-40B4-BE49-F238E27FC236}">
                <a16:creationId xmlns:a16="http://schemas.microsoft.com/office/drawing/2014/main" id="{7B1F9DF1-1F0D-8325-DDE9-67D58F707DBA}"/>
              </a:ext>
            </a:extLst>
          </p:cNvPr>
          <p:cNvSpPr>
            <a:spLocks noGrp="1"/>
          </p:cNvSpPr>
          <p:nvPr>
            <p:ph type="dt" sz="half" idx="10"/>
          </p:nvPr>
        </p:nvSpPr>
        <p:spPr/>
        <p:txBody>
          <a:bodyPr/>
          <a:lstStyle/>
          <a:p>
            <a:pPr>
              <a:defRPr/>
            </a:pPr>
            <a:r>
              <a:rPr lang="en-US" noProof="0"/>
              <a:t>last update: Oct 2026</a:t>
            </a:r>
            <a:endParaRPr lang="en-US" noProof="0" dirty="0"/>
          </a:p>
        </p:txBody>
      </p:sp>
      <p:sp>
        <p:nvSpPr>
          <p:cNvPr id="36" name="Segnaposto piè di pagina 4">
            <a:extLst>
              <a:ext uri="{FF2B5EF4-FFF2-40B4-BE49-F238E27FC236}">
                <a16:creationId xmlns:a16="http://schemas.microsoft.com/office/drawing/2014/main" id="{AE3C7413-D9D4-2179-C5E9-5224B2E2C498}"/>
              </a:ext>
            </a:extLst>
          </p:cNvPr>
          <p:cNvSpPr>
            <a:spLocks noGrp="1"/>
          </p:cNvSpPr>
          <p:nvPr>
            <p:ph type="ftr" sz="quarter" idx="11"/>
          </p:nvPr>
        </p:nvSpPr>
        <p:spPr/>
        <p:txBody>
          <a:bodyPr/>
          <a:lstStyle/>
          <a:p>
            <a:pPr>
              <a:defRPr/>
            </a:pPr>
            <a:r>
              <a:rPr lang="en-US" noProof="0" dirty="0"/>
              <a:t>kathara – [ lab: basic-ipv4 ]</a:t>
            </a:r>
          </a:p>
        </p:txBody>
      </p:sp>
      <p:grpSp>
        <p:nvGrpSpPr>
          <p:cNvPr id="31" name="Group 1">
            <a:extLst>
              <a:ext uri="{FF2B5EF4-FFF2-40B4-BE49-F238E27FC236}">
                <a16:creationId xmlns:a16="http://schemas.microsoft.com/office/drawing/2014/main" id="{67286795-F9BA-935F-0E5F-3744B5411972}"/>
              </a:ext>
            </a:extLst>
          </p:cNvPr>
          <p:cNvGrpSpPr/>
          <p:nvPr/>
        </p:nvGrpSpPr>
        <p:grpSpPr>
          <a:xfrm>
            <a:off x="609600" y="2191793"/>
            <a:ext cx="10972800" cy="1237207"/>
            <a:chOff x="607480" y="2378845"/>
            <a:chExt cx="10972800" cy="1237207"/>
          </a:xfrm>
        </p:grpSpPr>
        <p:sp>
          <p:nvSpPr>
            <p:cNvPr id="32" name="Rectangle 4">
              <a:extLst>
                <a:ext uri="{FF2B5EF4-FFF2-40B4-BE49-F238E27FC236}">
                  <a16:creationId xmlns:a16="http://schemas.microsoft.com/office/drawing/2014/main" id="{EC13EA54-B75A-3AAE-2DC5-04F2EE76EA14}"/>
                </a:ext>
              </a:extLst>
            </p:cNvPr>
            <p:cNvSpPr/>
            <p:nvPr/>
          </p:nvSpPr>
          <p:spPr>
            <a:xfrm>
              <a:off x="607480" y="2668294"/>
              <a:ext cx="10972799" cy="947758"/>
            </a:xfrm>
            <a:prstGeom prst="rect">
              <a:avLst/>
            </a:prstGeom>
            <a:solidFill>
              <a:sysClr val="windowText" lastClr="000000"/>
            </a:solidFill>
            <a:ln w="57150" cap="flat" cmpd="sng" algn="ctr">
              <a:solidFill>
                <a:srgbClr val="4472C4"/>
              </a:solidFill>
              <a:prstDash val="solid"/>
              <a:miter lim="800000"/>
            </a:ln>
            <a:effectLst>
              <a:outerShdw blurRad="50800" dist="38100" dir="2700000" algn="tl" rotWithShape="0">
                <a:prstClr val="black">
                  <a:alpha val="40000"/>
                </a:prstClr>
              </a:outerShdw>
            </a:effectLst>
          </p:spPr>
          <p:txBody>
            <a:bodyPr rtlCol="0" anchor="t"/>
            <a:lstStyle/>
            <a:p>
              <a:pPr algn="just" eaLnBrk="1" hangingPunct="1"/>
              <a:r>
                <a:rPr lang="en-US" noProof="0" dirty="0" err="1">
                  <a:solidFill>
                    <a:schemeClr val="bg2">
                      <a:lumMod val="60000"/>
                      <a:lumOff val="40000"/>
                    </a:schemeClr>
                  </a:solidFill>
                  <a:latin typeface="Lucida Console" panose="020B0609040504020204" pitchFamily="49" charset="0"/>
                </a:rPr>
                <a:t>user@localhost</a:t>
              </a:r>
              <a:r>
                <a:rPr lang="en-US" noProof="0" dirty="0">
                  <a:solidFill>
                    <a:schemeClr val="bg2">
                      <a:lumMod val="60000"/>
                      <a:lumOff val="40000"/>
                    </a:schemeClr>
                  </a:solidFill>
                  <a:latin typeface="Lucida Console" panose="020B0609040504020204" pitchFamily="49" charset="0"/>
                </a:rPr>
                <a:t>:~/kathara-lab_basic-ipv4$ </a:t>
              </a:r>
              <a:r>
                <a:rPr lang="en-US" b="1" noProof="0" dirty="0">
                  <a:solidFill>
                    <a:schemeClr val="bg1"/>
                  </a:solidFill>
                  <a:latin typeface="Lucida Console" panose="020B0609040504020204" pitchFamily="49" charset="0"/>
                </a:rPr>
                <a:t>kathara </a:t>
              </a:r>
              <a:r>
                <a:rPr lang="en-US" b="1" noProof="0" dirty="0" err="1">
                  <a:solidFill>
                    <a:schemeClr val="bg1"/>
                  </a:solidFill>
                  <a:latin typeface="Lucida Console" panose="020B0609040504020204" pitchFamily="49" charset="0"/>
                </a:rPr>
                <a:t>lconfig</a:t>
              </a:r>
              <a:r>
                <a:rPr lang="en-US" b="1" noProof="0" dirty="0">
                  <a:solidFill>
                    <a:schemeClr val="bg1"/>
                  </a:solidFill>
                  <a:latin typeface="Lucida Console" panose="020B0609040504020204" pitchFamily="49" charset="0"/>
                </a:rPr>
                <a:t> -n </a:t>
              </a:r>
              <a:r>
                <a:rPr lang="en-US" b="1" noProof="0" dirty="0" err="1">
                  <a:solidFill>
                    <a:schemeClr val="bg1"/>
                  </a:solidFill>
                  <a:latin typeface="Lucida Console" panose="020B0609040504020204" pitchFamily="49" charset="0"/>
                </a:rPr>
                <a:t>wireshark</a:t>
              </a:r>
              <a:r>
                <a:rPr lang="en-US" b="1" noProof="0" dirty="0">
                  <a:solidFill>
                    <a:schemeClr val="bg1"/>
                  </a:solidFill>
                  <a:latin typeface="Lucida Console" panose="020B0609040504020204" pitchFamily="49" charset="0"/>
                </a:rPr>
                <a:t> --add C</a:t>
              </a:r>
            </a:p>
          </p:txBody>
        </p:sp>
        <p:sp>
          <p:nvSpPr>
            <p:cNvPr id="33" name="Rectangle 5">
              <a:extLst>
                <a:ext uri="{FF2B5EF4-FFF2-40B4-BE49-F238E27FC236}">
                  <a16:creationId xmlns:a16="http://schemas.microsoft.com/office/drawing/2014/main" id="{059A51EC-24EC-09A8-A931-0C514F033872}"/>
                </a:ext>
              </a:extLst>
            </p:cNvPr>
            <p:cNvSpPr/>
            <p:nvPr/>
          </p:nvSpPr>
          <p:spPr>
            <a:xfrm>
              <a:off x="607480" y="2378845"/>
              <a:ext cx="10972800" cy="289449"/>
            </a:xfrm>
            <a:prstGeom prst="rect">
              <a:avLst/>
            </a:prstGeom>
            <a:solidFill>
              <a:srgbClr val="4472C4"/>
            </a:solidFill>
            <a:ln w="57150" cap="flat" cmpd="sng" algn="ctr">
              <a:solidFill>
                <a:srgbClr val="4472C4"/>
              </a:solidFill>
              <a:prstDash val="solid"/>
              <a:miter lim="800000"/>
            </a:ln>
            <a:effectLst>
              <a:outerShdw blurRad="50800" dist="25400" algn="l" rotWithShape="0">
                <a:prstClr val="black">
                  <a:alpha val="32000"/>
                </a:prstClr>
              </a:outerShdw>
            </a:effectLst>
          </p:spPr>
          <p:txBody>
            <a:bodyPr rtlCol="0" anchor="ctr"/>
            <a:lstStyle/>
            <a:p>
              <a:pPr algn="ctr" eaLnBrk="1" fontAlgn="auto" hangingPunct="1">
                <a:spcBef>
                  <a:spcPts val="0"/>
                </a:spcBef>
                <a:spcAft>
                  <a:spcPts val="0"/>
                </a:spcAft>
                <a:defRPr/>
              </a:pPr>
              <a:endParaRPr lang="en-US" kern="0" noProof="0" dirty="0">
                <a:solidFill>
                  <a:prstClr val="white"/>
                </a:solidFill>
                <a:latin typeface="Calibri" panose="020F0502020204030204"/>
              </a:endParaRPr>
            </a:p>
          </p:txBody>
        </p:sp>
        <p:grpSp>
          <p:nvGrpSpPr>
            <p:cNvPr id="34" name="Group 14">
              <a:extLst>
                <a:ext uri="{FF2B5EF4-FFF2-40B4-BE49-F238E27FC236}">
                  <a16:creationId xmlns:a16="http://schemas.microsoft.com/office/drawing/2014/main" id="{93CD761F-2706-D473-1E1E-99D04DF635BF}"/>
                </a:ext>
              </a:extLst>
            </p:cNvPr>
            <p:cNvGrpSpPr/>
            <p:nvPr/>
          </p:nvGrpSpPr>
          <p:grpSpPr>
            <a:xfrm>
              <a:off x="10920536" y="2466851"/>
              <a:ext cx="581348" cy="126235"/>
              <a:chOff x="8092857" y="2115830"/>
              <a:chExt cx="581348" cy="126235"/>
            </a:xfrm>
          </p:grpSpPr>
          <p:sp>
            <p:nvSpPr>
              <p:cNvPr id="37" name="Rectangle 15">
                <a:extLst>
                  <a:ext uri="{FF2B5EF4-FFF2-40B4-BE49-F238E27FC236}">
                    <a16:creationId xmlns:a16="http://schemas.microsoft.com/office/drawing/2014/main" id="{6C11FC76-01CB-87C6-EA82-F1EF789555C7}"/>
                  </a:ext>
                </a:extLst>
              </p:cNvPr>
              <p:cNvSpPr>
                <a:spLocks noChangeAspect="1"/>
              </p:cNvSpPr>
              <p:nvPr/>
            </p:nvSpPr>
            <p:spPr>
              <a:xfrm>
                <a:off x="8548205" y="2116065"/>
                <a:ext cx="126000" cy="126000"/>
              </a:xfrm>
              <a:prstGeom prst="rect">
                <a:avLst/>
              </a:prstGeom>
              <a:solidFill>
                <a:srgbClr val="FF0000">
                  <a:alpha val="50196"/>
                </a:srgbClr>
              </a:solidFill>
              <a:ln w="12700" cap="flat" cmpd="sng" algn="ctr">
                <a:solidFill>
                  <a:srgbClr val="4472C4">
                    <a:shade val="50000"/>
                  </a:srgbClr>
                </a:solidFill>
                <a:prstDash val="solid"/>
                <a:miter lim="800000"/>
              </a:ln>
              <a:effectLst/>
            </p:spPr>
            <p:txBody>
              <a:bodyPr rtlCol="0" anchor="ctr"/>
              <a:lstStyle/>
              <a:p>
                <a:pPr algn="ctr" eaLnBrk="1" fontAlgn="auto" hangingPunct="1">
                  <a:spcBef>
                    <a:spcPts val="0"/>
                  </a:spcBef>
                  <a:spcAft>
                    <a:spcPts val="0"/>
                  </a:spcAft>
                  <a:defRPr/>
                </a:pPr>
                <a:endParaRPr lang="en-US" kern="0" noProof="0" dirty="0">
                  <a:solidFill>
                    <a:prstClr val="white"/>
                  </a:solidFill>
                  <a:latin typeface="Calibri" panose="020F0502020204030204"/>
                </a:endParaRPr>
              </a:p>
            </p:txBody>
          </p:sp>
          <p:sp>
            <p:nvSpPr>
              <p:cNvPr id="38" name="Rectangle 16">
                <a:extLst>
                  <a:ext uri="{FF2B5EF4-FFF2-40B4-BE49-F238E27FC236}">
                    <a16:creationId xmlns:a16="http://schemas.microsoft.com/office/drawing/2014/main" id="{E2388118-C220-05C9-29AA-B1B9CB515DB1}"/>
                  </a:ext>
                </a:extLst>
              </p:cNvPr>
              <p:cNvSpPr>
                <a:spLocks noChangeAspect="1"/>
              </p:cNvSpPr>
              <p:nvPr/>
            </p:nvSpPr>
            <p:spPr>
              <a:xfrm>
                <a:off x="8092857" y="2115830"/>
                <a:ext cx="126235" cy="126235"/>
              </a:xfrm>
              <a:prstGeom prst="rect">
                <a:avLst/>
              </a:prstGeom>
              <a:solidFill>
                <a:srgbClr val="4472C4">
                  <a:lumMod val="60000"/>
                  <a:lumOff val="40000"/>
                </a:srgbClr>
              </a:solidFill>
              <a:ln w="12700" cap="flat" cmpd="sng" algn="ctr">
                <a:solidFill>
                  <a:srgbClr val="4472C4">
                    <a:shade val="50000"/>
                  </a:srgbClr>
                </a:solidFill>
                <a:prstDash val="solid"/>
                <a:miter lim="800000"/>
              </a:ln>
              <a:effectLst/>
            </p:spPr>
            <p:txBody>
              <a:bodyPr rtlCol="0" anchor="ctr"/>
              <a:lstStyle/>
              <a:p>
                <a:pPr algn="r" eaLnBrk="1" fontAlgn="auto" hangingPunct="1">
                  <a:spcBef>
                    <a:spcPts val="0"/>
                  </a:spcBef>
                  <a:spcAft>
                    <a:spcPts val="0"/>
                  </a:spcAft>
                  <a:defRPr/>
                </a:pPr>
                <a:endParaRPr lang="en-US" kern="0" noProof="0" dirty="0">
                  <a:solidFill>
                    <a:prstClr val="white"/>
                  </a:solidFill>
                  <a:latin typeface="Calibri" panose="020F0502020204030204"/>
                </a:endParaRPr>
              </a:p>
            </p:txBody>
          </p:sp>
          <p:sp>
            <p:nvSpPr>
              <p:cNvPr id="39" name="Rectangle 17">
                <a:extLst>
                  <a:ext uri="{FF2B5EF4-FFF2-40B4-BE49-F238E27FC236}">
                    <a16:creationId xmlns:a16="http://schemas.microsoft.com/office/drawing/2014/main" id="{747AF88A-25F8-40E6-3308-9590AC754119}"/>
                  </a:ext>
                </a:extLst>
              </p:cNvPr>
              <p:cNvSpPr>
                <a:spLocks noChangeAspect="1"/>
              </p:cNvSpPr>
              <p:nvPr/>
            </p:nvSpPr>
            <p:spPr>
              <a:xfrm>
                <a:off x="8320531" y="2115830"/>
                <a:ext cx="126235" cy="126235"/>
              </a:xfrm>
              <a:prstGeom prst="rect">
                <a:avLst/>
              </a:prstGeom>
              <a:solidFill>
                <a:srgbClr val="4472C4">
                  <a:lumMod val="60000"/>
                  <a:lumOff val="40000"/>
                </a:srgbClr>
              </a:solidFill>
              <a:ln w="12700" cap="flat" cmpd="sng" algn="ctr">
                <a:solidFill>
                  <a:srgbClr val="4472C4">
                    <a:shade val="50000"/>
                  </a:srgbClr>
                </a:solidFill>
                <a:prstDash val="solid"/>
                <a:miter lim="800000"/>
              </a:ln>
              <a:effectLst/>
            </p:spPr>
            <p:txBody>
              <a:bodyPr rtlCol="0" anchor="ctr"/>
              <a:lstStyle/>
              <a:p>
                <a:pPr algn="r" eaLnBrk="1" fontAlgn="auto" hangingPunct="1">
                  <a:spcBef>
                    <a:spcPts val="0"/>
                  </a:spcBef>
                  <a:spcAft>
                    <a:spcPts val="0"/>
                  </a:spcAft>
                  <a:defRPr/>
                </a:pPr>
                <a:endParaRPr lang="en-US" kern="0" noProof="0" dirty="0">
                  <a:solidFill>
                    <a:prstClr val="white"/>
                  </a:solidFill>
                  <a:latin typeface="Calibri" panose="020F0502020204030204"/>
                </a:endParaRPr>
              </a:p>
            </p:txBody>
          </p:sp>
        </p:grpSp>
      </p:gr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60">
            <a:extLst>
              <a:ext uri="{FF2B5EF4-FFF2-40B4-BE49-F238E27FC236}">
                <a16:creationId xmlns:a16="http://schemas.microsoft.com/office/drawing/2014/main" id="{D52C1193-E72F-9504-F8A2-1C3CD7C9A60A}"/>
              </a:ext>
            </a:extLst>
          </p:cNvPr>
          <p:cNvSpPr>
            <a:spLocks noGrp="1" noChangeArrowheads="1"/>
          </p:cNvSpPr>
          <p:nvPr>
            <p:ph type="title"/>
          </p:nvPr>
        </p:nvSpPr>
        <p:spPr/>
        <p:txBody>
          <a:bodyPr/>
          <a:lstStyle/>
          <a:p>
            <a:pPr eaLnBrk="1" hangingPunct="1"/>
            <a:r>
              <a:rPr lang="en-US" noProof="0" dirty="0"/>
              <a:t>ping from pc3 to pc2 and related </a:t>
            </a:r>
            <a:r>
              <a:rPr lang="en-US" noProof="0" dirty="0" err="1"/>
              <a:t>arp</a:t>
            </a:r>
            <a:r>
              <a:rPr lang="en-US" noProof="0" dirty="0"/>
              <a:t> behavior</a:t>
            </a:r>
          </a:p>
        </p:txBody>
      </p:sp>
      <p:sp>
        <p:nvSpPr>
          <p:cNvPr id="2" name="Subtitle 1">
            <a:extLst>
              <a:ext uri="{FF2B5EF4-FFF2-40B4-BE49-F238E27FC236}">
                <a16:creationId xmlns:a16="http://schemas.microsoft.com/office/drawing/2014/main" id="{F71C8914-9F20-20B3-067B-682B0F4AF73E}"/>
              </a:ext>
            </a:extLst>
          </p:cNvPr>
          <p:cNvSpPr>
            <a:spLocks noGrp="1"/>
          </p:cNvSpPr>
          <p:nvPr>
            <p:ph type="subTitle" idx="1"/>
          </p:nvPr>
        </p:nvSpPr>
        <p:spPr/>
        <p:txBody>
          <a:bodyPr/>
          <a:lstStyle/>
          <a:p>
            <a:endParaRPr lang="en-US" noProof="0" dirty="0"/>
          </a:p>
        </p:txBody>
      </p:sp>
      <p:sp>
        <p:nvSpPr>
          <p:cNvPr id="3" name="Segnaposto data 2">
            <a:extLst>
              <a:ext uri="{FF2B5EF4-FFF2-40B4-BE49-F238E27FC236}">
                <a16:creationId xmlns:a16="http://schemas.microsoft.com/office/drawing/2014/main" id="{5963DBEE-E405-C880-61A9-CA6BC5199C62}"/>
              </a:ext>
            </a:extLst>
          </p:cNvPr>
          <p:cNvSpPr>
            <a:spLocks noGrp="1"/>
          </p:cNvSpPr>
          <p:nvPr>
            <p:ph type="dt" sz="half" idx="10"/>
          </p:nvPr>
        </p:nvSpPr>
        <p:spPr/>
        <p:txBody>
          <a:bodyPr/>
          <a:lstStyle/>
          <a:p>
            <a:pPr>
              <a:defRPr/>
            </a:pPr>
            <a:r>
              <a:rPr lang="en-US" noProof="0"/>
              <a:t>last update: Oct 2026</a:t>
            </a:r>
            <a:endParaRPr lang="en-US" noProof="0" dirty="0"/>
          </a:p>
        </p:txBody>
      </p:sp>
      <p:sp>
        <p:nvSpPr>
          <p:cNvPr id="4" name="Segnaposto piè di pagina 3">
            <a:extLst>
              <a:ext uri="{FF2B5EF4-FFF2-40B4-BE49-F238E27FC236}">
                <a16:creationId xmlns:a16="http://schemas.microsoft.com/office/drawing/2014/main" id="{37ED6524-9804-346B-A9F1-EC158BAA4BF3}"/>
              </a:ext>
            </a:extLst>
          </p:cNvPr>
          <p:cNvSpPr>
            <a:spLocks noGrp="1"/>
          </p:cNvSpPr>
          <p:nvPr>
            <p:ph type="ftr" sz="quarter" idx="11"/>
          </p:nvPr>
        </p:nvSpPr>
        <p:spPr/>
        <p:txBody>
          <a:bodyPr/>
          <a:lstStyle/>
          <a:p>
            <a:pPr>
              <a:defRPr/>
            </a:pPr>
            <a:r>
              <a:rPr lang="en-US" noProof="0" dirty="0"/>
              <a:t>kathara – [ lab: basic-ipv4 ]</a:t>
            </a:r>
          </a:p>
        </p:txBody>
      </p:sp>
    </p:spTree>
    <p:extLst>
      <p:ext uri="{BB962C8B-B14F-4D97-AF65-F5344CB8AC3E}">
        <p14:creationId xmlns:p14="http://schemas.microsoft.com/office/powerpoint/2010/main" val="69162699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60" name="Rectangle 2">
            <a:extLst>
              <a:ext uri="{FF2B5EF4-FFF2-40B4-BE49-F238E27FC236}">
                <a16:creationId xmlns:a16="http://schemas.microsoft.com/office/drawing/2014/main" id="{DED41DF9-BAFB-3A96-0ABB-D0F2462974C6}"/>
              </a:ext>
            </a:extLst>
          </p:cNvPr>
          <p:cNvSpPr>
            <a:spLocks noGrp="1" noChangeArrowheads="1"/>
          </p:cNvSpPr>
          <p:nvPr>
            <p:ph type="title"/>
          </p:nvPr>
        </p:nvSpPr>
        <p:spPr/>
        <p:txBody>
          <a:bodyPr/>
          <a:lstStyle/>
          <a:p>
            <a:pPr eaLnBrk="1" hangingPunct="1"/>
            <a:r>
              <a:rPr lang="en-US" noProof="0" dirty="0"/>
              <a:t>on pc3</a:t>
            </a:r>
          </a:p>
        </p:txBody>
      </p:sp>
      <p:sp>
        <p:nvSpPr>
          <p:cNvPr id="19461" name="Rectangle 10">
            <a:extLst>
              <a:ext uri="{FF2B5EF4-FFF2-40B4-BE49-F238E27FC236}">
                <a16:creationId xmlns:a16="http://schemas.microsoft.com/office/drawing/2014/main" id="{171C444E-9B64-4993-9CDC-53DDFF3E7064}"/>
              </a:ext>
            </a:extLst>
          </p:cNvPr>
          <p:cNvSpPr>
            <a:spLocks noGrp="1" noChangeArrowheads="1"/>
          </p:cNvSpPr>
          <p:nvPr>
            <p:ph idx="1"/>
          </p:nvPr>
        </p:nvSpPr>
        <p:spPr/>
        <p:txBody>
          <a:bodyPr>
            <a:normAutofit/>
          </a:bodyPr>
          <a:lstStyle/>
          <a:p>
            <a:pPr marL="514350" indent="-514350" eaLnBrk="1" hangingPunct="1">
              <a:buFont typeface="+mj-lt"/>
              <a:buAutoNum type="arabicPeriod"/>
            </a:pPr>
            <a:r>
              <a:rPr lang="en-US" noProof="0" dirty="0"/>
              <a:t>inspect the ARP cache</a:t>
            </a:r>
          </a:p>
          <a:p>
            <a:pPr marL="514350" indent="-514350" eaLnBrk="1" hangingPunct="1">
              <a:buFont typeface="+mj-lt"/>
              <a:buAutoNum type="arabicPeriod"/>
            </a:pPr>
            <a:r>
              <a:rPr lang="en-US" noProof="0" dirty="0"/>
              <a:t>execute a ping command towards pc2</a:t>
            </a:r>
          </a:p>
          <a:p>
            <a:pPr marL="514350" indent="-514350" eaLnBrk="1" hangingPunct="1">
              <a:buFont typeface="+mj-lt"/>
              <a:buAutoNum type="arabicPeriod"/>
            </a:pPr>
            <a:r>
              <a:rPr lang="en-US" noProof="0" dirty="0"/>
              <a:t>inspect again the ARP cache</a:t>
            </a:r>
          </a:p>
          <a:p>
            <a:pPr marL="514350" indent="-514350" eaLnBrk="1" hangingPunct="1">
              <a:buFont typeface="+mj-lt"/>
              <a:buAutoNum type="arabicPeriod"/>
            </a:pPr>
            <a:r>
              <a:rPr lang="en-US" noProof="0" dirty="0"/>
              <a:t>give a look at the packets captured by Wireshark</a:t>
            </a:r>
          </a:p>
        </p:txBody>
      </p:sp>
      <p:sp>
        <p:nvSpPr>
          <p:cNvPr id="35" name="Segnaposto data 3">
            <a:extLst>
              <a:ext uri="{FF2B5EF4-FFF2-40B4-BE49-F238E27FC236}">
                <a16:creationId xmlns:a16="http://schemas.microsoft.com/office/drawing/2014/main" id="{50243E87-F5F9-BC56-3D79-C2E6BD9613FB}"/>
              </a:ext>
            </a:extLst>
          </p:cNvPr>
          <p:cNvSpPr>
            <a:spLocks noGrp="1"/>
          </p:cNvSpPr>
          <p:nvPr>
            <p:ph type="dt" sz="half" idx="10"/>
          </p:nvPr>
        </p:nvSpPr>
        <p:spPr/>
        <p:txBody>
          <a:bodyPr/>
          <a:lstStyle/>
          <a:p>
            <a:pPr>
              <a:defRPr/>
            </a:pPr>
            <a:r>
              <a:rPr lang="en-US" noProof="0"/>
              <a:t>last update: Oct 2026</a:t>
            </a:r>
            <a:endParaRPr lang="en-US" noProof="0" dirty="0"/>
          </a:p>
        </p:txBody>
      </p:sp>
      <p:sp>
        <p:nvSpPr>
          <p:cNvPr id="36" name="Segnaposto piè di pagina 4">
            <a:extLst>
              <a:ext uri="{FF2B5EF4-FFF2-40B4-BE49-F238E27FC236}">
                <a16:creationId xmlns:a16="http://schemas.microsoft.com/office/drawing/2014/main" id="{3240F179-5E01-9CD9-55F1-BEEEE812E4F0}"/>
              </a:ext>
            </a:extLst>
          </p:cNvPr>
          <p:cNvSpPr>
            <a:spLocks noGrp="1"/>
          </p:cNvSpPr>
          <p:nvPr>
            <p:ph type="ftr" sz="quarter" idx="11"/>
          </p:nvPr>
        </p:nvSpPr>
        <p:spPr/>
        <p:txBody>
          <a:bodyPr/>
          <a:lstStyle/>
          <a:p>
            <a:pPr>
              <a:defRPr/>
            </a:pPr>
            <a:r>
              <a:rPr lang="en-US" noProof="0" dirty="0"/>
              <a:t>kathara – [ lab: basic-ipv4 ]</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4" name="Rectangle 6">
            <a:extLst>
              <a:ext uri="{FF2B5EF4-FFF2-40B4-BE49-F238E27FC236}">
                <a16:creationId xmlns:a16="http://schemas.microsoft.com/office/drawing/2014/main" id="{97F1863D-DD45-A71C-1602-3B56E83B074F}"/>
              </a:ext>
            </a:extLst>
          </p:cNvPr>
          <p:cNvSpPr>
            <a:spLocks noGrp="1" noChangeArrowheads="1"/>
          </p:cNvSpPr>
          <p:nvPr>
            <p:ph type="title"/>
          </p:nvPr>
        </p:nvSpPr>
        <p:spPr/>
        <p:txBody>
          <a:bodyPr/>
          <a:lstStyle/>
          <a:p>
            <a:pPr eaLnBrk="1" hangingPunct="1"/>
            <a:r>
              <a:rPr lang="en-US" noProof="0" dirty="0"/>
              <a:t>inspecting the </a:t>
            </a:r>
            <a:r>
              <a:rPr lang="en-US" noProof="0" dirty="0" err="1"/>
              <a:t>arp</a:t>
            </a:r>
            <a:r>
              <a:rPr lang="en-US" noProof="0" dirty="0"/>
              <a:t> cache of pc3</a:t>
            </a:r>
          </a:p>
        </p:txBody>
      </p:sp>
      <p:sp>
        <p:nvSpPr>
          <p:cNvPr id="4" name="Segnaposto data 2">
            <a:extLst>
              <a:ext uri="{FF2B5EF4-FFF2-40B4-BE49-F238E27FC236}">
                <a16:creationId xmlns:a16="http://schemas.microsoft.com/office/drawing/2014/main" id="{25270CD2-117D-DCCF-3AF0-7EE8CE085F0C}"/>
              </a:ext>
            </a:extLst>
          </p:cNvPr>
          <p:cNvSpPr>
            <a:spLocks noGrp="1"/>
          </p:cNvSpPr>
          <p:nvPr>
            <p:ph type="dt" sz="half" idx="10"/>
          </p:nvPr>
        </p:nvSpPr>
        <p:spPr/>
        <p:txBody>
          <a:bodyPr/>
          <a:lstStyle/>
          <a:p>
            <a:pPr>
              <a:defRPr/>
            </a:pPr>
            <a:r>
              <a:rPr lang="en-US" noProof="0"/>
              <a:t>last update: Oct 2026</a:t>
            </a:r>
            <a:endParaRPr lang="en-US" noProof="0" dirty="0"/>
          </a:p>
        </p:txBody>
      </p:sp>
      <p:sp>
        <p:nvSpPr>
          <p:cNvPr id="5" name="Segnaposto piè di pagina 3">
            <a:extLst>
              <a:ext uri="{FF2B5EF4-FFF2-40B4-BE49-F238E27FC236}">
                <a16:creationId xmlns:a16="http://schemas.microsoft.com/office/drawing/2014/main" id="{1C627CA0-9393-6B35-3604-1E36CF4A2828}"/>
              </a:ext>
            </a:extLst>
          </p:cNvPr>
          <p:cNvSpPr>
            <a:spLocks noGrp="1"/>
          </p:cNvSpPr>
          <p:nvPr>
            <p:ph type="ftr" sz="quarter" idx="11"/>
          </p:nvPr>
        </p:nvSpPr>
        <p:spPr/>
        <p:txBody>
          <a:bodyPr/>
          <a:lstStyle/>
          <a:p>
            <a:pPr>
              <a:defRPr/>
            </a:pPr>
            <a:r>
              <a:rPr lang="en-US" noProof="0" dirty="0"/>
              <a:t>kathara – [ lab: basic-ipv4 ]</a:t>
            </a:r>
          </a:p>
        </p:txBody>
      </p:sp>
      <p:sp>
        <p:nvSpPr>
          <p:cNvPr id="20485" name="AutoShape 7">
            <a:extLst>
              <a:ext uri="{FF2B5EF4-FFF2-40B4-BE49-F238E27FC236}">
                <a16:creationId xmlns:a16="http://schemas.microsoft.com/office/drawing/2014/main" id="{6BFDB5CB-A795-C0C0-DC82-80CBFD3ECB70}"/>
              </a:ext>
            </a:extLst>
          </p:cNvPr>
          <p:cNvSpPr>
            <a:spLocks noChangeArrowheads="1"/>
          </p:cNvSpPr>
          <p:nvPr/>
        </p:nvSpPr>
        <p:spPr bwMode="auto">
          <a:xfrm>
            <a:off x="1271465" y="1259632"/>
            <a:ext cx="9721080" cy="5033540"/>
          </a:xfrm>
          <a:prstGeom prst="foldedCorner">
            <a:avLst>
              <a:gd name="adj" fmla="val 8046"/>
            </a:avLst>
          </a:prstGeom>
          <a:solidFill>
            <a:schemeClr val="bg1"/>
          </a:solidFill>
          <a:ln w="12700">
            <a:solidFill>
              <a:schemeClr val="tx1"/>
            </a:solidFill>
            <a:round/>
            <a:headEnd/>
            <a:tailEnd/>
          </a:ln>
          <a:effectLst>
            <a:outerShdw dist="107763" dir="2700000" algn="ctr" rotWithShape="0">
              <a:schemeClr val="bg2"/>
            </a:outerShdw>
          </a:effectLst>
        </p:spPr>
        <p:txBody>
          <a:bodyPr lIns="90000" tIns="46800" rIns="90000" bIns="46800"/>
          <a:lstStyle>
            <a:lvl1pPr>
              <a:spcBef>
                <a:spcPct val="20000"/>
              </a:spcBef>
              <a:buClr>
                <a:schemeClr val="tx2"/>
              </a:buClr>
              <a:buSzPct val="7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eaLnBrk="1" hangingPunct="1">
              <a:spcBef>
                <a:spcPct val="0"/>
              </a:spcBef>
              <a:buClrTx/>
              <a:buSzTx/>
              <a:buFontTx/>
              <a:buNone/>
            </a:pPr>
            <a:r>
              <a:rPr lang="en-US" sz="1600" b="1" noProof="0" dirty="0">
                <a:latin typeface="Courier New" panose="02070309020205020404" pitchFamily="49" charset="0"/>
              </a:rPr>
              <a:t>ARP(8)            Linux System Administrator's Manual</a:t>
            </a:r>
          </a:p>
          <a:p>
            <a:pPr eaLnBrk="1" hangingPunct="1">
              <a:spcBef>
                <a:spcPct val="0"/>
              </a:spcBef>
              <a:buClrTx/>
              <a:buSzTx/>
              <a:buFontTx/>
              <a:buNone/>
            </a:pPr>
            <a:r>
              <a:rPr lang="en-US" sz="1600" b="1" noProof="0" dirty="0">
                <a:latin typeface="Courier New" panose="02070309020205020404" pitchFamily="49" charset="0"/>
              </a:rPr>
              <a:t>NAME</a:t>
            </a:r>
          </a:p>
          <a:p>
            <a:pPr eaLnBrk="1" hangingPunct="1">
              <a:spcBef>
                <a:spcPct val="0"/>
              </a:spcBef>
              <a:buClrTx/>
              <a:buSzTx/>
              <a:buFontTx/>
              <a:buNone/>
            </a:pPr>
            <a:r>
              <a:rPr lang="en-US" sz="1600" b="1" noProof="0" dirty="0">
                <a:latin typeface="Courier New" panose="02070309020205020404" pitchFamily="49" charset="0"/>
              </a:rPr>
              <a:t>       </a:t>
            </a:r>
            <a:r>
              <a:rPr lang="en-US" sz="1600" b="1" noProof="0" dirty="0" err="1">
                <a:latin typeface="Courier New" panose="02070309020205020404" pitchFamily="49" charset="0"/>
              </a:rPr>
              <a:t>arp</a:t>
            </a:r>
            <a:r>
              <a:rPr lang="en-US" sz="1600" b="1" noProof="0" dirty="0">
                <a:latin typeface="Courier New" panose="02070309020205020404" pitchFamily="49" charset="0"/>
              </a:rPr>
              <a:t> - manipulate the system ARP cache</a:t>
            </a:r>
          </a:p>
          <a:p>
            <a:pPr eaLnBrk="1" hangingPunct="1">
              <a:spcBef>
                <a:spcPct val="0"/>
              </a:spcBef>
              <a:buClrTx/>
              <a:buSzTx/>
              <a:buFontTx/>
              <a:buNone/>
            </a:pPr>
            <a:endParaRPr lang="en-US" sz="1600" b="1" noProof="0" dirty="0">
              <a:latin typeface="Courier New" panose="02070309020205020404" pitchFamily="49" charset="0"/>
            </a:endParaRPr>
          </a:p>
          <a:p>
            <a:pPr eaLnBrk="1" hangingPunct="1">
              <a:spcBef>
                <a:spcPct val="0"/>
              </a:spcBef>
              <a:buClrTx/>
              <a:buSzTx/>
              <a:buFontTx/>
              <a:buNone/>
            </a:pPr>
            <a:r>
              <a:rPr lang="en-US" sz="1600" b="1" noProof="0" dirty="0">
                <a:latin typeface="Courier New" panose="02070309020205020404" pitchFamily="49" charset="0"/>
              </a:rPr>
              <a:t>SYNOPSIS</a:t>
            </a:r>
          </a:p>
          <a:p>
            <a:pPr eaLnBrk="1" hangingPunct="1">
              <a:spcBef>
                <a:spcPct val="0"/>
              </a:spcBef>
              <a:buClrTx/>
              <a:buSzTx/>
              <a:buFontTx/>
              <a:buNone/>
            </a:pPr>
            <a:r>
              <a:rPr lang="en-US" sz="1600" b="1" noProof="0" dirty="0">
                <a:latin typeface="Courier New" panose="02070309020205020404" pitchFamily="49" charset="0"/>
              </a:rPr>
              <a:t>    </a:t>
            </a:r>
            <a:r>
              <a:rPr lang="en-US" sz="1600" b="1" noProof="0" dirty="0" err="1">
                <a:latin typeface="Courier New" panose="02070309020205020404" pitchFamily="49" charset="0"/>
              </a:rPr>
              <a:t>arp</a:t>
            </a:r>
            <a:r>
              <a:rPr lang="en-US" sz="1600" b="1" noProof="0" dirty="0">
                <a:latin typeface="Courier New" panose="02070309020205020404" pitchFamily="49" charset="0"/>
              </a:rPr>
              <a:t> [-</a:t>
            </a:r>
            <a:r>
              <a:rPr lang="en-US" sz="1600" b="1" noProof="0" dirty="0" err="1">
                <a:latin typeface="Courier New" panose="02070309020205020404" pitchFamily="49" charset="0"/>
              </a:rPr>
              <a:t>vn</a:t>
            </a:r>
            <a:r>
              <a:rPr lang="en-US" sz="1600" b="1" noProof="0" dirty="0">
                <a:latin typeface="Courier New" panose="02070309020205020404" pitchFamily="49" charset="0"/>
              </a:rPr>
              <a:t>] [-H type] [-</a:t>
            </a:r>
            <a:r>
              <a:rPr lang="en-US" sz="1600" b="1" noProof="0" dirty="0" err="1">
                <a:latin typeface="Courier New" panose="02070309020205020404" pitchFamily="49" charset="0"/>
              </a:rPr>
              <a:t>i</a:t>
            </a:r>
            <a:r>
              <a:rPr lang="en-US" sz="1600" b="1" noProof="0" dirty="0">
                <a:latin typeface="Courier New" panose="02070309020205020404" pitchFamily="49" charset="0"/>
              </a:rPr>
              <a:t> if] [-ae] [hostname]</a:t>
            </a:r>
          </a:p>
          <a:p>
            <a:pPr eaLnBrk="1" hangingPunct="1">
              <a:spcBef>
                <a:spcPct val="0"/>
              </a:spcBef>
              <a:buClrTx/>
              <a:buSzTx/>
              <a:buFontTx/>
              <a:buNone/>
            </a:pPr>
            <a:r>
              <a:rPr lang="en-US" sz="1600" b="1" noProof="0" dirty="0">
                <a:latin typeface="Courier New" panose="02070309020205020404" pitchFamily="49" charset="0"/>
              </a:rPr>
              <a:t>    </a:t>
            </a:r>
            <a:r>
              <a:rPr lang="en-US" sz="1600" b="1" noProof="0" dirty="0" err="1">
                <a:latin typeface="Courier New" panose="02070309020205020404" pitchFamily="49" charset="0"/>
              </a:rPr>
              <a:t>arp</a:t>
            </a:r>
            <a:r>
              <a:rPr lang="en-US" sz="1600" b="1" noProof="0" dirty="0">
                <a:latin typeface="Courier New" panose="02070309020205020404" pitchFamily="49" charset="0"/>
              </a:rPr>
              <a:t> [-v] [-</a:t>
            </a:r>
            <a:r>
              <a:rPr lang="en-US" sz="1600" b="1" noProof="0" dirty="0" err="1">
                <a:latin typeface="Courier New" panose="02070309020205020404" pitchFamily="49" charset="0"/>
              </a:rPr>
              <a:t>i</a:t>
            </a:r>
            <a:r>
              <a:rPr lang="en-US" sz="1600" b="1" noProof="0" dirty="0">
                <a:latin typeface="Courier New" panose="02070309020205020404" pitchFamily="49" charset="0"/>
              </a:rPr>
              <a:t> if] -d hostname [pub]</a:t>
            </a:r>
          </a:p>
          <a:p>
            <a:pPr eaLnBrk="1" hangingPunct="1">
              <a:spcBef>
                <a:spcPct val="0"/>
              </a:spcBef>
              <a:buClrTx/>
              <a:buSzTx/>
              <a:buFontTx/>
              <a:buNone/>
            </a:pPr>
            <a:r>
              <a:rPr lang="en-US" sz="1600" b="1" noProof="0" dirty="0">
                <a:latin typeface="Courier New" panose="02070309020205020404" pitchFamily="49" charset="0"/>
              </a:rPr>
              <a:t>    </a:t>
            </a:r>
            <a:r>
              <a:rPr lang="en-US" sz="1600" b="1" noProof="0" dirty="0" err="1">
                <a:latin typeface="Courier New" panose="02070309020205020404" pitchFamily="49" charset="0"/>
              </a:rPr>
              <a:t>arp</a:t>
            </a:r>
            <a:r>
              <a:rPr lang="en-US" sz="1600" b="1" noProof="0" dirty="0">
                <a:latin typeface="Courier New" panose="02070309020205020404" pitchFamily="49" charset="0"/>
              </a:rPr>
              <a:t> [-v] [-H type] [-</a:t>
            </a:r>
            <a:r>
              <a:rPr lang="en-US" sz="1600" b="1" noProof="0" dirty="0" err="1">
                <a:latin typeface="Courier New" panose="02070309020205020404" pitchFamily="49" charset="0"/>
              </a:rPr>
              <a:t>i</a:t>
            </a:r>
            <a:r>
              <a:rPr lang="en-US" sz="1600" b="1" noProof="0" dirty="0">
                <a:latin typeface="Courier New" panose="02070309020205020404" pitchFamily="49" charset="0"/>
              </a:rPr>
              <a:t> if] -s hostname </a:t>
            </a:r>
            <a:r>
              <a:rPr lang="en-US" sz="1600" b="1" noProof="0" dirty="0" err="1">
                <a:latin typeface="Courier New" panose="02070309020205020404" pitchFamily="49" charset="0"/>
              </a:rPr>
              <a:t>hw_addr</a:t>
            </a:r>
            <a:r>
              <a:rPr lang="en-US" sz="1600" b="1" noProof="0" dirty="0">
                <a:latin typeface="Courier New" panose="02070309020205020404" pitchFamily="49" charset="0"/>
              </a:rPr>
              <a:t> [temp]</a:t>
            </a:r>
          </a:p>
          <a:p>
            <a:pPr eaLnBrk="1" hangingPunct="1">
              <a:spcBef>
                <a:spcPct val="0"/>
              </a:spcBef>
              <a:buClrTx/>
              <a:buSzTx/>
              <a:buFontTx/>
              <a:buNone/>
            </a:pPr>
            <a:r>
              <a:rPr lang="en-US" sz="1600" b="1" noProof="0" dirty="0">
                <a:latin typeface="Courier New" panose="02070309020205020404" pitchFamily="49" charset="0"/>
              </a:rPr>
              <a:t>    </a:t>
            </a:r>
            <a:r>
              <a:rPr lang="en-US" sz="1600" b="1" noProof="0" dirty="0" err="1">
                <a:latin typeface="Courier New" panose="02070309020205020404" pitchFamily="49" charset="0"/>
              </a:rPr>
              <a:t>arp</a:t>
            </a:r>
            <a:r>
              <a:rPr lang="en-US" sz="1600" b="1" noProof="0" dirty="0">
                <a:latin typeface="Courier New" panose="02070309020205020404" pitchFamily="49" charset="0"/>
              </a:rPr>
              <a:t> [-v] [-H type] [-</a:t>
            </a:r>
            <a:r>
              <a:rPr lang="en-US" sz="1600" b="1" noProof="0" dirty="0" err="1">
                <a:latin typeface="Courier New" panose="02070309020205020404" pitchFamily="49" charset="0"/>
              </a:rPr>
              <a:t>i</a:t>
            </a:r>
            <a:r>
              <a:rPr lang="en-US" sz="1600" b="1" noProof="0" dirty="0">
                <a:latin typeface="Courier New" panose="02070309020205020404" pitchFamily="49" charset="0"/>
              </a:rPr>
              <a:t> if] -s hostname </a:t>
            </a:r>
            <a:r>
              <a:rPr lang="en-US" sz="1600" b="1" noProof="0" dirty="0" err="1">
                <a:latin typeface="Courier New" panose="02070309020205020404" pitchFamily="49" charset="0"/>
              </a:rPr>
              <a:t>hw_addr</a:t>
            </a:r>
            <a:r>
              <a:rPr lang="en-US" sz="1600" b="1" noProof="0" dirty="0">
                <a:latin typeface="Courier New" panose="02070309020205020404" pitchFamily="49" charset="0"/>
              </a:rPr>
              <a:t> [netmask nm] pub</a:t>
            </a:r>
          </a:p>
          <a:p>
            <a:pPr eaLnBrk="1" hangingPunct="1">
              <a:spcBef>
                <a:spcPct val="0"/>
              </a:spcBef>
              <a:buClrTx/>
              <a:buSzTx/>
              <a:buFontTx/>
              <a:buNone/>
            </a:pPr>
            <a:r>
              <a:rPr lang="en-US" sz="1600" b="1" noProof="0" dirty="0">
                <a:latin typeface="Courier New" panose="02070309020205020404" pitchFamily="49" charset="0"/>
              </a:rPr>
              <a:t>    </a:t>
            </a:r>
            <a:r>
              <a:rPr lang="en-US" sz="1600" b="1" noProof="0" dirty="0" err="1">
                <a:latin typeface="Courier New" panose="02070309020205020404" pitchFamily="49" charset="0"/>
              </a:rPr>
              <a:t>arp</a:t>
            </a:r>
            <a:r>
              <a:rPr lang="en-US" sz="1600" b="1" noProof="0" dirty="0">
                <a:latin typeface="Courier New" panose="02070309020205020404" pitchFamily="49" charset="0"/>
              </a:rPr>
              <a:t> [-v] [-H type] [-</a:t>
            </a:r>
            <a:r>
              <a:rPr lang="en-US" sz="1600" b="1" noProof="0" dirty="0" err="1">
                <a:latin typeface="Courier New" panose="02070309020205020404" pitchFamily="49" charset="0"/>
              </a:rPr>
              <a:t>i</a:t>
            </a:r>
            <a:r>
              <a:rPr lang="en-US" sz="1600" b="1" noProof="0" dirty="0">
                <a:latin typeface="Courier New" panose="02070309020205020404" pitchFamily="49" charset="0"/>
              </a:rPr>
              <a:t> if] -Ds hostname </a:t>
            </a:r>
            <a:r>
              <a:rPr lang="en-US" sz="1600" b="1" noProof="0" dirty="0" err="1">
                <a:latin typeface="Courier New" panose="02070309020205020404" pitchFamily="49" charset="0"/>
              </a:rPr>
              <a:t>ifname</a:t>
            </a:r>
            <a:r>
              <a:rPr lang="en-US" sz="1600" b="1" noProof="0" dirty="0">
                <a:latin typeface="Courier New" panose="02070309020205020404" pitchFamily="49" charset="0"/>
              </a:rPr>
              <a:t> [netmask nm] pub</a:t>
            </a:r>
          </a:p>
          <a:p>
            <a:pPr eaLnBrk="1" hangingPunct="1">
              <a:spcBef>
                <a:spcPct val="0"/>
              </a:spcBef>
              <a:buClrTx/>
              <a:buSzTx/>
              <a:buFontTx/>
              <a:buNone/>
            </a:pPr>
            <a:r>
              <a:rPr lang="en-US" sz="1600" b="1" noProof="0" dirty="0">
                <a:latin typeface="Courier New" panose="02070309020205020404" pitchFamily="49" charset="0"/>
              </a:rPr>
              <a:t>    </a:t>
            </a:r>
            <a:r>
              <a:rPr lang="en-US" sz="1600" b="1" noProof="0" dirty="0" err="1">
                <a:latin typeface="Courier New" panose="02070309020205020404" pitchFamily="49" charset="0"/>
              </a:rPr>
              <a:t>arp</a:t>
            </a:r>
            <a:r>
              <a:rPr lang="en-US" sz="1600" b="1" noProof="0" dirty="0">
                <a:latin typeface="Courier New" panose="02070309020205020404" pitchFamily="49" charset="0"/>
              </a:rPr>
              <a:t> [-</a:t>
            </a:r>
            <a:r>
              <a:rPr lang="en-US" sz="1600" b="1" noProof="0" dirty="0" err="1">
                <a:latin typeface="Courier New" panose="02070309020205020404" pitchFamily="49" charset="0"/>
              </a:rPr>
              <a:t>vnD</a:t>
            </a:r>
            <a:r>
              <a:rPr lang="en-US" sz="1600" b="1" noProof="0" dirty="0">
                <a:latin typeface="Courier New" panose="02070309020205020404" pitchFamily="49" charset="0"/>
              </a:rPr>
              <a:t>] [-H type] [-</a:t>
            </a:r>
            <a:r>
              <a:rPr lang="en-US" sz="1600" b="1" noProof="0" dirty="0" err="1">
                <a:latin typeface="Courier New" panose="02070309020205020404" pitchFamily="49" charset="0"/>
              </a:rPr>
              <a:t>i</a:t>
            </a:r>
            <a:r>
              <a:rPr lang="en-US" sz="1600" b="1" noProof="0" dirty="0">
                <a:latin typeface="Courier New" panose="02070309020205020404" pitchFamily="49" charset="0"/>
              </a:rPr>
              <a:t> if] -f [filename]</a:t>
            </a:r>
          </a:p>
          <a:p>
            <a:pPr eaLnBrk="1" hangingPunct="1">
              <a:spcBef>
                <a:spcPct val="0"/>
              </a:spcBef>
              <a:buClrTx/>
              <a:buSzTx/>
              <a:buFontTx/>
              <a:buNone/>
            </a:pPr>
            <a:endParaRPr lang="en-US" sz="1600" b="1" noProof="0" dirty="0">
              <a:latin typeface="Courier New" panose="02070309020205020404" pitchFamily="49" charset="0"/>
            </a:endParaRPr>
          </a:p>
          <a:p>
            <a:pPr eaLnBrk="1" hangingPunct="1">
              <a:spcBef>
                <a:spcPct val="0"/>
              </a:spcBef>
              <a:buClrTx/>
              <a:buSzTx/>
              <a:buFontTx/>
              <a:buNone/>
            </a:pPr>
            <a:r>
              <a:rPr lang="en-US" sz="1600" b="1" noProof="0" dirty="0">
                <a:latin typeface="Courier New" panose="02070309020205020404" pitchFamily="49" charset="0"/>
              </a:rPr>
              <a:t>DESCRIPTION</a:t>
            </a:r>
          </a:p>
          <a:p>
            <a:pPr eaLnBrk="1" hangingPunct="1">
              <a:spcBef>
                <a:spcPct val="0"/>
              </a:spcBef>
              <a:buClrTx/>
              <a:buSzTx/>
              <a:buFontTx/>
              <a:buNone/>
            </a:pPr>
            <a:r>
              <a:rPr lang="en-US" sz="1600" b="1" noProof="0" dirty="0">
                <a:latin typeface="Courier New" panose="02070309020205020404" pitchFamily="49" charset="0"/>
              </a:rPr>
              <a:t>Arp manipulates or displays the kernel's IPv4 network </a:t>
            </a:r>
            <a:r>
              <a:rPr lang="en-US" sz="1600" b="1" noProof="0" dirty="0" err="1">
                <a:latin typeface="Courier New" panose="02070309020205020404" pitchFamily="49" charset="0"/>
              </a:rPr>
              <a:t>neighbour</a:t>
            </a:r>
            <a:r>
              <a:rPr lang="en-US" sz="1600" b="1" noProof="0" dirty="0">
                <a:latin typeface="Courier New" panose="02070309020205020404" pitchFamily="49" charset="0"/>
              </a:rPr>
              <a:t> cache.           It can add entries to the table, delete one or display the </a:t>
            </a:r>
            <a:r>
              <a:rPr lang="en-US" sz="1600" b="1" noProof="0" dirty="0" err="1">
                <a:latin typeface="Courier New" panose="02070309020205020404" pitchFamily="49" charset="0"/>
              </a:rPr>
              <a:t>currennt</a:t>
            </a:r>
            <a:r>
              <a:rPr lang="en-US" sz="1600" b="1" noProof="0" dirty="0">
                <a:latin typeface="Courier New" panose="02070309020205020404" pitchFamily="49" charset="0"/>
              </a:rPr>
              <a:t> content.</a:t>
            </a:r>
          </a:p>
          <a:p>
            <a:pPr eaLnBrk="1" hangingPunct="1">
              <a:spcBef>
                <a:spcPct val="0"/>
              </a:spcBef>
              <a:buClrTx/>
              <a:buSzTx/>
              <a:buFontTx/>
              <a:buNone/>
            </a:pPr>
            <a:endParaRPr lang="en-US" sz="1600" b="1" noProof="0" dirty="0">
              <a:latin typeface="Courier New" panose="02070309020205020404" pitchFamily="49" charset="0"/>
            </a:endParaRPr>
          </a:p>
          <a:p>
            <a:pPr eaLnBrk="1" hangingPunct="1">
              <a:spcBef>
                <a:spcPct val="0"/>
              </a:spcBef>
              <a:buClrTx/>
              <a:buSzTx/>
              <a:buFontTx/>
              <a:buNone/>
            </a:pPr>
            <a:r>
              <a:rPr lang="en-US" sz="1600" b="1" noProof="0" dirty="0">
                <a:latin typeface="Courier New" panose="02070309020205020404" pitchFamily="49" charset="0"/>
              </a:rPr>
              <a:t>ARP stands for Address Resolution Protocol, which is used to find the media access control address of  a  network </a:t>
            </a:r>
            <a:r>
              <a:rPr lang="en-US" sz="1600" b="1" noProof="0" dirty="0" err="1">
                <a:latin typeface="Courier New" panose="02070309020205020404" pitchFamily="49" charset="0"/>
              </a:rPr>
              <a:t>neighbour</a:t>
            </a:r>
            <a:r>
              <a:rPr lang="en-US" sz="1600" b="1" noProof="0" dirty="0">
                <a:latin typeface="Courier New" panose="02070309020205020404" pitchFamily="49" charset="0"/>
              </a:rPr>
              <a:t> for a given IPv4 Address</a:t>
            </a:r>
          </a:p>
          <a:p>
            <a:pPr eaLnBrk="1" hangingPunct="1">
              <a:spcBef>
                <a:spcPct val="0"/>
              </a:spcBef>
              <a:buClrTx/>
              <a:buSzTx/>
              <a:buFontTx/>
              <a:buNone/>
            </a:pPr>
            <a:endParaRPr lang="en-US" sz="1600" b="1" noProof="0" dirty="0">
              <a:latin typeface="Courier New" panose="02070309020205020404" pitchFamily="49" charset="0"/>
            </a:endParaRPr>
          </a:p>
          <a:p>
            <a:pPr eaLnBrk="1" hangingPunct="1">
              <a:spcBef>
                <a:spcPct val="0"/>
              </a:spcBef>
              <a:buClrTx/>
              <a:buSzTx/>
              <a:buFontTx/>
              <a:buNone/>
            </a:pPr>
            <a:r>
              <a:rPr lang="en-US" sz="1600" b="1" noProof="0" dirty="0">
                <a:latin typeface="Courier New" panose="02070309020205020404" pitchFamily="49" charset="0"/>
              </a:rPr>
              <a:t>.......</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4" name="Group 1">
            <a:extLst>
              <a:ext uri="{FF2B5EF4-FFF2-40B4-BE49-F238E27FC236}">
                <a16:creationId xmlns:a16="http://schemas.microsoft.com/office/drawing/2014/main" id="{C48C37B1-68F7-5BC7-42E3-0493EBBAD992}"/>
              </a:ext>
            </a:extLst>
          </p:cNvPr>
          <p:cNvGrpSpPr/>
          <p:nvPr/>
        </p:nvGrpSpPr>
        <p:grpSpPr>
          <a:xfrm>
            <a:off x="987993" y="3789106"/>
            <a:ext cx="10216014" cy="1521448"/>
            <a:chOff x="1364266" y="2378845"/>
            <a:chExt cx="10216014" cy="1521448"/>
          </a:xfrm>
        </p:grpSpPr>
        <p:sp>
          <p:nvSpPr>
            <p:cNvPr id="35" name="Rectangle 4">
              <a:extLst>
                <a:ext uri="{FF2B5EF4-FFF2-40B4-BE49-F238E27FC236}">
                  <a16:creationId xmlns:a16="http://schemas.microsoft.com/office/drawing/2014/main" id="{7346A2E2-95BA-FB41-58D8-A29D93F6C055}"/>
                </a:ext>
              </a:extLst>
            </p:cNvPr>
            <p:cNvSpPr/>
            <p:nvPr/>
          </p:nvSpPr>
          <p:spPr>
            <a:xfrm>
              <a:off x="1364266" y="2668294"/>
              <a:ext cx="10216014" cy="1231999"/>
            </a:xfrm>
            <a:prstGeom prst="rect">
              <a:avLst/>
            </a:prstGeom>
            <a:solidFill>
              <a:sysClr val="windowText" lastClr="000000"/>
            </a:solidFill>
            <a:ln w="57150" cap="flat" cmpd="sng" algn="ctr">
              <a:solidFill>
                <a:srgbClr val="4472C4"/>
              </a:solidFill>
              <a:prstDash val="solid"/>
              <a:miter lim="800000"/>
            </a:ln>
            <a:effectLst>
              <a:outerShdw blurRad="50800" dist="38100" dir="2700000" algn="tl" rotWithShape="0">
                <a:prstClr val="black">
                  <a:alpha val="40000"/>
                </a:prstClr>
              </a:outerShdw>
            </a:effectLst>
          </p:spPr>
          <p:txBody>
            <a:bodyPr rtlCol="0" anchor="t"/>
            <a:lstStyle/>
            <a:p>
              <a:pPr eaLnBrk="1" hangingPunct="1"/>
              <a:r>
                <a:rPr lang="en-US" noProof="0" dirty="0">
                  <a:solidFill>
                    <a:schemeClr val="bg2">
                      <a:lumMod val="60000"/>
                      <a:lumOff val="40000"/>
                    </a:schemeClr>
                  </a:solidFill>
                  <a:latin typeface="Lucida Console" panose="020B0609040504020204" pitchFamily="49" charset="0"/>
                </a:rPr>
                <a:t>root@pc3:/# </a:t>
              </a:r>
              <a:r>
                <a:rPr lang="en-US" b="1" noProof="0" dirty="0" err="1">
                  <a:solidFill>
                    <a:schemeClr val="bg1"/>
                  </a:solidFill>
                  <a:latin typeface="Lucida Console" panose="020B0609040504020204" pitchFamily="49" charset="0"/>
                </a:rPr>
                <a:t>arp</a:t>
              </a:r>
              <a:r>
                <a:rPr lang="en-US" b="1" noProof="0" dirty="0">
                  <a:solidFill>
                    <a:schemeClr val="bg1"/>
                  </a:solidFill>
                  <a:latin typeface="Lucida Console" panose="020B0609040504020204" pitchFamily="49" charset="0"/>
                </a:rPr>
                <a:t> -n</a:t>
              </a:r>
            </a:p>
            <a:p>
              <a:pPr eaLnBrk="1" hangingPunct="1"/>
              <a:r>
                <a:rPr lang="en-US" noProof="0" dirty="0">
                  <a:solidFill>
                    <a:schemeClr val="bg1"/>
                  </a:solidFill>
                  <a:latin typeface="Lucida Console" panose="020B0609040504020204" pitchFamily="49" charset="0"/>
                </a:rPr>
                <a:t>Address                  </a:t>
              </a:r>
              <a:r>
                <a:rPr lang="en-US" noProof="0" dirty="0" err="1">
                  <a:solidFill>
                    <a:schemeClr val="bg1"/>
                  </a:solidFill>
                  <a:latin typeface="Lucida Console" panose="020B0609040504020204" pitchFamily="49" charset="0"/>
                </a:rPr>
                <a:t>HWtype</a:t>
              </a:r>
              <a:r>
                <a:rPr lang="en-US" noProof="0" dirty="0">
                  <a:solidFill>
                    <a:schemeClr val="bg1"/>
                  </a:solidFill>
                  <a:latin typeface="Lucida Console" panose="020B0609040504020204" pitchFamily="49" charset="0"/>
                </a:rPr>
                <a:t>  </a:t>
              </a:r>
              <a:r>
                <a:rPr lang="en-US" noProof="0" dirty="0" err="1">
                  <a:solidFill>
                    <a:schemeClr val="bg1"/>
                  </a:solidFill>
                  <a:latin typeface="Lucida Console" panose="020B0609040504020204" pitchFamily="49" charset="0"/>
                </a:rPr>
                <a:t>HWaddress</a:t>
              </a:r>
              <a:r>
                <a:rPr lang="en-US" noProof="0" dirty="0">
                  <a:solidFill>
                    <a:schemeClr val="bg1"/>
                  </a:solidFill>
                  <a:latin typeface="Lucida Console" panose="020B0609040504020204" pitchFamily="49" charset="0"/>
                </a:rPr>
                <a:t>           Flags Mask    </a:t>
              </a:r>
              <a:r>
                <a:rPr lang="en-US" noProof="0" dirty="0" err="1">
                  <a:solidFill>
                    <a:schemeClr val="bg1"/>
                  </a:solidFill>
                  <a:latin typeface="Lucida Console" panose="020B0609040504020204" pitchFamily="49" charset="0"/>
                </a:rPr>
                <a:t>Iface</a:t>
              </a:r>
              <a:endParaRPr lang="en-US" noProof="0" dirty="0">
                <a:solidFill>
                  <a:schemeClr val="bg1"/>
                </a:solidFill>
                <a:latin typeface="Lucida Console" panose="020B0609040504020204" pitchFamily="49" charset="0"/>
              </a:endParaRPr>
            </a:p>
            <a:p>
              <a:pPr eaLnBrk="1" hangingPunct="1"/>
              <a:r>
                <a:rPr lang="en-US" noProof="0" dirty="0">
                  <a:solidFill>
                    <a:schemeClr val="bg1"/>
                  </a:solidFill>
                  <a:latin typeface="Lucida Console" panose="020B0609040504020204" pitchFamily="49" charset="0"/>
                </a:rPr>
                <a:t>200.1.1.7                ether   00:00:00:00:00:02   C             eth0</a:t>
              </a:r>
            </a:p>
          </p:txBody>
        </p:sp>
        <p:sp>
          <p:nvSpPr>
            <p:cNvPr id="36" name="Rectangle 5">
              <a:extLst>
                <a:ext uri="{FF2B5EF4-FFF2-40B4-BE49-F238E27FC236}">
                  <a16:creationId xmlns:a16="http://schemas.microsoft.com/office/drawing/2014/main" id="{8C376D52-17FC-8BAE-2D52-FF8763DE2CCB}"/>
                </a:ext>
              </a:extLst>
            </p:cNvPr>
            <p:cNvSpPr/>
            <p:nvPr/>
          </p:nvSpPr>
          <p:spPr>
            <a:xfrm>
              <a:off x="1364266" y="2378845"/>
              <a:ext cx="10216014" cy="286249"/>
            </a:xfrm>
            <a:prstGeom prst="rect">
              <a:avLst/>
            </a:prstGeom>
            <a:solidFill>
              <a:srgbClr val="4472C4"/>
            </a:solidFill>
            <a:ln w="57150" cap="flat" cmpd="sng" algn="ctr">
              <a:solidFill>
                <a:srgbClr val="4472C4"/>
              </a:solidFill>
              <a:prstDash val="solid"/>
              <a:miter lim="800000"/>
            </a:ln>
            <a:effectLst>
              <a:outerShdw blurRad="50800" dist="25400" algn="l" rotWithShape="0">
                <a:prstClr val="black">
                  <a:alpha val="32000"/>
                </a:prstClr>
              </a:outerShdw>
            </a:effectLst>
          </p:spPr>
          <p:txBody>
            <a:bodyPr rtlCol="0" anchor="ctr"/>
            <a:lstStyle/>
            <a:p>
              <a:pPr algn="ctr" eaLnBrk="1" fontAlgn="auto" hangingPunct="1">
                <a:spcBef>
                  <a:spcPts val="0"/>
                </a:spcBef>
                <a:spcAft>
                  <a:spcPts val="0"/>
                </a:spcAft>
                <a:defRPr/>
              </a:pPr>
              <a:endParaRPr lang="en-US" kern="0" noProof="0" dirty="0">
                <a:solidFill>
                  <a:prstClr val="white"/>
                </a:solidFill>
                <a:latin typeface="Calibri" panose="020F0502020204030204"/>
              </a:endParaRPr>
            </a:p>
          </p:txBody>
        </p:sp>
        <p:grpSp>
          <p:nvGrpSpPr>
            <p:cNvPr id="37" name="Group 14">
              <a:extLst>
                <a:ext uri="{FF2B5EF4-FFF2-40B4-BE49-F238E27FC236}">
                  <a16:creationId xmlns:a16="http://schemas.microsoft.com/office/drawing/2014/main" id="{78A86064-55E2-6D23-54BD-70708F5232B2}"/>
                </a:ext>
              </a:extLst>
            </p:cNvPr>
            <p:cNvGrpSpPr/>
            <p:nvPr/>
          </p:nvGrpSpPr>
          <p:grpSpPr>
            <a:xfrm>
              <a:off x="10920536" y="2466851"/>
              <a:ext cx="581348" cy="126235"/>
              <a:chOff x="8092857" y="2115830"/>
              <a:chExt cx="581348" cy="126235"/>
            </a:xfrm>
          </p:grpSpPr>
          <p:sp>
            <p:nvSpPr>
              <p:cNvPr id="38" name="Rectangle 15">
                <a:extLst>
                  <a:ext uri="{FF2B5EF4-FFF2-40B4-BE49-F238E27FC236}">
                    <a16:creationId xmlns:a16="http://schemas.microsoft.com/office/drawing/2014/main" id="{3FEFC369-3DBA-C5F0-D3F3-553245D96F74}"/>
                  </a:ext>
                </a:extLst>
              </p:cNvPr>
              <p:cNvSpPr>
                <a:spLocks noChangeAspect="1"/>
              </p:cNvSpPr>
              <p:nvPr/>
            </p:nvSpPr>
            <p:spPr>
              <a:xfrm>
                <a:off x="8548205" y="2116065"/>
                <a:ext cx="126000" cy="126000"/>
              </a:xfrm>
              <a:prstGeom prst="rect">
                <a:avLst/>
              </a:prstGeom>
              <a:solidFill>
                <a:srgbClr val="FF0000">
                  <a:alpha val="50196"/>
                </a:srgbClr>
              </a:solidFill>
              <a:ln w="12700" cap="flat" cmpd="sng" algn="ctr">
                <a:solidFill>
                  <a:srgbClr val="4472C4">
                    <a:shade val="50000"/>
                  </a:srgbClr>
                </a:solidFill>
                <a:prstDash val="solid"/>
                <a:miter lim="800000"/>
              </a:ln>
              <a:effectLst/>
            </p:spPr>
            <p:txBody>
              <a:bodyPr rtlCol="0" anchor="ctr"/>
              <a:lstStyle/>
              <a:p>
                <a:pPr algn="ctr" eaLnBrk="1" fontAlgn="auto" hangingPunct="1">
                  <a:spcBef>
                    <a:spcPts val="0"/>
                  </a:spcBef>
                  <a:spcAft>
                    <a:spcPts val="0"/>
                  </a:spcAft>
                  <a:defRPr/>
                </a:pPr>
                <a:endParaRPr lang="en-US" kern="0" noProof="0" dirty="0">
                  <a:solidFill>
                    <a:prstClr val="white"/>
                  </a:solidFill>
                  <a:latin typeface="Calibri" panose="020F0502020204030204"/>
                </a:endParaRPr>
              </a:p>
            </p:txBody>
          </p:sp>
          <p:sp>
            <p:nvSpPr>
              <p:cNvPr id="39" name="Rectangle 16">
                <a:extLst>
                  <a:ext uri="{FF2B5EF4-FFF2-40B4-BE49-F238E27FC236}">
                    <a16:creationId xmlns:a16="http://schemas.microsoft.com/office/drawing/2014/main" id="{93003C03-B723-E9D9-8A10-1ECB84F952DC}"/>
                  </a:ext>
                </a:extLst>
              </p:cNvPr>
              <p:cNvSpPr>
                <a:spLocks noChangeAspect="1"/>
              </p:cNvSpPr>
              <p:nvPr/>
            </p:nvSpPr>
            <p:spPr>
              <a:xfrm>
                <a:off x="8092857" y="2115830"/>
                <a:ext cx="126235" cy="126235"/>
              </a:xfrm>
              <a:prstGeom prst="rect">
                <a:avLst/>
              </a:prstGeom>
              <a:solidFill>
                <a:srgbClr val="4472C4">
                  <a:lumMod val="60000"/>
                  <a:lumOff val="40000"/>
                </a:srgbClr>
              </a:solidFill>
              <a:ln w="12700" cap="flat" cmpd="sng" algn="ctr">
                <a:solidFill>
                  <a:srgbClr val="4472C4">
                    <a:shade val="50000"/>
                  </a:srgbClr>
                </a:solidFill>
                <a:prstDash val="solid"/>
                <a:miter lim="800000"/>
              </a:ln>
              <a:effectLst/>
            </p:spPr>
            <p:txBody>
              <a:bodyPr rtlCol="0" anchor="ctr"/>
              <a:lstStyle/>
              <a:p>
                <a:pPr algn="r" eaLnBrk="1" fontAlgn="auto" hangingPunct="1">
                  <a:spcBef>
                    <a:spcPts val="0"/>
                  </a:spcBef>
                  <a:spcAft>
                    <a:spcPts val="0"/>
                  </a:spcAft>
                  <a:defRPr/>
                </a:pPr>
                <a:endParaRPr lang="en-US" kern="0" noProof="0" dirty="0">
                  <a:solidFill>
                    <a:prstClr val="white"/>
                  </a:solidFill>
                  <a:latin typeface="Calibri" panose="020F0502020204030204"/>
                </a:endParaRPr>
              </a:p>
            </p:txBody>
          </p:sp>
          <p:sp>
            <p:nvSpPr>
              <p:cNvPr id="40" name="Rectangle 17">
                <a:extLst>
                  <a:ext uri="{FF2B5EF4-FFF2-40B4-BE49-F238E27FC236}">
                    <a16:creationId xmlns:a16="http://schemas.microsoft.com/office/drawing/2014/main" id="{C83ABAFF-84E0-C8F6-A466-A46C8D2D624C}"/>
                  </a:ext>
                </a:extLst>
              </p:cNvPr>
              <p:cNvSpPr>
                <a:spLocks noChangeAspect="1"/>
              </p:cNvSpPr>
              <p:nvPr/>
            </p:nvSpPr>
            <p:spPr>
              <a:xfrm>
                <a:off x="8320531" y="2115830"/>
                <a:ext cx="126235" cy="126235"/>
              </a:xfrm>
              <a:prstGeom prst="rect">
                <a:avLst/>
              </a:prstGeom>
              <a:solidFill>
                <a:srgbClr val="4472C4">
                  <a:lumMod val="60000"/>
                  <a:lumOff val="40000"/>
                </a:srgbClr>
              </a:solidFill>
              <a:ln w="12700" cap="flat" cmpd="sng" algn="ctr">
                <a:solidFill>
                  <a:srgbClr val="4472C4">
                    <a:shade val="50000"/>
                  </a:srgbClr>
                </a:solidFill>
                <a:prstDash val="solid"/>
                <a:miter lim="800000"/>
              </a:ln>
              <a:effectLst/>
            </p:spPr>
            <p:txBody>
              <a:bodyPr rtlCol="0" anchor="ctr"/>
              <a:lstStyle/>
              <a:p>
                <a:pPr algn="r" eaLnBrk="1" fontAlgn="auto" hangingPunct="1">
                  <a:spcBef>
                    <a:spcPts val="0"/>
                  </a:spcBef>
                  <a:spcAft>
                    <a:spcPts val="0"/>
                  </a:spcAft>
                  <a:defRPr/>
                </a:pPr>
                <a:endParaRPr lang="en-US" kern="0" noProof="0" dirty="0">
                  <a:solidFill>
                    <a:prstClr val="white"/>
                  </a:solidFill>
                  <a:latin typeface="Calibri" panose="020F0502020204030204"/>
                </a:endParaRPr>
              </a:p>
            </p:txBody>
          </p:sp>
        </p:grpSp>
      </p:grpSp>
      <p:sp>
        <p:nvSpPr>
          <p:cNvPr id="21509" name="Rectangle 2">
            <a:extLst>
              <a:ext uri="{FF2B5EF4-FFF2-40B4-BE49-F238E27FC236}">
                <a16:creationId xmlns:a16="http://schemas.microsoft.com/office/drawing/2014/main" id="{4046B8FA-0E52-D5AF-3829-CB9D3C3F441B}"/>
              </a:ext>
            </a:extLst>
          </p:cNvPr>
          <p:cNvSpPr>
            <a:spLocks noGrp="1" noChangeArrowheads="1"/>
          </p:cNvSpPr>
          <p:nvPr>
            <p:ph type="title"/>
          </p:nvPr>
        </p:nvSpPr>
        <p:spPr/>
        <p:txBody>
          <a:bodyPr/>
          <a:lstStyle/>
          <a:p>
            <a:pPr eaLnBrk="1" hangingPunct="1"/>
            <a:r>
              <a:rPr lang="en-US" noProof="0" dirty="0"/>
              <a:t>inspecting the </a:t>
            </a:r>
            <a:r>
              <a:rPr lang="en-US" noProof="0" dirty="0" err="1"/>
              <a:t>arp</a:t>
            </a:r>
            <a:r>
              <a:rPr lang="en-US" noProof="0" dirty="0"/>
              <a:t> cache </a:t>
            </a:r>
            <a:endParaRPr lang="en-US" sz="4000" noProof="0" dirty="0"/>
          </a:p>
        </p:txBody>
      </p:sp>
      <p:sp>
        <p:nvSpPr>
          <p:cNvPr id="2" name="Content Placeholder 1">
            <a:extLst>
              <a:ext uri="{FF2B5EF4-FFF2-40B4-BE49-F238E27FC236}">
                <a16:creationId xmlns:a16="http://schemas.microsoft.com/office/drawing/2014/main" id="{F1534032-7F41-162B-C844-766FD985FA9C}"/>
              </a:ext>
            </a:extLst>
          </p:cNvPr>
          <p:cNvSpPr>
            <a:spLocks noGrp="1"/>
          </p:cNvSpPr>
          <p:nvPr>
            <p:ph idx="1"/>
          </p:nvPr>
        </p:nvSpPr>
        <p:spPr>
          <a:xfrm>
            <a:off x="609600" y="1412777"/>
            <a:ext cx="10972800" cy="2156900"/>
          </a:xfrm>
        </p:spPr>
        <p:txBody>
          <a:bodyPr/>
          <a:lstStyle/>
          <a:p>
            <a:r>
              <a:rPr lang="en-US" noProof="0" dirty="0" err="1">
                <a:latin typeface="Lucida Console" panose="020B0609040504020204" pitchFamily="49" charset="0"/>
              </a:rPr>
              <a:t>arp</a:t>
            </a:r>
            <a:r>
              <a:rPr lang="en-US" noProof="0" dirty="0"/>
              <a:t> is the command to inspect the </a:t>
            </a:r>
            <a:r>
              <a:rPr lang="en-US" noProof="0" dirty="0" err="1"/>
              <a:t>arp</a:t>
            </a:r>
            <a:r>
              <a:rPr lang="en-US" noProof="0" dirty="0"/>
              <a:t> cache</a:t>
            </a:r>
          </a:p>
          <a:p>
            <a:r>
              <a:rPr lang="en-US" noProof="0" dirty="0"/>
              <a:t>the </a:t>
            </a:r>
            <a:r>
              <a:rPr lang="en-US" noProof="0" dirty="0">
                <a:latin typeface="Lucida Console" panose="020B0609040504020204" pitchFamily="49" charset="0"/>
              </a:rPr>
              <a:t>–n </a:t>
            </a:r>
            <a:r>
              <a:rPr lang="en-US" noProof="0" dirty="0"/>
              <a:t>parameter tells </a:t>
            </a:r>
            <a:r>
              <a:rPr lang="en-US" noProof="0" dirty="0" err="1"/>
              <a:t>arp</a:t>
            </a:r>
            <a:r>
              <a:rPr lang="en-US" noProof="0" dirty="0"/>
              <a:t> to not resolve the IP addresses with DNS names</a:t>
            </a:r>
          </a:p>
        </p:txBody>
      </p:sp>
      <p:sp>
        <p:nvSpPr>
          <p:cNvPr id="32" name="Segnaposto data 2">
            <a:extLst>
              <a:ext uri="{FF2B5EF4-FFF2-40B4-BE49-F238E27FC236}">
                <a16:creationId xmlns:a16="http://schemas.microsoft.com/office/drawing/2014/main" id="{2568F9D9-C26C-036B-8B59-4EA3B0ED712D}"/>
              </a:ext>
            </a:extLst>
          </p:cNvPr>
          <p:cNvSpPr>
            <a:spLocks noGrp="1"/>
          </p:cNvSpPr>
          <p:nvPr>
            <p:ph type="dt" sz="half" idx="10"/>
          </p:nvPr>
        </p:nvSpPr>
        <p:spPr/>
        <p:txBody>
          <a:bodyPr/>
          <a:lstStyle/>
          <a:p>
            <a:pPr>
              <a:defRPr/>
            </a:pPr>
            <a:r>
              <a:rPr lang="en-US" noProof="0"/>
              <a:t>last update: Oct 2026</a:t>
            </a:r>
            <a:endParaRPr lang="en-US" noProof="0" dirty="0"/>
          </a:p>
        </p:txBody>
      </p:sp>
      <p:sp>
        <p:nvSpPr>
          <p:cNvPr id="33" name="Segnaposto piè di pagina 3">
            <a:extLst>
              <a:ext uri="{FF2B5EF4-FFF2-40B4-BE49-F238E27FC236}">
                <a16:creationId xmlns:a16="http://schemas.microsoft.com/office/drawing/2014/main" id="{19950810-BFF4-5D47-49E7-8BF3F3389BE1}"/>
              </a:ext>
            </a:extLst>
          </p:cNvPr>
          <p:cNvSpPr>
            <a:spLocks noGrp="1"/>
          </p:cNvSpPr>
          <p:nvPr>
            <p:ph type="ftr" sz="quarter" idx="11"/>
          </p:nvPr>
        </p:nvSpPr>
        <p:spPr/>
        <p:txBody>
          <a:bodyPr/>
          <a:lstStyle/>
          <a:p>
            <a:pPr>
              <a:defRPr/>
            </a:pPr>
            <a:r>
              <a:rPr lang="en-US" noProof="0" dirty="0"/>
              <a:t>kathara – [ lab: basic-ipv4 ]</a:t>
            </a:r>
          </a:p>
        </p:txBody>
      </p:sp>
      <p:sp>
        <p:nvSpPr>
          <p:cNvPr id="21508" name="Rectangle 64">
            <a:extLst>
              <a:ext uri="{FF2B5EF4-FFF2-40B4-BE49-F238E27FC236}">
                <a16:creationId xmlns:a16="http://schemas.microsoft.com/office/drawing/2014/main" id="{C8B20AD0-A020-05A5-53F1-FD9B6927DA90}"/>
              </a:ext>
            </a:extLst>
          </p:cNvPr>
          <p:cNvSpPr>
            <a:spLocks noChangeArrowheads="1"/>
          </p:cNvSpPr>
          <p:nvPr/>
        </p:nvSpPr>
        <p:spPr bwMode="auto">
          <a:xfrm>
            <a:off x="4800600" y="6434123"/>
            <a:ext cx="181822" cy="371513"/>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spAutoFit/>
          </a:bodyPr>
          <a:lstStyle>
            <a:lvl1pPr>
              <a:spcBef>
                <a:spcPct val="20000"/>
              </a:spcBef>
              <a:buClr>
                <a:schemeClr val="tx2"/>
              </a:buClr>
              <a:buSzPct val="7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eaLnBrk="1" hangingPunct="1">
              <a:spcBef>
                <a:spcPct val="0"/>
              </a:spcBef>
              <a:buClrTx/>
              <a:buSzTx/>
              <a:buFontTx/>
              <a:buNone/>
            </a:pPr>
            <a:endParaRPr lang="en-US" sz="1800" noProof="0" dirty="0">
              <a:latin typeface="Arial" panose="020B0604020202020204" pitchFamily="34" charset="0"/>
            </a:endParaRPr>
          </a:p>
        </p:txBody>
      </p:sp>
    </p:spTree>
    <p:extLst>
      <p:ext uri="{BB962C8B-B14F-4D97-AF65-F5344CB8AC3E}">
        <p14:creationId xmlns:p14="http://schemas.microsoft.com/office/powerpoint/2010/main" val="277822444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4" name="Group 1">
            <a:extLst>
              <a:ext uri="{FF2B5EF4-FFF2-40B4-BE49-F238E27FC236}">
                <a16:creationId xmlns:a16="http://schemas.microsoft.com/office/drawing/2014/main" id="{C48C37B1-68F7-5BC7-42E3-0493EBBAD992}"/>
              </a:ext>
            </a:extLst>
          </p:cNvPr>
          <p:cNvGrpSpPr/>
          <p:nvPr/>
        </p:nvGrpSpPr>
        <p:grpSpPr>
          <a:xfrm>
            <a:off x="1055440" y="1608614"/>
            <a:ext cx="10216014" cy="3620044"/>
            <a:chOff x="1364266" y="2378845"/>
            <a:chExt cx="10216014" cy="3620044"/>
          </a:xfrm>
        </p:grpSpPr>
        <p:sp>
          <p:nvSpPr>
            <p:cNvPr id="35" name="Rectangle 4">
              <a:extLst>
                <a:ext uri="{FF2B5EF4-FFF2-40B4-BE49-F238E27FC236}">
                  <a16:creationId xmlns:a16="http://schemas.microsoft.com/office/drawing/2014/main" id="{7346A2E2-95BA-FB41-58D8-A29D93F6C055}"/>
                </a:ext>
              </a:extLst>
            </p:cNvPr>
            <p:cNvSpPr/>
            <p:nvPr/>
          </p:nvSpPr>
          <p:spPr>
            <a:xfrm>
              <a:off x="1364266" y="2668294"/>
              <a:ext cx="10216014" cy="3330595"/>
            </a:xfrm>
            <a:prstGeom prst="rect">
              <a:avLst/>
            </a:prstGeom>
            <a:solidFill>
              <a:sysClr val="windowText" lastClr="000000"/>
            </a:solidFill>
            <a:ln w="57150" cap="flat" cmpd="sng" algn="ctr">
              <a:solidFill>
                <a:srgbClr val="4472C4"/>
              </a:solidFill>
              <a:prstDash val="solid"/>
              <a:miter lim="800000"/>
            </a:ln>
            <a:effectLst>
              <a:outerShdw blurRad="50800" dist="38100" dir="2700000" algn="tl" rotWithShape="0">
                <a:prstClr val="black">
                  <a:alpha val="40000"/>
                </a:prstClr>
              </a:outerShdw>
            </a:effectLst>
          </p:spPr>
          <p:txBody>
            <a:bodyPr rtlCol="0" anchor="t"/>
            <a:lstStyle/>
            <a:p>
              <a:pPr eaLnBrk="1" hangingPunct="1"/>
              <a:r>
                <a:rPr lang="en-US" noProof="0" dirty="0">
                  <a:solidFill>
                    <a:schemeClr val="bg2">
                      <a:lumMod val="60000"/>
                      <a:lumOff val="40000"/>
                    </a:schemeClr>
                  </a:solidFill>
                  <a:latin typeface="Lucida Console" panose="020B0609040504020204" pitchFamily="49" charset="0"/>
                </a:rPr>
                <a:t>root@pc3:/# </a:t>
              </a:r>
              <a:r>
                <a:rPr lang="en-US" b="1" noProof="0" dirty="0" err="1">
                  <a:solidFill>
                    <a:schemeClr val="bg1"/>
                  </a:solidFill>
                  <a:latin typeface="Lucida Console" panose="020B0609040504020204" pitchFamily="49" charset="0"/>
                </a:rPr>
                <a:t>arp</a:t>
              </a:r>
              <a:r>
                <a:rPr lang="en-US" b="1" noProof="0" dirty="0">
                  <a:solidFill>
                    <a:schemeClr val="bg1"/>
                  </a:solidFill>
                  <a:latin typeface="Lucida Console" panose="020B0609040504020204" pitchFamily="49" charset="0"/>
                </a:rPr>
                <a:t> -n</a:t>
              </a:r>
            </a:p>
            <a:p>
              <a:pPr eaLnBrk="1" hangingPunct="1"/>
              <a:r>
                <a:rPr lang="en-US" noProof="0" dirty="0">
                  <a:solidFill>
                    <a:schemeClr val="bg2">
                      <a:lumMod val="60000"/>
                      <a:lumOff val="40000"/>
                    </a:schemeClr>
                  </a:solidFill>
                  <a:latin typeface="Lucida Console" panose="020B0609040504020204" pitchFamily="49" charset="0"/>
                </a:rPr>
                <a:t>root@pc3:/# </a:t>
              </a:r>
              <a:r>
                <a:rPr lang="en-US" b="1" noProof="0" dirty="0">
                  <a:solidFill>
                    <a:schemeClr val="bg1"/>
                  </a:solidFill>
                  <a:latin typeface="Lucida Console" panose="020B0609040504020204" pitchFamily="49" charset="0"/>
                </a:rPr>
                <a:t>ping 200.1.1.7</a:t>
              </a:r>
            </a:p>
            <a:p>
              <a:pPr eaLnBrk="1" hangingPunct="1"/>
              <a:r>
                <a:rPr lang="en-US" noProof="0" dirty="0">
                  <a:solidFill>
                    <a:schemeClr val="bg1"/>
                  </a:solidFill>
                  <a:latin typeface="Lucida Console" panose="020B0609040504020204" pitchFamily="49" charset="0"/>
                </a:rPr>
                <a:t>PING 200.1.1.7 (200.1.1.7) 56(84) bytes of data.</a:t>
              </a:r>
            </a:p>
            <a:p>
              <a:pPr eaLnBrk="1" hangingPunct="1"/>
              <a:r>
                <a:rPr lang="en-US" noProof="0" dirty="0">
                  <a:solidFill>
                    <a:schemeClr val="bg1"/>
                  </a:solidFill>
                  <a:latin typeface="Lucida Console" panose="020B0609040504020204" pitchFamily="49" charset="0"/>
                </a:rPr>
                <a:t>64 bytes from 200.1.1.7: </a:t>
              </a:r>
              <a:r>
                <a:rPr lang="en-US" noProof="0" dirty="0" err="1">
                  <a:solidFill>
                    <a:schemeClr val="bg1"/>
                  </a:solidFill>
                  <a:latin typeface="Lucida Console" panose="020B0609040504020204" pitchFamily="49" charset="0"/>
                </a:rPr>
                <a:t>icmp_seq</a:t>
              </a:r>
              <a:r>
                <a:rPr lang="en-US" noProof="0" dirty="0">
                  <a:solidFill>
                    <a:schemeClr val="bg1"/>
                  </a:solidFill>
                  <a:latin typeface="Lucida Console" panose="020B0609040504020204" pitchFamily="49" charset="0"/>
                </a:rPr>
                <a:t>=1 </a:t>
              </a:r>
              <a:r>
                <a:rPr lang="en-US" noProof="0" dirty="0" err="1">
                  <a:solidFill>
                    <a:schemeClr val="bg1"/>
                  </a:solidFill>
                  <a:latin typeface="Lucida Console" panose="020B0609040504020204" pitchFamily="49" charset="0"/>
                </a:rPr>
                <a:t>ttl</a:t>
              </a:r>
              <a:r>
                <a:rPr lang="en-US" noProof="0" dirty="0">
                  <a:solidFill>
                    <a:schemeClr val="bg1"/>
                  </a:solidFill>
                  <a:latin typeface="Lucida Console" panose="020B0609040504020204" pitchFamily="49" charset="0"/>
                </a:rPr>
                <a:t>=64 time=1.93 </a:t>
              </a:r>
              <a:r>
                <a:rPr lang="en-US" noProof="0" dirty="0" err="1">
                  <a:solidFill>
                    <a:schemeClr val="bg1"/>
                  </a:solidFill>
                  <a:latin typeface="Lucida Console" panose="020B0609040504020204" pitchFamily="49" charset="0"/>
                </a:rPr>
                <a:t>ms</a:t>
              </a:r>
              <a:endParaRPr lang="en-US" noProof="0" dirty="0">
                <a:solidFill>
                  <a:schemeClr val="bg1"/>
                </a:solidFill>
                <a:latin typeface="Lucida Console" panose="020B0609040504020204" pitchFamily="49" charset="0"/>
              </a:endParaRPr>
            </a:p>
            <a:p>
              <a:pPr eaLnBrk="1" hangingPunct="1"/>
              <a:r>
                <a:rPr lang="en-US" noProof="0" dirty="0">
                  <a:solidFill>
                    <a:schemeClr val="bg1"/>
                  </a:solidFill>
                  <a:latin typeface="Lucida Console" panose="020B0609040504020204" pitchFamily="49" charset="0"/>
                </a:rPr>
                <a:t>64 bytes from 200.1.1.7: </a:t>
              </a:r>
              <a:r>
                <a:rPr lang="en-US" noProof="0" dirty="0" err="1">
                  <a:solidFill>
                    <a:schemeClr val="bg1"/>
                  </a:solidFill>
                  <a:latin typeface="Lucida Console" panose="020B0609040504020204" pitchFamily="49" charset="0"/>
                </a:rPr>
                <a:t>icmp_seq</a:t>
              </a:r>
              <a:r>
                <a:rPr lang="en-US" noProof="0" dirty="0">
                  <a:solidFill>
                    <a:schemeClr val="bg1"/>
                  </a:solidFill>
                  <a:latin typeface="Lucida Console" panose="020B0609040504020204" pitchFamily="49" charset="0"/>
                </a:rPr>
                <a:t>=2 </a:t>
              </a:r>
              <a:r>
                <a:rPr lang="en-US" noProof="0" dirty="0" err="1">
                  <a:solidFill>
                    <a:schemeClr val="bg1"/>
                  </a:solidFill>
                  <a:latin typeface="Lucida Console" panose="020B0609040504020204" pitchFamily="49" charset="0"/>
                </a:rPr>
                <a:t>ttl</a:t>
              </a:r>
              <a:r>
                <a:rPr lang="en-US" noProof="0" dirty="0">
                  <a:solidFill>
                    <a:schemeClr val="bg1"/>
                  </a:solidFill>
                  <a:latin typeface="Lucida Console" panose="020B0609040504020204" pitchFamily="49" charset="0"/>
                </a:rPr>
                <a:t>=64 time=0.638 </a:t>
              </a:r>
              <a:r>
                <a:rPr lang="en-US" noProof="0" dirty="0" err="1">
                  <a:solidFill>
                    <a:schemeClr val="bg1"/>
                  </a:solidFill>
                  <a:latin typeface="Lucida Console" panose="020B0609040504020204" pitchFamily="49" charset="0"/>
                </a:rPr>
                <a:t>ms</a:t>
              </a:r>
              <a:endParaRPr lang="en-US" noProof="0" dirty="0">
                <a:solidFill>
                  <a:schemeClr val="bg1"/>
                </a:solidFill>
                <a:latin typeface="Lucida Console" panose="020B0609040504020204" pitchFamily="49" charset="0"/>
              </a:endParaRPr>
            </a:p>
            <a:p>
              <a:pPr eaLnBrk="1" hangingPunct="1"/>
              <a:r>
                <a:rPr lang="en-US" noProof="0" dirty="0">
                  <a:solidFill>
                    <a:schemeClr val="bg1"/>
                  </a:solidFill>
                  <a:latin typeface="Lucida Console" panose="020B0609040504020204" pitchFamily="49" charset="0"/>
                </a:rPr>
                <a:t>--- 200.1.1.7 ping statistics ---</a:t>
              </a:r>
            </a:p>
            <a:p>
              <a:pPr eaLnBrk="1" hangingPunct="1"/>
              <a:r>
                <a:rPr lang="en-US" noProof="0" dirty="0">
                  <a:solidFill>
                    <a:schemeClr val="bg1"/>
                  </a:solidFill>
                  <a:latin typeface="Lucida Console" panose="020B0609040504020204" pitchFamily="49" charset="0"/>
                </a:rPr>
                <a:t>2 packets transmitted, 2 received, 0% packet loss, time 1001ms</a:t>
              </a:r>
            </a:p>
            <a:p>
              <a:pPr eaLnBrk="1" hangingPunct="1"/>
              <a:r>
                <a:rPr lang="en-US" noProof="0" dirty="0" err="1">
                  <a:solidFill>
                    <a:schemeClr val="bg1"/>
                  </a:solidFill>
                  <a:latin typeface="Lucida Console" panose="020B0609040504020204" pitchFamily="49" charset="0"/>
                </a:rPr>
                <a:t>rtt</a:t>
              </a:r>
              <a:r>
                <a:rPr lang="en-US" noProof="0" dirty="0">
                  <a:solidFill>
                    <a:schemeClr val="bg1"/>
                  </a:solidFill>
                  <a:latin typeface="Lucida Console" panose="020B0609040504020204" pitchFamily="49" charset="0"/>
                </a:rPr>
                <a:t> min/avg/max/</a:t>
              </a:r>
              <a:r>
                <a:rPr lang="en-US" noProof="0" dirty="0" err="1">
                  <a:solidFill>
                    <a:schemeClr val="bg1"/>
                  </a:solidFill>
                  <a:latin typeface="Lucida Console" panose="020B0609040504020204" pitchFamily="49" charset="0"/>
                </a:rPr>
                <a:t>mdev</a:t>
              </a:r>
              <a:r>
                <a:rPr lang="en-US" noProof="0" dirty="0">
                  <a:solidFill>
                    <a:schemeClr val="bg1"/>
                  </a:solidFill>
                  <a:latin typeface="Lucida Console" panose="020B0609040504020204" pitchFamily="49" charset="0"/>
                </a:rPr>
                <a:t> = 0.638/1.283/1.929/0.645 </a:t>
              </a:r>
              <a:r>
                <a:rPr lang="en-US" noProof="0" dirty="0" err="1">
                  <a:solidFill>
                    <a:schemeClr val="bg1"/>
                  </a:solidFill>
                  <a:latin typeface="Lucida Console" panose="020B0609040504020204" pitchFamily="49" charset="0"/>
                </a:rPr>
                <a:t>ms</a:t>
              </a:r>
              <a:endParaRPr lang="en-US" noProof="0" dirty="0">
                <a:solidFill>
                  <a:schemeClr val="bg1"/>
                </a:solidFill>
                <a:latin typeface="Lucida Console" panose="020B0609040504020204" pitchFamily="49" charset="0"/>
              </a:endParaRPr>
            </a:p>
            <a:p>
              <a:pPr eaLnBrk="1" hangingPunct="1"/>
              <a:r>
                <a:rPr lang="en-US" noProof="0" dirty="0">
                  <a:solidFill>
                    <a:schemeClr val="bg2">
                      <a:lumMod val="60000"/>
                      <a:lumOff val="40000"/>
                    </a:schemeClr>
                  </a:solidFill>
                  <a:latin typeface="Lucida Console" panose="020B0609040504020204" pitchFamily="49" charset="0"/>
                </a:rPr>
                <a:t>root@pc3:/# </a:t>
              </a:r>
              <a:r>
                <a:rPr lang="en-US" b="1" noProof="0" dirty="0" err="1">
                  <a:solidFill>
                    <a:schemeClr val="bg1"/>
                  </a:solidFill>
                  <a:latin typeface="Lucida Console" panose="020B0609040504020204" pitchFamily="49" charset="0"/>
                </a:rPr>
                <a:t>arp</a:t>
              </a:r>
              <a:r>
                <a:rPr lang="en-US" b="1" noProof="0" dirty="0">
                  <a:solidFill>
                    <a:schemeClr val="bg1"/>
                  </a:solidFill>
                  <a:latin typeface="Lucida Console" panose="020B0609040504020204" pitchFamily="49" charset="0"/>
                </a:rPr>
                <a:t> -n</a:t>
              </a:r>
            </a:p>
            <a:p>
              <a:pPr eaLnBrk="1" hangingPunct="1"/>
              <a:r>
                <a:rPr lang="en-US" noProof="0" dirty="0">
                  <a:solidFill>
                    <a:schemeClr val="bg1"/>
                  </a:solidFill>
                  <a:latin typeface="Lucida Console" panose="020B0609040504020204" pitchFamily="49" charset="0"/>
                </a:rPr>
                <a:t>Address                  </a:t>
              </a:r>
              <a:r>
                <a:rPr lang="en-US" noProof="0" dirty="0" err="1">
                  <a:solidFill>
                    <a:schemeClr val="bg1"/>
                  </a:solidFill>
                  <a:latin typeface="Lucida Console" panose="020B0609040504020204" pitchFamily="49" charset="0"/>
                </a:rPr>
                <a:t>HWtype</a:t>
              </a:r>
              <a:r>
                <a:rPr lang="en-US" noProof="0" dirty="0">
                  <a:solidFill>
                    <a:schemeClr val="bg1"/>
                  </a:solidFill>
                  <a:latin typeface="Lucida Console" panose="020B0609040504020204" pitchFamily="49" charset="0"/>
                </a:rPr>
                <a:t>  </a:t>
              </a:r>
              <a:r>
                <a:rPr lang="en-US" noProof="0" dirty="0" err="1">
                  <a:solidFill>
                    <a:schemeClr val="bg1"/>
                  </a:solidFill>
                  <a:latin typeface="Lucida Console" panose="020B0609040504020204" pitchFamily="49" charset="0"/>
                </a:rPr>
                <a:t>HWaddress</a:t>
              </a:r>
              <a:r>
                <a:rPr lang="en-US" noProof="0" dirty="0">
                  <a:solidFill>
                    <a:schemeClr val="bg1"/>
                  </a:solidFill>
                  <a:latin typeface="Lucida Console" panose="020B0609040504020204" pitchFamily="49" charset="0"/>
                </a:rPr>
                <a:t>           Flags Mask    </a:t>
              </a:r>
              <a:r>
                <a:rPr lang="en-US" noProof="0" dirty="0" err="1">
                  <a:solidFill>
                    <a:schemeClr val="bg1"/>
                  </a:solidFill>
                  <a:latin typeface="Lucida Console" panose="020B0609040504020204" pitchFamily="49" charset="0"/>
                </a:rPr>
                <a:t>Iface</a:t>
              </a:r>
              <a:endParaRPr lang="en-US" noProof="0" dirty="0">
                <a:solidFill>
                  <a:schemeClr val="bg1"/>
                </a:solidFill>
                <a:latin typeface="Lucida Console" panose="020B0609040504020204" pitchFamily="49" charset="0"/>
              </a:endParaRPr>
            </a:p>
            <a:p>
              <a:pPr eaLnBrk="1" hangingPunct="1"/>
              <a:r>
                <a:rPr lang="en-US" noProof="0" dirty="0">
                  <a:solidFill>
                    <a:schemeClr val="bg1"/>
                  </a:solidFill>
                  <a:latin typeface="Lucida Console" panose="020B0609040504020204" pitchFamily="49" charset="0"/>
                </a:rPr>
                <a:t>200.1.1.7                ether   00:00:00:00:00:02   C             eth0</a:t>
              </a:r>
            </a:p>
          </p:txBody>
        </p:sp>
        <p:sp>
          <p:nvSpPr>
            <p:cNvPr id="36" name="Rectangle 5">
              <a:extLst>
                <a:ext uri="{FF2B5EF4-FFF2-40B4-BE49-F238E27FC236}">
                  <a16:creationId xmlns:a16="http://schemas.microsoft.com/office/drawing/2014/main" id="{8C376D52-17FC-8BAE-2D52-FF8763DE2CCB}"/>
                </a:ext>
              </a:extLst>
            </p:cNvPr>
            <p:cNvSpPr/>
            <p:nvPr/>
          </p:nvSpPr>
          <p:spPr>
            <a:xfrm>
              <a:off x="1364266" y="2378845"/>
              <a:ext cx="10216014" cy="286249"/>
            </a:xfrm>
            <a:prstGeom prst="rect">
              <a:avLst/>
            </a:prstGeom>
            <a:solidFill>
              <a:srgbClr val="4472C4"/>
            </a:solidFill>
            <a:ln w="57150" cap="flat" cmpd="sng" algn="ctr">
              <a:solidFill>
                <a:srgbClr val="4472C4"/>
              </a:solidFill>
              <a:prstDash val="solid"/>
              <a:miter lim="800000"/>
            </a:ln>
            <a:effectLst>
              <a:outerShdw blurRad="50800" dist="25400" algn="l" rotWithShape="0">
                <a:prstClr val="black">
                  <a:alpha val="32000"/>
                </a:prstClr>
              </a:outerShdw>
            </a:effectLst>
          </p:spPr>
          <p:txBody>
            <a:bodyPr rtlCol="0" anchor="ctr"/>
            <a:lstStyle/>
            <a:p>
              <a:pPr algn="ctr" eaLnBrk="1" fontAlgn="auto" hangingPunct="1">
                <a:spcBef>
                  <a:spcPts val="0"/>
                </a:spcBef>
                <a:spcAft>
                  <a:spcPts val="0"/>
                </a:spcAft>
                <a:defRPr/>
              </a:pPr>
              <a:r>
                <a:rPr lang="en-US" kern="0" noProof="0" dirty="0">
                  <a:solidFill>
                    <a:prstClr val="white"/>
                  </a:solidFill>
                  <a:latin typeface="Calibri" panose="020F0502020204030204"/>
                </a:rPr>
                <a:t>pc3</a:t>
              </a:r>
            </a:p>
          </p:txBody>
        </p:sp>
        <p:grpSp>
          <p:nvGrpSpPr>
            <p:cNvPr id="37" name="Group 14">
              <a:extLst>
                <a:ext uri="{FF2B5EF4-FFF2-40B4-BE49-F238E27FC236}">
                  <a16:creationId xmlns:a16="http://schemas.microsoft.com/office/drawing/2014/main" id="{78A86064-55E2-6D23-54BD-70708F5232B2}"/>
                </a:ext>
              </a:extLst>
            </p:cNvPr>
            <p:cNvGrpSpPr/>
            <p:nvPr/>
          </p:nvGrpSpPr>
          <p:grpSpPr>
            <a:xfrm>
              <a:off x="10920536" y="2466851"/>
              <a:ext cx="581348" cy="126235"/>
              <a:chOff x="8092857" y="2115830"/>
              <a:chExt cx="581348" cy="126235"/>
            </a:xfrm>
          </p:grpSpPr>
          <p:sp>
            <p:nvSpPr>
              <p:cNvPr id="38" name="Rectangle 15">
                <a:extLst>
                  <a:ext uri="{FF2B5EF4-FFF2-40B4-BE49-F238E27FC236}">
                    <a16:creationId xmlns:a16="http://schemas.microsoft.com/office/drawing/2014/main" id="{3FEFC369-3DBA-C5F0-D3F3-553245D96F74}"/>
                  </a:ext>
                </a:extLst>
              </p:cNvPr>
              <p:cNvSpPr>
                <a:spLocks noChangeAspect="1"/>
              </p:cNvSpPr>
              <p:nvPr/>
            </p:nvSpPr>
            <p:spPr>
              <a:xfrm>
                <a:off x="8548205" y="2116065"/>
                <a:ext cx="126000" cy="126000"/>
              </a:xfrm>
              <a:prstGeom prst="rect">
                <a:avLst/>
              </a:prstGeom>
              <a:solidFill>
                <a:srgbClr val="FF0000">
                  <a:alpha val="50196"/>
                </a:srgbClr>
              </a:solidFill>
              <a:ln w="12700" cap="flat" cmpd="sng" algn="ctr">
                <a:solidFill>
                  <a:srgbClr val="4472C4">
                    <a:shade val="50000"/>
                  </a:srgbClr>
                </a:solidFill>
                <a:prstDash val="solid"/>
                <a:miter lim="800000"/>
              </a:ln>
              <a:effectLst/>
            </p:spPr>
            <p:txBody>
              <a:bodyPr rtlCol="0" anchor="ctr"/>
              <a:lstStyle/>
              <a:p>
                <a:pPr algn="ctr" eaLnBrk="1" fontAlgn="auto" hangingPunct="1">
                  <a:spcBef>
                    <a:spcPts val="0"/>
                  </a:spcBef>
                  <a:spcAft>
                    <a:spcPts val="0"/>
                  </a:spcAft>
                  <a:defRPr/>
                </a:pPr>
                <a:endParaRPr lang="en-US" kern="0" noProof="0" dirty="0">
                  <a:solidFill>
                    <a:prstClr val="white"/>
                  </a:solidFill>
                  <a:latin typeface="Calibri" panose="020F0502020204030204"/>
                </a:endParaRPr>
              </a:p>
            </p:txBody>
          </p:sp>
          <p:sp>
            <p:nvSpPr>
              <p:cNvPr id="39" name="Rectangle 16">
                <a:extLst>
                  <a:ext uri="{FF2B5EF4-FFF2-40B4-BE49-F238E27FC236}">
                    <a16:creationId xmlns:a16="http://schemas.microsoft.com/office/drawing/2014/main" id="{93003C03-B723-E9D9-8A10-1ECB84F952DC}"/>
                  </a:ext>
                </a:extLst>
              </p:cNvPr>
              <p:cNvSpPr>
                <a:spLocks noChangeAspect="1"/>
              </p:cNvSpPr>
              <p:nvPr/>
            </p:nvSpPr>
            <p:spPr>
              <a:xfrm>
                <a:off x="8092857" y="2115830"/>
                <a:ext cx="126235" cy="126235"/>
              </a:xfrm>
              <a:prstGeom prst="rect">
                <a:avLst/>
              </a:prstGeom>
              <a:solidFill>
                <a:srgbClr val="4472C4">
                  <a:lumMod val="60000"/>
                  <a:lumOff val="40000"/>
                </a:srgbClr>
              </a:solidFill>
              <a:ln w="12700" cap="flat" cmpd="sng" algn="ctr">
                <a:solidFill>
                  <a:srgbClr val="4472C4">
                    <a:shade val="50000"/>
                  </a:srgbClr>
                </a:solidFill>
                <a:prstDash val="solid"/>
                <a:miter lim="800000"/>
              </a:ln>
              <a:effectLst/>
            </p:spPr>
            <p:txBody>
              <a:bodyPr rtlCol="0" anchor="ctr"/>
              <a:lstStyle/>
              <a:p>
                <a:pPr algn="r" eaLnBrk="1" fontAlgn="auto" hangingPunct="1">
                  <a:spcBef>
                    <a:spcPts val="0"/>
                  </a:spcBef>
                  <a:spcAft>
                    <a:spcPts val="0"/>
                  </a:spcAft>
                  <a:defRPr/>
                </a:pPr>
                <a:endParaRPr lang="en-US" kern="0" noProof="0" dirty="0">
                  <a:solidFill>
                    <a:prstClr val="white"/>
                  </a:solidFill>
                  <a:latin typeface="Calibri" panose="020F0502020204030204"/>
                </a:endParaRPr>
              </a:p>
            </p:txBody>
          </p:sp>
          <p:sp>
            <p:nvSpPr>
              <p:cNvPr id="40" name="Rectangle 17">
                <a:extLst>
                  <a:ext uri="{FF2B5EF4-FFF2-40B4-BE49-F238E27FC236}">
                    <a16:creationId xmlns:a16="http://schemas.microsoft.com/office/drawing/2014/main" id="{C83ABAFF-84E0-C8F6-A466-A46C8D2D624C}"/>
                  </a:ext>
                </a:extLst>
              </p:cNvPr>
              <p:cNvSpPr>
                <a:spLocks noChangeAspect="1"/>
              </p:cNvSpPr>
              <p:nvPr/>
            </p:nvSpPr>
            <p:spPr>
              <a:xfrm>
                <a:off x="8320531" y="2115830"/>
                <a:ext cx="126235" cy="126235"/>
              </a:xfrm>
              <a:prstGeom prst="rect">
                <a:avLst/>
              </a:prstGeom>
              <a:solidFill>
                <a:srgbClr val="4472C4">
                  <a:lumMod val="60000"/>
                  <a:lumOff val="40000"/>
                </a:srgbClr>
              </a:solidFill>
              <a:ln w="12700" cap="flat" cmpd="sng" algn="ctr">
                <a:solidFill>
                  <a:srgbClr val="4472C4">
                    <a:shade val="50000"/>
                  </a:srgbClr>
                </a:solidFill>
                <a:prstDash val="solid"/>
                <a:miter lim="800000"/>
              </a:ln>
              <a:effectLst/>
            </p:spPr>
            <p:txBody>
              <a:bodyPr rtlCol="0" anchor="ctr"/>
              <a:lstStyle/>
              <a:p>
                <a:pPr algn="r" eaLnBrk="1" fontAlgn="auto" hangingPunct="1">
                  <a:spcBef>
                    <a:spcPts val="0"/>
                  </a:spcBef>
                  <a:spcAft>
                    <a:spcPts val="0"/>
                  </a:spcAft>
                  <a:defRPr/>
                </a:pPr>
                <a:endParaRPr lang="en-US" kern="0" noProof="0" dirty="0">
                  <a:solidFill>
                    <a:prstClr val="white"/>
                  </a:solidFill>
                  <a:latin typeface="Calibri" panose="020F0502020204030204"/>
                </a:endParaRPr>
              </a:p>
            </p:txBody>
          </p:sp>
        </p:grpSp>
      </p:grpSp>
      <p:sp>
        <p:nvSpPr>
          <p:cNvPr id="21509" name="Rectangle 2">
            <a:extLst>
              <a:ext uri="{FF2B5EF4-FFF2-40B4-BE49-F238E27FC236}">
                <a16:creationId xmlns:a16="http://schemas.microsoft.com/office/drawing/2014/main" id="{4046B8FA-0E52-D5AF-3829-CB9D3C3F441B}"/>
              </a:ext>
            </a:extLst>
          </p:cNvPr>
          <p:cNvSpPr>
            <a:spLocks noGrp="1" noChangeArrowheads="1"/>
          </p:cNvSpPr>
          <p:nvPr>
            <p:ph type="title"/>
          </p:nvPr>
        </p:nvSpPr>
        <p:spPr/>
        <p:txBody>
          <a:bodyPr/>
          <a:lstStyle/>
          <a:p>
            <a:pPr eaLnBrk="1" hangingPunct="1"/>
            <a:r>
              <a:rPr lang="en-US" noProof="0" dirty="0"/>
              <a:t>inspecting the </a:t>
            </a:r>
            <a:r>
              <a:rPr lang="en-US" noProof="0" dirty="0" err="1"/>
              <a:t>arp</a:t>
            </a:r>
            <a:r>
              <a:rPr lang="en-US" noProof="0" dirty="0"/>
              <a:t> cache </a:t>
            </a:r>
            <a:endParaRPr lang="en-US" sz="4000" noProof="0" dirty="0"/>
          </a:p>
        </p:txBody>
      </p:sp>
      <p:sp>
        <p:nvSpPr>
          <p:cNvPr id="32" name="Segnaposto data 2">
            <a:extLst>
              <a:ext uri="{FF2B5EF4-FFF2-40B4-BE49-F238E27FC236}">
                <a16:creationId xmlns:a16="http://schemas.microsoft.com/office/drawing/2014/main" id="{2568F9D9-C26C-036B-8B59-4EA3B0ED712D}"/>
              </a:ext>
            </a:extLst>
          </p:cNvPr>
          <p:cNvSpPr>
            <a:spLocks noGrp="1"/>
          </p:cNvSpPr>
          <p:nvPr>
            <p:ph type="dt" sz="half" idx="10"/>
          </p:nvPr>
        </p:nvSpPr>
        <p:spPr/>
        <p:txBody>
          <a:bodyPr/>
          <a:lstStyle/>
          <a:p>
            <a:pPr>
              <a:defRPr/>
            </a:pPr>
            <a:r>
              <a:rPr lang="en-US" noProof="0"/>
              <a:t>last update: Oct 2026</a:t>
            </a:r>
            <a:endParaRPr lang="en-US" noProof="0" dirty="0"/>
          </a:p>
        </p:txBody>
      </p:sp>
      <p:sp>
        <p:nvSpPr>
          <p:cNvPr id="33" name="Segnaposto piè di pagina 3">
            <a:extLst>
              <a:ext uri="{FF2B5EF4-FFF2-40B4-BE49-F238E27FC236}">
                <a16:creationId xmlns:a16="http://schemas.microsoft.com/office/drawing/2014/main" id="{19950810-BFF4-5D47-49E7-8BF3F3389BE1}"/>
              </a:ext>
            </a:extLst>
          </p:cNvPr>
          <p:cNvSpPr>
            <a:spLocks noGrp="1"/>
          </p:cNvSpPr>
          <p:nvPr>
            <p:ph type="ftr" sz="quarter" idx="11"/>
          </p:nvPr>
        </p:nvSpPr>
        <p:spPr/>
        <p:txBody>
          <a:bodyPr/>
          <a:lstStyle/>
          <a:p>
            <a:pPr>
              <a:defRPr/>
            </a:pPr>
            <a:r>
              <a:rPr lang="en-US" noProof="0" dirty="0"/>
              <a:t>kathara – [ lab: basic-ipv4 ]</a:t>
            </a:r>
          </a:p>
        </p:txBody>
      </p:sp>
      <p:sp>
        <p:nvSpPr>
          <p:cNvPr id="21508" name="Rectangle 64">
            <a:extLst>
              <a:ext uri="{FF2B5EF4-FFF2-40B4-BE49-F238E27FC236}">
                <a16:creationId xmlns:a16="http://schemas.microsoft.com/office/drawing/2014/main" id="{C8B20AD0-A020-05A5-53F1-FD9B6927DA90}"/>
              </a:ext>
            </a:extLst>
          </p:cNvPr>
          <p:cNvSpPr>
            <a:spLocks noChangeArrowheads="1"/>
          </p:cNvSpPr>
          <p:nvPr/>
        </p:nvSpPr>
        <p:spPr bwMode="auto">
          <a:xfrm>
            <a:off x="4800600" y="6434123"/>
            <a:ext cx="181822" cy="371513"/>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spAutoFit/>
          </a:bodyPr>
          <a:lstStyle>
            <a:lvl1pPr>
              <a:spcBef>
                <a:spcPct val="20000"/>
              </a:spcBef>
              <a:buClr>
                <a:schemeClr val="tx2"/>
              </a:buClr>
              <a:buSzPct val="7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eaLnBrk="1" hangingPunct="1">
              <a:spcBef>
                <a:spcPct val="0"/>
              </a:spcBef>
              <a:buClrTx/>
              <a:buSzTx/>
              <a:buFontTx/>
              <a:buNone/>
            </a:pPr>
            <a:endParaRPr lang="en-US" sz="1800" noProof="0" dirty="0">
              <a:latin typeface="Arial" panose="020B0604020202020204" pitchFamily="34" charset="0"/>
            </a:endParaRPr>
          </a:p>
        </p:txBody>
      </p:sp>
      <p:sp>
        <p:nvSpPr>
          <p:cNvPr id="21511" name="AutoShape 61">
            <a:extLst>
              <a:ext uri="{FF2B5EF4-FFF2-40B4-BE49-F238E27FC236}">
                <a16:creationId xmlns:a16="http://schemas.microsoft.com/office/drawing/2014/main" id="{3917D189-C5A3-1612-F28D-AA4F0747ABB6}"/>
              </a:ext>
            </a:extLst>
          </p:cNvPr>
          <p:cNvSpPr>
            <a:spLocks noChangeArrowheads="1"/>
          </p:cNvSpPr>
          <p:nvPr/>
        </p:nvSpPr>
        <p:spPr bwMode="auto">
          <a:xfrm>
            <a:off x="2462418" y="1086831"/>
            <a:ext cx="2736850" cy="792162"/>
          </a:xfrm>
          <a:prstGeom prst="wedgeRoundRectCallout">
            <a:avLst>
              <a:gd name="adj1" fmla="val 3269"/>
              <a:gd name="adj2" fmla="val 75124"/>
              <a:gd name="adj3" fmla="val 16667"/>
            </a:avLst>
          </a:prstGeom>
          <a:solidFill>
            <a:schemeClr val="accent2"/>
          </a:solidFill>
          <a:ln w="9525">
            <a:solidFill>
              <a:schemeClr val="tx1"/>
            </a:solidFill>
            <a:miter lim="800000"/>
            <a:headEnd/>
            <a:tailEnd/>
          </a:ln>
          <a:effectLst/>
        </p:spPr>
        <p:txBody>
          <a:bodyPr lIns="90000" tIns="46800" rIns="90000" bIns="46800"/>
          <a:lstStyle>
            <a:lvl1pPr>
              <a:spcBef>
                <a:spcPct val="20000"/>
              </a:spcBef>
              <a:buClr>
                <a:schemeClr val="tx2"/>
              </a:buClr>
              <a:buSzPct val="7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algn="ctr" eaLnBrk="1" hangingPunct="1">
              <a:spcBef>
                <a:spcPct val="0"/>
              </a:spcBef>
              <a:buClrTx/>
              <a:buSzTx/>
              <a:buFontTx/>
              <a:buNone/>
            </a:pPr>
            <a:r>
              <a:rPr lang="en-US" sz="2000" noProof="0" dirty="0"/>
              <a:t>the </a:t>
            </a:r>
            <a:r>
              <a:rPr lang="en-US" sz="2000" noProof="0" dirty="0" err="1"/>
              <a:t>arp</a:t>
            </a:r>
            <a:r>
              <a:rPr lang="en-US" sz="2000" noProof="0" dirty="0"/>
              <a:t> cache is initially empty</a:t>
            </a:r>
          </a:p>
        </p:txBody>
      </p:sp>
      <p:sp>
        <p:nvSpPr>
          <p:cNvPr id="21512" name="AutoShape 62">
            <a:extLst>
              <a:ext uri="{FF2B5EF4-FFF2-40B4-BE49-F238E27FC236}">
                <a16:creationId xmlns:a16="http://schemas.microsoft.com/office/drawing/2014/main" id="{8397666E-9CCB-85C1-9120-A6E697A571BE}"/>
              </a:ext>
            </a:extLst>
          </p:cNvPr>
          <p:cNvSpPr>
            <a:spLocks noChangeArrowheads="1"/>
          </p:cNvSpPr>
          <p:nvPr/>
        </p:nvSpPr>
        <p:spPr bwMode="auto">
          <a:xfrm>
            <a:off x="7855634" y="1183474"/>
            <a:ext cx="2736850" cy="1152525"/>
          </a:xfrm>
          <a:prstGeom prst="wedgeRoundRectCallout">
            <a:avLst>
              <a:gd name="adj1" fmla="val -146347"/>
              <a:gd name="adj2" fmla="val 54269"/>
              <a:gd name="adj3" fmla="val 16667"/>
            </a:avLst>
          </a:prstGeom>
          <a:solidFill>
            <a:schemeClr val="accent2"/>
          </a:solidFill>
          <a:ln w="9525">
            <a:solidFill>
              <a:schemeClr val="tx1"/>
            </a:solidFill>
            <a:miter lim="800000"/>
            <a:headEnd/>
            <a:tailEnd/>
          </a:ln>
          <a:effectLst/>
        </p:spPr>
        <p:txBody>
          <a:bodyPr lIns="90000" tIns="46800" rIns="90000" bIns="46800"/>
          <a:lstStyle>
            <a:lvl1pPr>
              <a:spcBef>
                <a:spcPct val="20000"/>
              </a:spcBef>
              <a:buClr>
                <a:schemeClr val="tx2"/>
              </a:buClr>
              <a:buSzPct val="7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algn="ctr" eaLnBrk="1" hangingPunct="1">
              <a:spcBef>
                <a:spcPct val="0"/>
              </a:spcBef>
              <a:buClrTx/>
              <a:buSzTx/>
              <a:buFontTx/>
              <a:buNone/>
            </a:pPr>
            <a:r>
              <a:rPr lang="en-US" sz="2000" noProof="0" dirty="0"/>
              <a:t>sending packets to 200.1.1.7 requires address resolution</a:t>
            </a:r>
          </a:p>
        </p:txBody>
      </p:sp>
      <p:sp>
        <p:nvSpPr>
          <p:cNvPr id="21513" name="AutoShape 63">
            <a:extLst>
              <a:ext uri="{FF2B5EF4-FFF2-40B4-BE49-F238E27FC236}">
                <a16:creationId xmlns:a16="http://schemas.microsoft.com/office/drawing/2014/main" id="{D874C790-93D7-A7F1-2B57-D471217DD39D}"/>
              </a:ext>
            </a:extLst>
          </p:cNvPr>
          <p:cNvSpPr>
            <a:spLocks noChangeArrowheads="1"/>
          </p:cNvSpPr>
          <p:nvPr/>
        </p:nvSpPr>
        <p:spPr bwMode="auto">
          <a:xfrm>
            <a:off x="2999656" y="5228659"/>
            <a:ext cx="3456384" cy="936646"/>
          </a:xfrm>
          <a:prstGeom prst="wedgeRoundRectCallout">
            <a:avLst>
              <a:gd name="adj1" fmla="val -80244"/>
              <a:gd name="adj2" fmla="val -74000"/>
              <a:gd name="adj3" fmla="val 16667"/>
            </a:avLst>
          </a:prstGeom>
          <a:solidFill>
            <a:schemeClr val="accent2"/>
          </a:solidFill>
          <a:ln w="9525">
            <a:solidFill>
              <a:schemeClr val="tx1"/>
            </a:solidFill>
            <a:miter lim="800000"/>
            <a:headEnd/>
            <a:tailEnd/>
          </a:ln>
          <a:effectLst/>
        </p:spPr>
        <p:txBody>
          <a:bodyPr lIns="90000" tIns="46800" rIns="90000" bIns="46800"/>
          <a:lstStyle>
            <a:lvl1pPr>
              <a:spcBef>
                <a:spcPct val="20000"/>
              </a:spcBef>
              <a:buClr>
                <a:schemeClr val="tx2"/>
              </a:buClr>
              <a:buSzPct val="7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algn="ctr" eaLnBrk="1" hangingPunct="1">
              <a:spcBef>
                <a:spcPct val="0"/>
              </a:spcBef>
              <a:buClrTx/>
              <a:buSzTx/>
              <a:buFontTx/>
              <a:buNone/>
            </a:pPr>
            <a:r>
              <a:rPr lang="en-US" sz="2000" noProof="0" dirty="0"/>
              <a:t>address resolution results are stored in the </a:t>
            </a:r>
            <a:r>
              <a:rPr lang="en-US" sz="2000" noProof="0" dirty="0" err="1"/>
              <a:t>arp</a:t>
            </a:r>
            <a:r>
              <a:rPr lang="en-US" sz="2000" noProof="0" dirty="0"/>
              <a:t> cache</a:t>
            </a:r>
          </a:p>
        </p:txBody>
      </p:sp>
    </p:spTree>
    <p:extLst>
      <p:ext uri="{BB962C8B-B14F-4D97-AF65-F5344CB8AC3E}">
        <p14:creationId xmlns:p14="http://schemas.microsoft.com/office/powerpoint/2010/main" val="31477163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2" name="Rectangle 87">
            <a:extLst>
              <a:ext uri="{FF2B5EF4-FFF2-40B4-BE49-F238E27FC236}">
                <a16:creationId xmlns:a16="http://schemas.microsoft.com/office/drawing/2014/main" id="{08668AA1-B6A7-0814-0315-E5B0A758199B}"/>
              </a:ext>
            </a:extLst>
          </p:cNvPr>
          <p:cNvSpPr>
            <a:spLocks noGrp="1" noChangeArrowheads="1"/>
          </p:cNvSpPr>
          <p:nvPr>
            <p:ph type="title"/>
          </p:nvPr>
        </p:nvSpPr>
        <p:spPr/>
        <p:txBody>
          <a:bodyPr/>
          <a:lstStyle/>
          <a:p>
            <a:pPr eaLnBrk="1" hangingPunct="1"/>
            <a:r>
              <a:rPr lang="en-US" noProof="0" dirty="0"/>
              <a:t>inspecting the </a:t>
            </a:r>
            <a:r>
              <a:rPr lang="en-US" noProof="0" dirty="0" err="1"/>
              <a:t>arp</a:t>
            </a:r>
            <a:r>
              <a:rPr lang="en-US" noProof="0" dirty="0"/>
              <a:t> cache</a:t>
            </a:r>
            <a:endParaRPr lang="en-US" sz="4000" noProof="0" dirty="0"/>
          </a:p>
        </p:txBody>
      </p:sp>
      <p:sp>
        <p:nvSpPr>
          <p:cNvPr id="22533" name="Rectangle 88">
            <a:extLst>
              <a:ext uri="{FF2B5EF4-FFF2-40B4-BE49-F238E27FC236}">
                <a16:creationId xmlns:a16="http://schemas.microsoft.com/office/drawing/2014/main" id="{EA5F2C79-1120-DC38-0452-6FC45791AEAF}"/>
              </a:ext>
            </a:extLst>
          </p:cNvPr>
          <p:cNvSpPr>
            <a:spLocks noGrp="1" noChangeArrowheads="1"/>
          </p:cNvSpPr>
          <p:nvPr>
            <p:ph idx="1"/>
          </p:nvPr>
        </p:nvSpPr>
        <p:spPr/>
        <p:txBody>
          <a:bodyPr/>
          <a:lstStyle/>
          <a:p>
            <a:pPr eaLnBrk="1" hangingPunct="1"/>
            <a:r>
              <a:rPr lang="en-US" noProof="0" dirty="0"/>
              <a:t>traffic within the same network does not traverse routers</a:t>
            </a:r>
          </a:p>
        </p:txBody>
      </p:sp>
      <p:sp>
        <p:nvSpPr>
          <p:cNvPr id="33" name="Segnaposto data 3">
            <a:extLst>
              <a:ext uri="{FF2B5EF4-FFF2-40B4-BE49-F238E27FC236}">
                <a16:creationId xmlns:a16="http://schemas.microsoft.com/office/drawing/2014/main" id="{0AE5D2D7-6F4C-9E8A-BAB6-3B8E4A12718D}"/>
              </a:ext>
            </a:extLst>
          </p:cNvPr>
          <p:cNvSpPr>
            <a:spLocks noGrp="1"/>
          </p:cNvSpPr>
          <p:nvPr>
            <p:ph type="dt" sz="half" idx="10"/>
          </p:nvPr>
        </p:nvSpPr>
        <p:spPr/>
        <p:txBody>
          <a:bodyPr/>
          <a:lstStyle/>
          <a:p>
            <a:pPr>
              <a:defRPr/>
            </a:pPr>
            <a:r>
              <a:rPr lang="en-US" noProof="0"/>
              <a:t>last update: Oct 2026</a:t>
            </a:r>
            <a:endParaRPr lang="en-US" noProof="0" dirty="0"/>
          </a:p>
        </p:txBody>
      </p:sp>
      <p:sp>
        <p:nvSpPr>
          <p:cNvPr id="34" name="Segnaposto piè di pagina 4">
            <a:extLst>
              <a:ext uri="{FF2B5EF4-FFF2-40B4-BE49-F238E27FC236}">
                <a16:creationId xmlns:a16="http://schemas.microsoft.com/office/drawing/2014/main" id="{EC899090-595E-4A53-EC58-F66ED0F18FC8}"/>
              </a:ext>
            </a:extLst>
          </p:cNvPr>
          <p:cNvSpPr>
            <a:spLocks noGrp="1"/>
          </p:cNvSpPr>
          <p:nvPr>
            <p:ph type="ftr" sz="quarter" idx="11"/>
          </p:nvPr>
        </p:nvSpPr>
        <p:spPr/>
        <p:txBody>
          <a:bodyPr/>
          <a:lstStyle/>
          <a:p>
            <a:pPr>
              <a:defRPr/>
            </a:pPr>
            <a:r>
              <a:rPr lang="en-US" noProof="0" dirty="0"/>
              <a:t>kathara – [ lab: basic-ipv4 ]</a:t>
            </a:r>
          </a:p>
        </p:txBody>
      </p:sp>
      <p:sp>
        <p:nvSpPr>
          <p:cNvPr id="22534" name="Line 45">
            <a:extLst>
              <a:ext uri="{FF2B5EF4-FFF2-40B4-BE49-F238E27FC236}">
                <a16:creationId xmlns:a16="http://schemas.microsoft.com/office/drawing/2014/main" id="{F89E3D0B-6076-1B6B-2376-F69CF3136871}"/>
              </a:ext>
            </a:extLst>
          </p:cNvPr>
          <p:cNvSpPr>
            <a:spLocks noChangeShapeType="1"/>
          </p:cNvSpPr>
          <p:nvPr/>
        </p:nvSpPr>
        <p:spPr bwMode="auto">
          <a:xfrm>
            <a:off x="7469188" y="4632331"/>
            <a:ext cx="0" cy="93027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noProof="0" dirty="0"/>
          </a:p>
        </p:txBody>
      </p:sp>
      <p:sp>
        <p:nvSpPr>
          <p:cNvPr id="22535" name="Line 46">
            <a:extLst>
              <a:ext uri="{FF2B5EF4-FFF2-40B4-BE49-F238E27FC236}">
                <a16:creationId xmlns:a16="http://schemas.microsoft.com/office/drawing/2014/main" id="{EA18842E-3ECC-D268-680D-F52F6D2FEE00}"/>
              </a:ext>
            </a:extLst>
          </p:cNvPr>
          <p:cNvSpPr>
            <a:spLocks noChangeShapeType="1"/>
          </p:cNvSpPr>
          <p:nvPr/>
        </p:nvSpPr>
        <p:spPr bwMode="auto">
          <a:xfrm flipH="1">
            <a:off x="3735390" y="6096000"/>
            <a:ext cx="3124200"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noProof="0" dirty="0"/>
          </a:p>
        </p:txBody>
      </p:sp>
      <p:sp>
        <p:nvSpPr>
          <p:cNvPr id="22536" name="Line 48">
            <a:extLst>
              <a:ext uri="{FF2B5EF4-FFF2-40B4-BE49-F238E27FC236}">
                <a16:creationId xmlns:a16="http://schemas.microsoft.com/office/drawing/2014/main" id="{2430BA31-04CD-610A-99CE-34A2CD0137BC}"/>
              </a:ext>
            </a:extLst>
          </p:cNvPr>
          <p:cNvSpPr>
            <a:spLocks noChangeShapeType="1"/>
          </p:cNvSpPr>
          <p:nvPr/>
        </p:nvSpPr>
        <p:spPr bwMode="auto">
          <a:xfrm>
            <a:off x="2973388" y="4632332"/>
            <a:ext cx="0" cy="85407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noProof="0" dirty="0"/>
          </a:p>
        </p:txBody>
      </p:sp>
      <p:sp>
        <p:nvSpPr>
          <p:cNvPr id="22537" name="Rectangle 49">
            <a:extLst>
              <a:ext uri="{FF2B5EF4-FFF2-40B4-BE49-F238E27FC236}">
                <a16:creationId xmlns:a16="http://schemas.microsoft.com/office/drawing/2014/main" id="{3C6FD482-9D85-458C-8AAD-3A69B522FC31}"/>
              </a:ext>
            </a:extLst>
          </p:cNvPr>
          <p:cNvSpPr>
            <a:spLocks noChangeArrowheads="1"/>
          </p:cNvSpPr>
          <p:nvPr/>
        </p:nvSpPr>
        <p:spPr bwMode="auto">
          <a:xfrm>
            <a:off x="2668595" y="5791200"/>
            <a:ext cx="674687" cy="609600"/>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tx2"/>
              </a:buClr>
              <a:buSzPct val="7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algn="ctr">
              <a:spcBef>
                <a:spcPct val="0"/>
              </a:spcBef>
              <a:buClrTx/>
              <a:buSzTx/>
              <a:buFontTx/>
              <a:buNone/>
            </a:pPr>
            <a:r>
              <a:rPr lang="en-US" sz="2000" b="1" noProof="0" dirty="0"/>
              <a:t>r1</a:t>
            </a:r>
            <a:endParaRPr lang="en-US" sz="2400" noProof="0" dirty="0"/>
          </a:p>
        </p:txBody>
      </p:sp>
      <p:sp>
        <p:nvSpPr>
          <p:cNvPr id="22538" name="Rectangle 50">
            <a:extLst>
              <a:ext uri="{FF2B5EF4-FFF2-40B4-BE49-F238E27FC236}">
                <a16:creationId xmlns:a16="http://schemas.microsoft.com/office/drawing/2014/main" id="{57B05904-FF14-72C0-C66A-0A253D368D33}"/>
              </a:ext>
            </a:extLst>
          </p:cNvPr>
          <p:cNvSpPr>
            <a:spLocks noChangeArrowheads="1"/>
          </p:cNvSpPr>
          <p:nvPr/>
        </p:nvSpPr>
        <p:spPr bwMode="auto">
          <a:xfrm>
            <a:off x="7165982" y="5791200"/>
            <a:ext cx="695325" cy="609600"/>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tx2"/>
              </a:buClr>
              <a:buSzPct val="7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algn="ctr">
              <a:spcBef>
                <a:spcPct val="0"/>
              </a:spcBef>
              <a:buClrTx/>
              <a:buSzTx/>
              <a:buFontTx/>
              <a:buNone/>
            </a:pPr>
            <a:r>
              <a:rPr lang="en-US" sz="2000" b="1" noProof="0" dirty="0"/>
              <a:t>r2</a:t>
            </a:r>
            <a:endParaRPr lang="en-US" sz="2400" noProof="0" dirty="0"/>
          </a:p>
        </p:txBody>
      </p:sp>
      <p:pic>
        <p:nvPicPr>
          <p:cNvPr id="22539" name="Picture 51" descr="scheda-su">
            <a:extLst>
              <a:ext uri="{FF2B5EF4-FFF2-40B4-BE49-F238E27FC236}">
                <a16:creationId xmlns:a16="http://schemas.microsoft.com/office/drawing/2014/main" id="{355480D8-970E-35E2-CE34-504D4AD3013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820995" y="5308600"/>
            <a:ext cx="331787" cy="558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2540" name="Picture 52" descr="scheda-su">
            <a:extLst>
              <a:ext uri="{FF2B5EF4-FFF2-40B4-BE49-F238E27FC236}">
                <a16:creationId xmlns:a16="http://schemas.microsoft.com/office/drawing/2014/main" id="{BB619659-D8F0-DD3B-CBA4-9269DAE720D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316795" y="5334000"/>
            <a:ext cx="331787" cy="558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2541" name="Line 53">
            <a:extLst>
              <a:ext uri="{FF2B5EF4-FFF2-40B4-BE49-F238E27FC236}">
                <a16:creationId xmlns:a16="http://schemas.microsoft.com/office/drawing/2014/main" id="{E31BC411-1301-8FAF-AA97-87DF840D3F2C}"/>
              </a:ext>
            </a:extLst>
          </p:cNvPr>
          <p:cNvSpPr>
            <a:spLocks noChangeShapeType="1"/>
          </p:cNvSpPr>
          <p:nvPr/>
        </p:nvSpPr>
        <p:spPr bwMode="auto">
          <a:xfrm flipH="1">
            <a:off x="2212982" y="4632325"/>
            <a:ext cx="1293813"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noProof="0" dirty="0"/>
          </a:p>
        </p:txBody>
      </p:sp>
      <p:pic>
        <p:nvPicPr>
          <p:cNvPr id="22542" name="Picture 54" descr="scheda-right">
            <a:extLst>
              <a:ext uri="{FF2B5EF4-FFF2-40B4-BE49-F238E27FC236}">
                <a16:creationId xmlns:a16="http://schemas.microsoft.com/office/drawing/2014/main" id="{0F0256CC-7E98-17CA-ED88-78940D45885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279782" y="5943600"/>
            <a:ext cx="531813" cy="317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2543" name="Text Box 55">
            <a:extLst>
              <a:ext uri="{FF2B5EF4-FFF2-40B4-BE49-F238E27FC236}">
                <a16:creationId xmlns:a16="http://schemas.microsoft.com/office/drawing/2014/main" id="{44FA3573-50AD-3C48-C12F-BCF3528CB79C}"/>
              </a:ext>
            </a:extLst>
          </p:cNvPr>
          <p:cNvSpPr txBox="1">
            <a:spLocks noChangeArrowheads="1"/>
          </p:cNvSpPr>
          <p:nvPr/>
        </p:nvSpPr>
        <p:spPr bwMode="auto">
          <a:xfrm>
            <a:off x="5792790" y="4327530"/>
            <a:ext cx="458780"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tx2"/>
              </a:buClr>
              <a:buSzPct val="7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a:spcBef>
                <a:spcPct val="0"/>
              </a:spcBef>
              <a:buClrTx/>
              <a:buSzTx/>
              <a:buFontTx/>
              <a:buNone/>
            </a:pPr>
            <a:r>
              <a:rPr lang="en-US" b="1" noProof="0" dirty="0">
                <a:solidFill>
                  <a:schemeClr val="accent1"/>
                </a:solidFill>
              </a:rPr>
              <a:t>C</a:t>
            </a:r>
            <a:endParaRPr lang="en-US" noProof="0" dirty="0">
              <a:solidFill>
                <a:schemeClr val="accent1"/>
              </a:solidFill>
            </a:endParaRPr>
          </a:p>
        </p:txBody>
      </p:sp>
      <p:sp>
        <p:nvSpPr>
          <p:cNvPr id="22544" name="Line 56">
            <a:extLst>
              <a:ext uri="{FF2B5EF4-FFF2-40B4-BE49-F238E27FC236}">
                <a16:creationId xmlns:a16="http://schemas.microsoft.com/office/drawing/2014/main" id="{665037DD-FB7D-6628-8E29-4B6F15E483C8}"/>
              </a:ext>
            </a:extLst>
          </p:cNvPr>
          <p:cNvSpPr>
            <a:spLocks noChangeShapeType="1"/>
          </p:cNvSpPr>
          <p:nvPr/>
        </p:nvSpPr>
        <p:spPr bwMode="auto">
          <a:xfrm flipH="1">
            <a:off x="6402395" y="4632325"/>
            <a:ext cx="2820987"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noProof="0" dirty="0"/>
          </a:p>
        </p:txBody>
      </p:sp>
      <p:pic>
        <p:nvPicPr>
          <p:cNvPr id="22545" name="Picture 58" descr="scheda">
            <a:extLst>
              <a:ext uri="{FF2B5EF4-FFF2-40B4-BE49-F238E27FC236}">
                <a16:creationId xmlns:a16="http://schemas.microsoft.com/office/drawing/2014/main" id="{A2BE5BF7-1C15-EE5E-C59C-460D10B7326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707194" y="5959476"/>
            <a:ext cx="534987" cy="317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2546" name="Rectangle 59">
            <a:extLst>
              <a:ext uri="{FF2B5EF4-FFF2-40B4-BE49-F238E27FC236}">
                <a16:creationId xmlns:a16="http://schemas.microsoft.com/office/drawing/2014/main" id="{054BFF05-0496-E012-1386-249A1389D3CF}"/>
              </a:ext>
            </a:extLst>
          </p:cNvPr>
          <p:cNvSpPr>
            <a:spLocks noChangeArrowheads="1"/>
          </p:cNvSpPr>
          <p:nvPr/>
        </p:nvSpPr>
        <p:spPr bwMode="auto">
          <a:xfrm>
            <a:off x="2289176" y="2765425"/>
            <a:ext cx="673100" cy="609600"/>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tx2"/>
              </a:buClr>
              <a:buSzPct val="7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algn="ctr">
              <a:spcBef>
                <a:spcPct val="0"/>
              </a:spcBef>
              <a:buClrTx/>
              <a:buSzTx/>
              <a:buFontTx/>
              <a:buNone/>
            </a:pPr>
            <a:r>
              <a:rPr lang="en-US" sz="2000" b="1" noProof="0" dirty="0"/>
              <a:t>pc1</a:t>
            </a:r>
            <a:endParaRPr lang="en-US" sz="2400" noProof="0" dirty="0"/>
          </a:p>
        </p:txBody>
      </p:sp>
      <p:sp>
        <p:nvSpPr>
          <p:cNvPr id="22547" name="Rectangle 60">
            <a:extLst>
              <a:ext uri="{FF2B5EF4-FFF2-40B4-BE49-F238E27FC236}">
                <a16:creationId xmlns:a16="http://schemas.microsoft.com/office/drawing/2014/main" id="{91CB1EE7-36EF-F890-1ED6-45A36DB92142}"/>
              </a:ext>
            </a:extLst>
          </p:cNvPr>
          <p:cNvSpPr>
            <a:spLocks noChangeArrowheads="1"/>
          </p:cNvSpPr>
          <p:nvPr/>
        </p:nvSpPr>
        <p:spPr bwMode="auto">
          <a:xfrm>
            <a:off x="6554794" y="2803527"/>
            <a:ext cx="674687" cy="609600"/>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tx2"/>
              </a:buClr>
              <a:buSzPct val="7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algn="ctr">
              <a:spcBef>
                <a:spcPct val="0"/>
              </a:spcBef>
              <a:buClrTx/>
              <a:buSzTx/>
              <a:buFontTx/>
              <a:buNone/>
            </a:pPr>
            <a:r>
              <a:rPr lang="en-US" sz="2000" b="1" noProof="0" dirty="0"/>
              <a:t>pc2</a:t>
            </a:r>
            <a:endParaRPr lang="en-US" sz="2400" noProof="0" dirty="0"/>
          </a:p>
        </p:txBody>
      </p:sp>
      <p:pic>
        <p:nvPicPr>
          <p:cNvPr id="22548" name="Picture 61" descr="scheda-giu">
            <a:extLst>
              <a:ext uri="{FF2B5EF4-FFF2-40B4-BE49-F238E27FC236}">
                <a16:creationId xmlns:a16="http://schemas.microsoft.com/office/drawing/2014/main" id="{4AAB0C6D-B4DA-7712-E564-39E1D690DB60}"/>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707195" y="3311525"/>
            <a:ext cx="331787" cy="558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2549" name="Picture 62" descr="scheda-giu">
            <a:extLst>
              <a:ext uri="{FF2B5EF4-FFF2-40B4-BE49-F238E27FC236}">
                <a16:creationId xmlns:a16="http://schemas.microsoft.com/office/drawing/2014/main" id="{12A3F539-18F8-0840-4091-85F0A6BE0C59}"/>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439995" y="3311525"/>
            <a:ext cx="331787" cy="558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2550" name="Line 63">
            <a:extLst>
              <a:ext uri="{FF2B5EF4-FFF2-40B4-BE49-F238E27FC236}">
                <a16:creationId xmlns:a16="http://schemas.microsoft.com/office/drawing/2014/main" id="{8A523502-E3CA-2CBF-9B6A-B8BE8385BC4F}"/>
              </a:ext>
            </a:extLst>
          </p:cNvPr>
          <p:cNvSpPr>
            <a:spLocks noChangeShapeType="1"/>
          </p:cNvSpPr>
          <p:nvPr/>
        </p:nvSpPr>
        <p:spPr bwMode="auto">
          <a:xfrm>
            <a:off x="2592388" y="3870325"/>
            <a:ext cx="0" cy="7620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noProof="0" dirty="0"/>
          </a:p>
        </p:txBody>
      </p:sp>
      <p:sp>
        <p:nvSpPr>
          <p:cNvPr id="22551" name="Line 64">
            <a:extLst>
              <a:ext uri="{FF2B5EF4-FFF2-40B4-BE49-F238E27FC236}">
                <a16:creationId xmlns:a16="http://schemas.microsoft.com/office/drawing/2014/main" id="{22143C49-A487-C4C5-7479-D69D4E675C7E}"/>
              </a:ext>
            </a:extLst>
          </p:cNvPr>
          <p:cNvSpPr>
            <a:spLocks noChangeShapeType="1"/>
          </p:cNvSpPr>
          <p:nvPr/>
        </p:nvSpPr>
        <p:spPr bwMode="auto">
          <a:xfrm>
            <a:off x="6859588" y="3870325"/>
            <a:ext cx="0" cy="7620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noProof="0" dirty="0"/>
          </a:p>
        </p:txBody>
      </p:sp>
      <p:sp>
        <p:nvSpPr>
          <p:cNvPr id="22552" name="Text Box 66">
            <a:extLst>
              <a:ext uri="{FF2B5EF4-FFF2-40B4-BE49-F238E27FC236}">
                <a16:creationId xmlns:a16="http://schemas.microsoft.com/office/drawing/2014/main" id="{A3B0FA2B-582C-D603-FB1B-A088B07BFC11}"/>
              </a:ext>
            </a:extLst>
          </p:cNvPr>
          <p:cNvSpPr txBox="1">
            <a:spLocks noChangeArrowheads="1"/>
          </p:cNvSpPr>
          <p:nvPr/>
        </p:nvSpPr>
        <p:spPr bwMode="auto">
          <a:xfrm>
            <a:off x="6007107" y="3489328"/>
            <a:ext cx="688009"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tx2"/>
              </a:buClr>
              <a:buSzPct val="7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a:spcBef>
                <a:spcPct val="0"/>
              </a:spcBef>
              <a:buClrTx/>
              <a:buSzTx/>
              <a:buFontTx/>
              <a:buNone/>
            </a:pPr>
            <a:r>
              <a:rPr lang="en-US" sz="2000" noProof="0" dirty="0"/>
              <a:t>eth0</a:t>
            </a:r>
          </a:p>
        </p:txBody>
      </p:sp>
      <p:sp>
        <p:nvSpPr>
          <p:cNvPr id="22553" name="Text Box 70">
            <a:extLst>
              <a:ext uri="{FF2B5EF4-FFF2-40B4-BE49-F238E27FC236}">
                <a16:creationId xmlns:a16="http://schemas.microsoft.com/office/drawing/2014/main" id="{7E70DBE9-8322-584B-D7AE-3A3B1D020CA5}"/>
              </a:ext>
            </a:extLst>
          </p:cNvPr>
          <p:cNvSpPr txBox="1">
            <a:spLocks noChangeArrowheads="1"/>
          </p:cNvSpPr>
          <p:nvPr/>
        </p:nvSpPr>
        <p:spPr bwMode="auto">
          <a:xfrm>
            <a:off x="7697795" y="5378453"/>
            <a:ext cx="688009"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tx2"/>
              </a:buClr>
              <a:buSzPct val="7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a:spcBef>
                <a:spcPct val="0"/>
              </a:spcBef>
              <a:buClrTx/>
              <a:buSzTx/>
              <a:buFontTx/>
              <a:buNone/>
            </a:pPr>
            <a:r>
              <a:rPr lang="en-US" sz="2000" noProof="0" dirty="0"/>
              <a:t>eth0</a:t>
            </a:r>
          </a:p>
        </p:txBody>
      </p:sp>
      <p:sp>
        <p:nvSpPr>
          <p:cNvPr id="22554" name="Text Box 72">
            <a:extLst>
              <a:ext uri="{FF2B5EF4-FFF2-40B4-BE49-F238E27FC236}">
                <a16:creationId xmlns:a16="http://schemas.microsoft.com/office/drawing/2014/main" id="{D687483D-C1F3-4ACA-82B1-9AFBC879C39E}"/>
              </a:ext>
            </a:extLst>
          </p:cNvPr>
          <p:cNvSpPr txBox="1">
            <a:spLocks noChangeArrowheads="1"/>
          </p:cNvSpPr>
          <p:nvPr/>
        </p:nvSpPr>
        <p:spPr bwMode="auto">
          <a:xfrm>
            <a:off x="7727060" y="4751389"/>
            <a:ext cx="1628972" cy="400110"/>
          </a:xfrm>
          <a:prstGeom prst="rect">
            <a:avLst/>
          </a:prstGeom>
          <a:solidFill>
            <a:srgbClr val="FFFFC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tx2"/>
              </a:buClr>
              <a:buSzPct val="7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algn="ctr">
              <a:spcBef>
                <a:spcPct val="0"/>
              </a:spcBef>
              <a:buClrTx/>
              <a:buSzTx/>
              <a:buFontTx/>
              <a:buNone/>
            </a:pPr>
            <a:r>
              <a:rPr lang="en-US" sz="2000" noProof="0" dirty="0"/>
              <a:t>200.1.1.0/24</a:t>
            </a:r>
          </a:p>
        </p:txBody>
      </p:sp>
      <p:sp>
        <p:nvSpPr>
          <p:cNvPr id="22555" name="Text Box 75">
            <a:extLst>
              <a:ext uri="{FF2B5EF4-FFF2-40B4-BE49-F238E27FC236}">
                <a16:creationId xmlns:a16="http://schemas.microsoft.com/office/drawing/2014/main" id="{6ED1498D-6135-C402-0FDA-7CDCFFE37A1E}"/>
              </a:ext>
            </a:extLst>
          </p:cNvPr>
          <p:cNvSpPr txBox="1">
            <a:spLocks noChangeArrowheads="1"/>
          </p:cNvSpPr>
          <p:nvPr/>
        </p:nvSpPr>
        <p:spPr bwMode="auto">
          <a:xfrm>
            <a:off x="5542151" y="3500438"/>
            <a:ext cx="394916" cy="400110"/>
          </a:xfrm>
          <a:prstGeom prst="rect">
            <a:avLst/>
          </a:prstGeom>
          <a:solidFill>
            <a:srgbClr val="FFFFC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tx2"/>
              </a:buClr>
              <a:buSzPct val="7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algn="ctr">
              <a:spcBef>
                <a:spcPct val="0"/>
              </a:spcBef>
              <a:buClrTx/>
              <a:buSzTx/>
              <a:buFontTx/>
              <a:buNone/>
            </a:pPr>
            <a:r>
              <a:rPr lang="en-US" sz="2000" noProof="0" dirty="0"/>
              <a:t>.7</a:t>
            </a:r>
          </a:p>
        </p:txBody>
      </p:sp>
      <p:sp>
        <p:nvSpPr>
          <p:cNvPr id="22556" name="Text Box 76">
            <a:extLst>
              <a:ext uri="{FF2B5EF4-FFF2-40B4-BE49-F238E27FC236}">
                <a16:creationId xmlns:a16="http://schemas.microsoft.com/office/drawing/2014/main" id="{3E0D7FE5-E76A-245D-9DEC-AAD05A87C936}"/>
              </a:ext>
            </a:extLst>
          </p:cNvPr>
          <p:cNvSpPr txBox="1">
            <a:spLocks noChangeArrowheads="1"/>
          </p:cNvSpPr>
          <p:nvPr/>
        </p:nvSpPr>
        <p:spPr bwMode="auto">
          <a:xfrm>
            <a:off x="8353710" y="5373690"/>
            <a:ext cx="401072" cy="400110"/>
          </a:xfrm>
          <a:prstGeom prst="rect">
            <a:avLst/>
          </a:prstGeom>
          <a:solidFill>
            <a:srgbClr val="FFFFC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tx2"/>
              </a:buClr>
              <a:buSzPct val="7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algn="ctr">
              <a:spcBef>
                <a:spcPct val="0"/>
              </a:spcBef>
              <a:buClrTx/>
              <a:buSzTx/>
              <a:buFontTx/>
              <a:buNone/>
            </a:pPr>
            <a:r>
              <a:rPr lang="en-US" sz="2000" noProof="0" dirty="0"/>
              <a:t>.1</a:t>
            </a:r>
          </a:p>
        </p:txBody>
      </p:sp>
      <p:sp>
        <p:nvSpPr>
          <p:cNvPr id="22557" name="Rectangle 80">
            <a:extLst>
              <a:ext uri="{FF2B5EF4-FFF2-40B4-BE49-F238E27FC236}">
                <a16:creationId xmlns:a16="http://schemas.microsoft.com/office/drawing/2014/main" id="{4D57A304-0BB1-5BA2-CAE6-74D4B3F437CB}"/>
              </a:ext>
            </a:extLst>
          </p:cNvPr>
          <p:cNvSpPr>
            <a:spLocks noChangeArrowheads="1"/>
          </p:cNvSpPr>
          <p:nvPr/>
        </p:nvSpPr>
        <p:spPr bwMode="auto">
          <a:xfrm>
            <a:off x="8383595" y="2803527"/>
            <a:ext cx="674687" cy="609600"/>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tx2"/>
              </a:buClr>
              <a:buSzPct val="7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algn="ctr">
              <a:spcBef>
                <a:spcPct val="0"/>
              </a:spcBef>
              <a:buClrTx/>
              <a:buSzTx/>
              <a:buFontTx/>
              <a:buNone/>
            </a:pPr>
            <a:r>
              <a:rPr lang="en-US" sz="2000" b="1" noProof="0" dirty="0"/>
              <a:t>pc3</a:t>
            </a:r>
            <a:endParaRPr lang="en-US" sz="2400" noProof="0" dirty="0"/>
          </a:p>
        </p:txBody>
      </p:sp>
      <p:pic>
        <p:nvPicPr>
          <p:cNvPr id="22558" name="Picture 81" descr="scheda-giu">
            <a:extLst>
              <a:ext uri="{FF2B5EF4-FFF2-40B4-BE49-F238E27FC236}">
                <a16:creationId xmlns:a16="http://schemas.microsoft.com/office/drawing/2014/main" id="{30C0DDE0-500D-A2EF-08FD-099D6A1A020D}"/>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535995" y="3311525"/>
            <a:ext cx="331787" cy="558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2559" name="Line 82">
            <a:extLst>
              <a:ext uri="{FF2B5EF4-FFF2-40B4-BE49-F238E27FC236}">
                <a16:creationId xmlns:a16="http://schemas.microsoft.com/office/drawing/2014/main" id="{C60CBA7F-4FD7-6B4F-F818-24BFD60C227C}"/>
              </a:ext>
            </a:extLst>
          </p:cNvPr>
          <p:cNvSpPr>
            <a:spLocks noChangeShapeType="1"/>
          </p:cNvSpPr>
          <p:nvPr/>
        </p:nvSpPr>
        <p:spPr bwMode="auto">
          <a:xfrm>
            <a:off x="8688388" y="3870325"/>
            <a:ext cx="0" cy="7620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noProof="0" dirty="0"/>
          </a:p>
        </p:txBody>
      </p:sp>
      <p:sp>
        <p:nvSpPr>
          <p:cNvPr id="22560" name="Text Box 83">
            <a:extLst>
              <a:ext uri="{FF2B5EF4-FFF2-40B4-BE49-F238E27FC236}">
                <a16:creationId xmlns:a16="http://schemas.microsoft.com/office/drawing/2014/main" id="{DD65B7DD-B89A-21B2-7E74-6D126873BF8F}"/>
              </a:ext>
            </a:extLst>
          </p:cNvPr>
          <p:cNvSpPr txBox="1">
            <a:spLocks noChangeArrowheads="1"/>
          </p:cNvSpPr>
          <p:nvPr/>
        </p:nvSpPr>
        <p:spPr bwMode="auto">
          <a:xfrm>
            <a:off x="8916995" y="3489328"/>
            <a:ext cx="688009"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tx2"/>
              </a:buClr>
              <a:buSzPct val="7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a:spcBef>
                <a:spcPct val="0"/>
              </a:spcBef>
              <a:buClrTx/>
              <a:buSzTx/>
              <a:buFontTx/>
              <a:buNone/>
            </a:pPr>
            <a:r>
              <a:rPr lang="en-US" sz="2000" noProof="0" dirty="0"/>
              <a:t>eth0</a:t>
            </a:r>
          </a:p>
        </p:txBody>
      </p:sp>
      <p:sp>
        <p:nvSpPr>
          <p:cNvPr id="22561" name="Text Box 84">
            <a:extLst>
              <a:ext uri="{FF2B5EF4-FFF2-40B4-BE49-F238E27FC236}">
                <a16:creationId xmlns:a16="http://schemas.microsoft.com/office/drawing/2014/main" id="{AC0AD3D9-3021-D54F-F861-AB03619DF74A}"/>
              </a:ext>
            </a:extLst>
          </p:cNvPr>
          <p:cNvSpPr txBox="1">
            <a:spLocks noChangeArrowheads="1"/>
          </p:cNvSpPr>
          <p:nvPr/>
        </p:nvSpPr>
        <p:spPr bwMode="auto">
          <a:xfrm>
            <a:off x="9572910" y="3500438"/>
            <a:ext cx="401072" cy="400110"/>
          </a:xfrm>
          <a:prstGeom prst="rect">
            <a:avLst/>
          </a:prstGeom>
          <a:solidFill>
            <a:srgbClr val="FFFFC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tx2"/>
              </a:buClr>
              <a:buSzPct val="7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algn="ctr">
              <a:spcBef>
                <a:spcPct val="0"/>
              </a:spcBef>
              <a:buClrTx/>
              <a:buSzTx/>
              <a:buFontTx/>
              <a:buNone/>
            </a:pPr>
            <a:r>
              <a:rPr lang="en-US" sz="2000" noProof="0" dirty="0"/>
              <a:t>.3</a:t>
            </a:r>
          </a:p>
        </p:txBody>
      </p:sp>
      <p:sp>
        <p:nvSpPr>
          <p:cNvPr id="22562" name="Freeform 85">
            <a:extLst>
              <a:ext uri="{FF2B5EF4-FFF2-40B4-BE49-F238E27FC236}">
                <a16:creationId xmlns:a16="http://schemas.microsoft.com/office/drawing/2014/main" id="{65E2AA28-8F3B-719E-C4D6-39C5C8B9DF4B}"/>
              </a:ext>
            </a:extLst>
          </p:cNvPr>
          <p:cNvSpPr>
            <a:spLocks/>
          </p:cNvSpPr>
          <p:nvPr/>
        </p:nvSpPr>
        <p:spPr bwMode="auto">
          <a:xfrm>
            <a:off x="6917969" y="4002074"/>
            <a:ext cx="1728282" cy="438175"/>
          </a:xfrm>
          <a:custGeom>
            <a:avLst/>
            <a:gdLst>
              <a:gd name="T0" fmla="*/ 0 w 986"/>
              <a:gd name="T1" fmla="*/ 2147483646 h 352"/>
              <a:gd name="T2" fmla="*/ 2147483646 w 986"/>
              <a:gd name="T3" fmla="*/ 2147483646 h 352"/>
              <a:gd name="T4" fmla="*/ 2147483646 w 986"/>
              <a:gd name="T5" fmla="*/ 2147483646 h 352"/>
              <a:gd name="T6" fmla="*/ 2147483646 w 986"/>
              <a:gd name="T7" fmla="*/ 2147483646 h 352"/>
              <a:gd name="T8" fmla="*/ 2147483646 w 986"/>
              <a:gd name="T9" fmla="*/ 0 h 35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986" h="352">
                <a:moveTo>
                  <a:pt x="0" y="16"/>
                </a:moveTo>
                <a:cubicBezTo>
                  <a:pt x="19" y="61"/>
                  <a:pt x="23" y="231"/>
                  <a:pt x="115" y="287"/>
                </a:cubicBezTo>
                <a:cubicBezTo>
                  <a:pt x="207" y="343"/>
                  <a:pt x="419" y="352"/>
                  <a:pt x="550" y="352"/>
                </a:cubicBezTo>
                <a:cubicBezTo>
                  <a:pt x="681" y="352"/>
                  <a:pt x="831" y="345"/>
                  <a:pt x="904" y="286"/>
                </a:cubicBezTo>
                <a:cubicBezTo>
                  <a:pt x="977" y="227"/>
                  <a:pt x="969" y="60"/>
                  <a:pt x="986" y="0"/>
                </a:cubicBezTo>
              </a:path>
            </a:pathLst>
          </a:custGeom>
          <a:noFill/>
          <a:ln w="50800" cap="flat" cmpd="sng">
            <a:solidFill>
              <a:schemeClr val="accent1"/>
            </a:solidFill>
            <a:prstDash val="solid"/>
            <a:round/>
            <a:headEnd type="triangle" w="lg" len="lg"/>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000" tIns="46800" rIns="90000" bIns="46800" anchor="ctr">
            <a:spAutoFit/>
          </a:bodyPr>
          <a:lstStyle/>
          <a:p>
            <a:endParaRPr lang="en-US" noProof="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6" name="Rectangle 2">
            <a:extLst>
              <a:ext uri="{FF2B5EF4-FFF2-40B4-BE49-F238E27FC236}">
                <a16:creationId xmlns:a16="http://schemas.microsoft.com/office/drawing/2014/main" id="{86F13087-4F7B-133E-BC6B-E335A9B42223}"/>
              </a:ext>
            </a:extLst>
          </p:cNvPr>
          <p:cNvSpPr>
            <a:spLocks noGrp="1" noChangeArrowheads="1"/>
          </p:cNvSpPr>
          <p:nvPr>
            <p:ph type="title"/>
          </p:nvPr>
        </p:nvSpPr>
        <p:spPr/>
        <p:txBody>
          <a:bodyPr/>
          <a:lstStyle/>
          <a:p>
            <a:pPr eaLnBrk="1" hangingPunct="1"/>
            <a:r>
              <a:rPr lang="en-US" noProof="0" dirty="0"/>
              <a:t>inspecting the </a:t>
            </a:r>
            <a:r>
              <a:rPr lang="en-US" noProof="0" dirty="0" err="1"/>
              <a:t>arp</a:t>
            </a:r>
            <a:r>
              <a:rPr lang="en-US" noProof="0" dirty="0"/>
              <a:t> cache</a:t>
            </a:r>
            <a:endParaRPr lang="en-US" sz="4000" noProof="0" dirty="0"/>
          </a:p>
        </p:txBody>
      </p:sp>
      <p:sp>
        <p:nvSpPr>
          <p:cNvPr id="23557" name="Rectangle 31">
            <a:extLst>
              <a:ext uri="{FF2B5EF4-FFF2-40B4-BE49-F238E27FC236}">
                <a16:creationId xmlns:a16="http://schemas.microsoft.com/office/drawing/2014/main" id="{21F7DE04-AA8C-6DB7-6E16-3B475970A0D8}"/>
              </a:ext>
            </a:extLst>
          </p:cNvPr>
          <p:cNvSpPr>
            <a:spLocks noGrp="1" noChangeArrowheads="1"/>
          </p:cNvSpPr>
          <p:nvPr>
            <p:ph idx="1"/>
          </p:nvPr>
        </p:nvSpPr>
        <p:spPr/>
        <p:txBody>
          <a:bodyPr/>
          <a:lstStyle/>
          <a:p>
            <a:pPr eaLnBrk="1" hangingPunct="1">
              <a:lnSpc>
                <a:spcPct val="90000"/>
              </a:lnSpc>
            </a:pPr>
            <a:r>
              <a:rPr lang="en-US" noProof="0" dirty="0"/>
              <a:t>communications are usually bi-directional</a:t>
            </a:r>
          </a:p>
          <a:p>
            <a:pPr eaLnBrk="1" hangingPunct="1">
              <a:lnSpc>
                <a:spcPct val="90000"/>
              </a:lnSpc>
            </a:pPr>
            <a:r>
              <a:rPr lang="en-US" noProof="0" dirty="0"/>
              <a:t>the receiver of the </a:t>
            </a:r>
            <a:r>
              <a:rPr lang="en-US" noProof="0" dirty="0" err="1"/>
              <a:t>arp</a:t>
            </a:r>
            <a:r>
              <a:rPr lang="en-US" noProof="0" dirty="0"/>
              <a:t> request learns the mac address of the other party, to avoid a new </a:t>
            </a:r>
            <a:r>
              <a:rPr lang="en-US" noProof="0" dirty="0" err="1"/>
              <a:t>arp</a:t>
            </a:r>
            <a:r>
              <a:rPr lang="en-US" noProof="0" dirty="0"/>
              <a:t> in opposite direction (standard behavior, see </a:t>
            </a:r>
            <a:r>
              <a:rPr lang="en-US" noProof="0" dirty="0" err="1"/>
              <a:t>rfc</a:t>
            </a:r>
            <a:r>
              <a:rPr lang="en-US" noProof="0" dirty="0"/>
              <a:t> 826)</a:t>
            </a:r>
          </a:p>
        </p:txBody>
      </p:sp>
      <p:sp>
        <p:nvSpPr>
          <p:cNvPr id="29" name="Segnaposto data 3">
            <a:extLst>
              <a:ext uri="{FF2B5EF4-FFF2-40B4-BE49-F238E27FC236}">
                <a16:creationId xmlns:a16="http://schemas.microsoft.com/office/drawing/2014/main" id="{889A55D1-698B-52AC-4814-45F2A5DDB023}"/>
              </a:ext>
            </a:extLst>
          </p:cNvPr>
          <p:cNvSpPr>
            <a:spLocks noGrp="1"/>
          </p:cNvSpPr>
          <p:nvPr>
            <p:ph type="dt" sz="half" idx="10"/>
          </p:nvPr>
        </p:nvSpPr>
        <p:spPr/>
        <p:txBody>
          <a:bodyPr/>
          <a:lstStyle/>
          <a:p>
            <a:pPr>
              <a:defRPr/>
            </a:pPr>
            <a:r>
              <a:rPr lang="en-US" noProof="0"/>
              <a:t>last update: Oct 2026</a:t>
            </a:r>
            <a:endParaRPr lang="en-US" noProof="0" dirty="0"/>
          </a:p>
        </p:txBody>
      </p:sp>
      <p:sp>
        <p:nvSpPr>
          <p:cNvPr id="30" name="Segnaposto piè di pagina 4">
            <a:extLst>
              <a:ext uri="{FF2B5EF4-FFF2-40B4-BE49-F238E27FC236}">
                <a16:creationId xmlns:a16="http://schemas.microsoft.com/office/drawing/2014/main" id="{5DBF62B5-CBB3-DE03-E31B-3661A721CBFC}"/>
              </a:ext>
            </a:extLst>
          </p:cNvPr>
          <p:cNvSpPr>
            <a:spLocks noGrp="1"/>
          </p:cNvSpPr>
          <p:nvPr>
            <p:ph type="ftr" sz="quarter" idx="11"/>
          </p:nvPr>
        </p:nvSpPr>
        <p:spPr/>
        <p:txBody>
          <a:bodyPr/>
          <a:lstStyle/>
          <a:p>
            <a:pPr>
              <a:defRPr/>
            </a:pPr>
            <a:r>
              <a:rPr lang="en-US" noProof="0" dirty="0"/>
              <a:t>kathara – [ lab: basic-ipv4 ]</a:t>
            </a:r>
          </a:p>
        </p:txBody>
      </p:sp>
      <p:grpSp>
        <p:nvGrpSpPr>
          <p:cNvPr id="31" name="Group 1">
            <a:extLst>
              <a:ext uri="{FF2B5EF4-FFF2-40B4-BE49-F238E27FC236}">
                <a16:creationId xmlns:a16="http://schemas.microsoft.com/office/drawing/2014/main" id="{8FBD7615-7EEF-B921-41E1-3089FDDAA195}"/>
              </a:ext>
            </a:extLst>
          </p:cNvPr>
          <p:cNvGrpSpPr/>
          <p:nvPr/>
        </p:nvGrpSpPr>
        <p:grpSpPr>
          <a:xfrm>
            <a:off x="839416" y="3773892"/>
            <a:ext cx="10216014" cy="1432450"/>
            <a:chOff x="1364266" y="2378845"/>
            <a:chExt cx="10216014" cy="1432450"/>
          </a:xfrm>
        </p:grpSpPr>
        <p:sp>
          <p:nvSpPr>
            <p:cNvPr id="32" name="Rectangle 4">
              <a:extLst>
                <a:ext uri="{FF2B5EF4-FFF2-40B4-BE49-F238E27FC236}">
                  <a16:creationId xmlns:a16="http://schemas.microsoft.com/office/drawing/2014/main" id="{E3F8E6C3-058E-6C57-FEEA-2DE3E7608BA0}"/>
                </a:ext>
              </a:extLst>
            </p:cNvPr>
            <p:cNvSpPr/>
            <p:nvPr/>
          </p:nvSpPr>
          <p:spPr>
            <a:xfrm>
              <a:off x="1364266" y="2668295"/>
              <a:ext cx="10216014" cy="1143000"/>
            </a:xfrm>
            <a:prstGeom prst="rect">
              <a:avLst/>
            </a:prstGeom>
            <a:solidFill>
              <a:sysClr val="windowText" lastClr="000000"/>
            </a:solidFill>
            <a:ln w="57150" cap="flat" cmpd="sng" algn="ctr">
              <a:solidFill>
                <a:srgbClr val="4472C4"/>
              </a:solidFill>
              <a:prstDash val="solid"/>
              <a:miter lim="800000"/>
            </a:ln>
            <a:effectLst>
              <a:outerShdw blurRad="50800" dist="38100" dir="2700000" algn="tl" rotWithShape="0">
                <a:prstClr val="black">
                  <a:alpha val="40000"/>
                </a:prstClr>
              </a:outerShdw>
            </a:effectLst>
          </p:spPr>
          <p:txBody>
            <a:bodyPr rtlCol="0" anchor="t"/>
            <a:lstStyle/>
            <a:p>
              <a:pPr eaLnBrk="1" hangingPunct="1"/>
              <a:r>
                <a:rPr lang="en-US" noProof="0" dirty="0">
                  <a:solidFill>
                    <a:schemeClr val="bg2">
                      <a:lumMod val="60000"/>
                      <a:lumOff val="40000"/>
                    </a:schemeClr>
                  </a:solidFill>
                  <a:latin typeface="Lucida Console" panose="020B0609040504020204" pitchFamily="49" charset="0"/>
                </a:rPr>
                <a:t>root@pc2:/# </a:t>
              </a:r>
              <a:r>
                <a:rPr lang="en-US" b="1" noProof="0" dirty="0" err="1">
                  <a:solidFill>
                    <a:schemeClr val="bg1"/>
                  </a:solidFill>
                  <a:latin typeface="Lucida Console" panose="020B0609040504020204" pitchFamily="49" charset="0"/>
                </a:rPr>
                <a:t>arp</a:t>
              </a:r>
              <a:r>
                <a:rPr lang="en-US" b="1" noProof="0" dirty="0">
                  <a:solidFill>
                    <a:schemeClr val="bg1"/>
                  </a:solidFill>
                  <a:latin typeface="Lucida Console" panose="020B0609040504020204" pitchFamily="49" charset="0"/>
                </a:rPr>
                <a:t> -n</a:t>
              </a:r>
            </a:p>
            <a:p>
              <a:pPr eaLnBrk="1" hangingPunct="1"/>
              <a:r>
                <a:rPr lang="en-US" noProof="0" dirty="0">
                  <a:solidFill>
                    <a:schemeClr val="bg1"/>
                  </a:solidFill>
                  <a:latin typeface="Lucida Console" panose="020B0609040504020204" pitchFamily="49" charset="0"/>
                </a:rPr>
                <a:t>Address                  </a:t>
              </a:r>
              <a:r>
                <a:rPr lang="en-US" noProof="0" dirty="0" err="1">
                  <a:solidFill>
                    <a:schemeClr val="bg1"/>
                  </a:solidFill>
                  <a:latin typeface="Lucida Console" panose="020B0609040504020204" pitchFamily="49" charset="0"/>
                </a:rPr>
                <a:t>HWtype</a:t>
              </a:r>
              <a:r>
                <a:rPr lang="en-US" noProof="0" dirty="0">
                  <a:solidFill>
                    <a:schemeClr val="bg1"/>
                  </a:solidFill>
                  <a:latin typeface="Lucida Console" panose="020B0609040504020204" pitchFamily="49" charset="0"/>
                </a:rPr>
                <a:t>  </a:t>
              </a:r>
              <a:r>
                <a:rPr lang="en-US" noProof="0" dirty="0" err="1">
                  <a:solidFill>
                    <a:schemeClr val="bg1"/>
                  </a:solidFill>
                  <a:latin typeface="Lucida Console" panose="020B0609040504020204" pitchFamily="49" charset="0"/>
                </a:rPr>
                <a:t>HWaddress</a:t>
              </a:r>
              <a:r>
                <a:rPr lang="en-US" noProof="0" dirty="0">
                  <a:solidFill>
                    <a:schemeClr val="bg1"/>
                  </a:solidFill>
                  <a:latin typeface="Lucida Console" panose="020B0609040504020204" pitchFamily="49" charset="0"/>
                </a:rPr>
                <a:t>           Flags Mask  </a:t>
              </a:r>
              <a:r>
                <a:rPr lang="en-US" noProof="0" dirty="0" err="1">
                  <a:solidFill>
                    <a:schemeClr val="bg1"/>
                  </a:solidFill>
                  <a:latin typeface="Lucida Console" panose="020B0609040504020204" pitchFamily="49" charset="0"/>
                </a:rPr>
                <a:t>Iface</a:t>
              </a:r>
              <a:endParaRPr lang="en-US" noProof="0" dirty="0">
                <a:solidFill>
                  <a:schemeClr val="bg1"/>
                </a:solidFill>
                <a:latin typeface="Lucida Console" panose="020B0609040504020204" pitchFamily="49" charset="0"/>
              </a:endParaRPr>
            </a:p>
            <a:p>
              <a:pPr eaLnBrk="1" hangingPunct="1"/>
              <a:r>
                <a:rPr lang="en-US" noProof="0" dirty="0">
                  <a:solidFill>
                    <a:schemeClr val="bg1"/>
                  </a:solidFill>
                  <a:latin typeface="Lucida Console" panose="020B0609040504020204" pitchFamily="49" charset="0"/>
                </a:rPr>
                <a:t>200.1.1.3                ether   00:00:00:00:00:03   C           eth0</a:t>
              </a:r>
            </a:p>
          </p:txBody>
        </p:sp>
        <p:sp>
          <p:nvSpPr>
            <p:cNvPr id="33" name="Rectangle 5">
              <a:extLst>
                <a:ext uri="{FF2B5EF4-FFF2-40B4-BE49-F238E27FC236}">
                  <a16:creationId xmlns:a16="http://schemas.microsoft.com/office/drawing/2014/main" id="{FF9658A1-A710-2AFE-28D0-83BB8D15CDED}"/>
                </a:ext>
              </a:extLst>
            </p:cNvPr>
            <p:cNvSpPr/>
            <p:nvPr/>
          </p:nvSpPr>
          <p:spPr>
            <a:xfrm>
              <a:off x="1364266" y="2378845"/>
              <a:ext cx="10216014" cy="286249"/>
            </a:xfrm>
            <a:prstGeom prst="rect">
              <a:avLst/>
            </a:prstGeom>
            <a:solidFill>
              <a:srgbClr val="4472C4"/>
            </a:solidFill>
            <a:ln w="57150" cap="flat" cmpd="sng" algn="ctr">
              <a:solidFill>
                <a:srgbClr val="4472C4"/>
              </a:solidFill>
              <a:prstDash val="solid"/>
              <a:miter lim="800000"/>
            </a:ln>
            <a:effectLst>
              <a:outerShdw blurRad="50800" dist="25400" algn="l" rotWithShape="0">
                <a:prstClr val="black">
                  <a:alpha val="32000"/>
                </a:prstClr>
              </a:outerShdw>
            </a:effectLst>
          </p:spPr>
          <p:txBody>
            <a:bodyPr rtlCol="0" anchor="ctr"/>
            <a:lstStyle/>
            <a:p>
              <a:pPr algn="ctr" eaLnBrk="1" fontAlgn="auto" hangingPunct="1">
                <a:spcBef>
                  <a:spcPts val="0"/>
                </a:spcBef>
                <a:spcAft>
                  <a:spcPts val="0"/>
                </a:spcAft>
                <a:defRPr/>
              </a:pPr>
              <a:r>
                <a:rPr lang="en-US" kern="0" noProof="0" dirty="0">
                  <a:solidFill>
                    <a:prstClr val="white"/>
                  </a:solidFill>
                  <a:latin typeface="Calibri" panose="020F0502020204030204"/>
                </a:rPr>
                <a:t>pc2</a:t>
              </a:r>
            </a:p>
          </p:txBody>
        </p:sp>
        <p:grpSp>
          <p:nvGrpSpPr>
            <p:cNvPr id="34" name="Group 14">
              <a:extLst>
                <a:ext uri="{FF2B5EF4-FFF2-40B4-BE49-F238E27FC236}">
                  <a16:creationId xmlns:a16="http://schemas.microsoft.com/office/drawing/2014/main" id="{808F55D1-74DF-933E-5C02-9405100F2D9D}"/>
                </a:ext>
              </a:extLst>
            </p:cNvPr>
            <p:cNvGrpSpPr/>
            <p:nvPr/>
          </p:nvGrpSpPr>
          <p:grpSpPr>
            <a:xfrm>
              <a:off x="10920536" y="2466851"/>
              <a:ext cx="581348" cy="126235"/>
              <a:chOff x="8092857" y="2115830"/>
              <a:chExt cx="581348" cy="126235"/>
            </a:xfrm>
          </p:grpSpPr>
          <p:sp>
            <p:nvSpPr>
              <p:cNvPr id="35" name="Rectangle 15">
                <a:extLst>
                  <a:ext uri="{FF2B5EF4-FFF2-40B4-BE49-F238E27FC236}">
                    <a16:creationId xmlns:a16="http://schemas.microsoft.com/office/drawing/2014/main" id="{BA8392C4-85A0-5D29-F7F3-FC1015A3DD43}"/>
                  </a:ext>
                </a:extLst>
              </p:cNvPr>
              <p:cNvSpPr>
                <a:spLocks noChangeAspect="1"/>
              </p:cNvSpPr>
              <p:nvPr/>
            </p:nvSpPr>
            <p:spPr>
              <a:xfrm>
                <a:off x="8548205" y="2116065"/>
                <a:ext cx="126000" cy="126000"/>
              </a:xfrm>
              <a:prstGeom prst="rect">
                <a:avLst/>
              </a:prstGeom>
              <a:solidFill>
                <a:srgbClr val="FF0000">
                  <a:alpha val="50196"/>
                </a:srgbClr>
              </a:solidFill>
              <a:ln w="12700" cap="flat" cmpd="sng" algn="ctr">
                <a:solidFill>
                  <a:srgbClr val="4472C4">
                    <a:shade val="50000"/>
                  </a:srgbClr>
                </a:solidFill>
                <a:prstDash val="solid"/>
                <a:miter lim="800000"/>
              </a:ln>
              <a:effectLst/>
            </p:spPr>
            <p:txBody>
              <a:bodyPr rtlCol="0" anchor="ctr"/>
              <a:lstStyle/>
              <a:p>
                <a:pPr algn="ctr" eaLnBrk="1" fontAlgn="auto" hangingPunct="1">
                  <a:spcBef>
                    <a:spcPts val="0"/>
                  </a:spcBef>
                  <a:spcAft>
                    <a:spcPts val="0"/>
                  </a:spcAft>
                  <a:defRPr/>
                </a:pPr>
                <a:endParaRPr lang="en-US" kern="0" noProof="0" dirty="0">
                  <a:solidFill>
                    <a:prstClr val="white"/>
                  </a:solidFill>
                  <a:latin typeface="Calibri" panose="020F0502020204030204"/>
                </a:endParaRPr>
              </a:p>
            </p:txBody>
          </p:sp>
          <p:sp>
            <p:nvSpPr>
              <p:cNvPr id="36" name="Rectangle 16">
                <a:extLst>
                  <a:ext uri="{FF2B5EF4-FFF2-40B4-BE49-F238E27FC236}">
                    <a16:creationId xmlns:a16="http://schemas.microsoft.com/office/drawing/2014/main" id="{F0D77891-A5E5-D828-BBDF-A72B71030984}"/>
                  </a:ext>
                </a:extLst>
              </p:cNvPr>
              <p:cNvSpPr>
                <a:spLocks noChangeAspect="1"/>
              </p:cNvSpPr>
              <p:nvPr/>
            </p:nvSpPr>
            <p:spPr>
              <a:xfrm>
                <a:off x="8092857" y="2115830"/>
                <a:ext cx="126235" cy="126235"/>
              </a:xfrm>
              <a:prstGeom prst="rect">
                <a:avLst/>
              </a:prstGeom>
              <a:solidFill>
                <a:srgbClr val="4472C4">
                  <a:lumMod val="60000"/>
                  <a:lumOff val="40000"/>
                </a:srgbClr>
              </a:solidFill>
              <a:ln w="12700" cap="flat" cmpd="sng" algn="ctr">
                <a:solidFill>
                  <a:srgbClr val="4472C4">
                    <a:shade val="50000"/>
                  </a:srgbClr>
                </a:solidFill>
                <a:prstDash val="solid"/>
                <a:miter lim="800000"/>
              </a:ln>
              <a:effectLst/>
            </p:spPr>
            <p:txBody>
              <a:bodyPr rtlCol="0" anchor="ctr"/>
              <a:lstStyle/>
              <a:p>
                <a:pPr algn="r" eaLnBrk="1" fontAlgn="auto" hangingPunct="1">
                  <a:spcBef>
                    <a:spcPts val="0"/>
                  </a:spcBef>
                  <a:spcAft>
                    <a:spcPts val="0"/>
                  </a:spcAft>
                  <a:defRPr/>
                </a:pPr>
                <a:endParaRPr lang="en-US" kern="0" noProof="0" dirty="0">
                  <a:solidFill>
                    <a:prstClr val="white"/>
                  </a:solidFill>
                  <a:latin typeface="Calibri" panose="020F0502020204030204"/>
                </a:endParaRPr>
              </a:p>
            </p:txBody>
          </p:sp>
          <p:sp>
            <p:nvSpPr>
              <p:cNvPr id="37" name="Rectangle 17">
                <a:extLst>
                  <a:ext uri="{FF2B5EF4-FFF2-40B4-BE49-F238E27FC236}">
                    <a16:creationId xmlns:a16="http://schemas.microsoft.com/office/drawing/2014/main" id="{7BFB5869-3BA6-8A10-ECBC-2059DFC61C71}"/>
                  </a:ext>
                </a:extLst>
              </p:cNvPr>
              <p:cNvSpPr>
                <a:spLocks noChangeAspect="1"/>
              </p:cNvSpPr>
              <p:nvPr/>
            </p:nvSpPr>
            <p:spPr>
              <a:xfrm>
                <a:off x="8320531" y="2115830"/>
                <a:ext cx="126235" cy="126235"/>
              </a:xfrm>
              <a:prstGeom prst="rect">
                <a:avLst/>
              </a:prstGeom>
              <a:solidFill>
                <a:srgbClr val="4472C4">
                  <a:lumMod val="60000"/>
                  <a:lumOff val="40000"/>
                </a:srgbClr>
              </a:solidFill>
              <a:ln w="12700" cap="flat" cmpd="sng" algn="ctr">
                <a:solidFill>
                  <a:srgbClr val="4472C4">
                    <a:shade val="50000"/>
                  </a:srgbClr>
                </a:solidFill>
                <a:prstDash val="solid"/>
                <a:miter lim="800000"/>
              </a:ln>
              <a:effectLst/>
            </p:spPr>
            <p:txBody>
              <a:bodyPr rtlCol="0" anchor="ctr"/>
              <a:lstStyle/>
              <a:p>
                <a:pPr algn="r" eaLnBrk="1" fontAlgn="auto" hangingPunct="1">
                  <a:spcBef>
                    <a:spcPts val="0"/>
                  </a:spcBef>
                  <a:spcAft>
                    <a:spcPts val="0"/>
                  </a:spcAft>
                  <a:defRPr/>
                </a:pPr>
                <a:endParaRPr lang="en-US" kern="0" noProof="0" dirty="0">
                  <a:solidFill>
                    <a:prstClr val="white"/>
                  </a:solidFill>
                  <a:latin typeface="Calibri" panose="020F0502020204030204"/>
                </a:endParaRPr>
              </a:p>
            </p:txBody>
          </p:sp>
        </p:grpSp>
      </p:gr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Titolo 1">
            <a:extLst>
              <a:ext uri="{FF2B5EF4-FFF2-40B4-BE49-F238E27FC236}">
                <a16:creationId xmlns:a16="http://schemas.microsoft.com/office/drawing/2014/main" id="{88B36BE0-8D70-45AF-F6E6-919D34A359B3}"/>
              </a:ext>
            </a:extLst>
          </p:cNvPr>
          <p:cNvSpPr>
            <a:spLocks noGrp="1" noChangeArrowheads="1"/>
          </p:cNvSpPr>
          <p:nvPr>
            <p:ph type="title"/>
          </p:nvPr>
        </p:nvSpPr>
        <p:spPr/>
        <p:txBody>
          <a:bodyPr/>
          <a:lstStyle/>
          <a:p>
            <a:r>
              <a:rPr lang="en-US" noProof="0" dirty="0" err="1"/>
              <a:t>wireshark</a:t>
            </a:r>
            <a:endParaRPr lang="en-US" noProof="0" dirty="0"/>
          </a:p>
        </p:txBody>
      </p:sp>
      <p:sp>
        <p:nvSpPr>
          <p:cNvPr id="4" name="Segnaposto data 3">
            <a:extLst>
              <a:ext uri="{FF2B5EF4-FFF2-40B4-BE49-F238E27FC236}">
                <a16:creationId xmlns:a16="http://schemas.microsoft.com/office/drawing/2014/main" id="{786B326D-D341-DF7E-A46A-768E09E0CAAA}"/>
              </a:ext>
            </a:extLst>
          </p:cNvPr>
          <p:cNvSpPr>
            <a:spLocks noGrp="1"/>
          </p:cNvSpPr>
          <p:nvPr>
            <p:ph type="dt" sz="half" idx="10"/>
          </p:nvPr>
        </p:nvSpPr>
        <p:spPr/>
        <p:txBody>
          <a:bodyPr/>
          <a:lstStyle/>
          <a:p>
            <a:pPr>
              <a:defRPr/>
            </a:pPr>
            <a:r>
              <a:rPr lang="en-US" noProof="0"/>
              <a:t>last update: Oct 2026</a:t>
            </a:r>
            <a:endParaRPr lang="en-US" noProof="0" dirty="0"/>
          </a:p>
        </p:txBody>
      </p:sp>
      <p:sp>
        <p:nvSpPr>
          <p:cNvPr id="5" name="Segnaposto piè di pagina 4">
            <a:extLst>
              <a:ext uri="{FF2B5EF4-FFF2-40B4-BE49-F238E27FC236}">
                <a16:creationId xmlns:a16="http://schemas.microsoft.com/office/drawing/2014/main" id="{DF948083-2C84-0256-2221-A7936D2DE2E3}"/>
              </a:ext>
            </a:extLst>
          </p:cNvPr>
          <p:cNvSpPr>
            <a:spLocks noGrp="1"/>
          </p:cNvSpPr>
          <p:nvPr>
            <p:ph type="ftr" sz="quarter" idx="11"/>
          </p:nvPr>
        </p:nvSpPr>
        <p:spPr/>
        <p:txBody>
          <a:bodyPr/>
          <a:lstStyle/>
          <a:p>
            <a:pPr>
              <a:defRPr/>
            </a:pPr>
            <a:r>
              <a:rPr lang="en-US" noProof="0" dirty="0"/>
              <a:t>kathara – [ lab: basic-ipv4 ]</a:t>
            </a:r>
          </a:p>
        </p:txBody>
      </p:sp>
      <p:pic>
        <p:nvPicPr>
          <p:cNvPr id="9" name="Immagine 8">
            <a:extLst>
              <a:ext uri="{FF2B5EF4-FFF2-40B4-BE49-F238E27FC236}">
                <a16:creationId xmlns:a16="http://schemas.microsoft.com/office/drawing/2014/main" id="{DD2FEF66-2123-08CB-B216-1EDFFDDD2B52}"/>
              </a:ext>
            </a:extLst>
          </p:cNvPr>
          <p:cNvPicPr>
            <a:picLocks noChangeAspect="1"/>
          </p:cNvPicPr>
          <p:nvPr/>
        </p:nvPicPr>
        <p:blipFill>
          <a:blip r:embed="rId2"/>
          <a:stretch>
            <a:fillRect/>
          </a:stretch>
        </p:blipFill>
        <p:spPr>
          <a:xfrm>
            <a:off x="707740" y="1033527"/>
            <a:ext cx="10776520" cy="5418556"/>
          </a:xfrm>
          <a:prstGeom prst="rect">
            <a:avLst/>
          </a:prstGeom>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Titolo 1">
            <a:extLst>
              <a:ext uri="{FF2B5EF4-FFF2-40B4-BE49-F238E27FC236}">
                <a16:creationId xmlns:a16="http://schemas.microsoft.com/office/drawing/2014/main" id="{88B36BE0-8D70-45AF-F6E6-919D34A359B3}"/>
              </a:ext>
            </a:extLst>
          </p:cNvPr>
          <p:cNvSpPr>
            <a:spLocks noGrp="1" noChangeArrowheads="1"/>
          </p:cNvSpPr>
          <p:nvPr>
            <p:ph type="title"/>
          </p:nvPr>
        </p:nvSpPr>
        <p:spPr/>
        <p:txBody>
          <a:bodyPr/>
          <a:lstStyle/>
          <a:p>
            <a:r>
              <a:rPr lang="en-US" noProof="0" dirty="0" err="1"/>
              <a:t>wireshark</a:t>
            </a:r>
            <a:endParaRPr lang="en-US" noProof="0" dirty="0"/>
          </a:p>
        </p:txBody>
      </p:sp>
      <p:sp>
        <p:nvSpPr>
          <p:cNvPr id="4" name="Segnaposto data 3">
            <a:extLst>
              <a:ext uri="{FF2B5EF4-FFF2-40B4-BE49-F238E27FC236}">
                <a16:creationId xmlns:a16="http://schemas.microsoft.com/office/drawing/2014/main" id="{786B326D-D341-DF7E-A46A-768E09E0CAAA}"/>
              </a:ext>
            </a:extLst>
          </p:cNvPr>
          <p:cNvSpPr>
            <a:spLocks noGrp="1"/>
          </p:cNvSpPr>
          <p:nvPr>
            <p:ph type="dt" sz="half" idx="10"/>
          </p:nvPr>
        </p:nvSpPr>
        <p:spPr/>
        <p:txBody>
          <a:bodyPr/>
          <a:lstStyle/>
          <a:p>
            <a:pPr>
              <a:defRPr/>
            </a:pPr>
            <a:r>
              <a:rPr lang="en-US" noProof="0"/>
              <a:t>last update: Oct 2026</a:t>
            </a:r>
            <a:endParaRPr lang="en-US" noProof="0" dirty="0"/>
          </a:p>
        </p:txBody>
      </p:sp>
      <p:sp>
        <p:nvSpPr>
          <p:cNvPr id="5" name="Segnaposto piè di pagina 4">
            <a:extLst>
              <a:ext uri="{FF2B5EF4-FFF2-40B4-BE49-F238E27FC236}">
                <a16:creationId xmlns:a16="http://schemas.microsoft.com/office/drawing/2014/main" id="{DF948083-2C84-0256-2221-A7936D2DE2E3}"/>
              </a:ext>
            </a:extLst>
          </p:cNvPr>
          <p:cNvSpPr>
            <a:spLocks noGrp="1"/>
          </p:cNvSpPr>
          <p:nvPr>
            <p:ph type="ftr" sz="quarter" idx="11"/>
          </p:nvPr>
        </p:nvSpPr>
        <p:spPr/>
        <p:txBody>
          <a:bodyPr/>
          <a:lstStyle/>
          <a:p>
            <a:pPr>
              <a:defRPr/>
            </a:pPr>
            <a:r>
              <a:rPr lang="en-US" noProof="0" dirty="0"/>
              <a:t>kathara – [ lab: basic-ipv4 ]</a:t>
            </a:r>
          </a:p>
        </p:txBody>
      </p:sp>
      <p:pic>
        <p:nvPicPr>
          <p:cNvPr id="9" name="Immagine 8">
            <a:extLst>
              <a:ext uri="{FF2B5EF4-FFF2-40B4-BE49-F238E27FC236}">
                <a16:creationId xmlns:a16="http://schemas.microsoft.com/office/drawing/2014/main" id="{DD2FEF66-2123-08CB-B216-1EDFFDDD2B52}"/>
              </a:ext>
            </a:extLst>
          </p:cNvPr>
          <p:cNvPicPr>
            <a:picLocks noChangeAspect="1"/>
          </p:cNvPicPr>
          <p:nvPr/>
        </p:nvPicPr>
        <p:blipFill>
          <a:blip r:embed="rId2"/>
          <a:stretch>
            <a:fillRect/>
          </a:stretch>
        </p:blipFill>
        <p:spPr>
          <a:xfrm>
            <a:off x="707740" y="1033527"/>
            <a:ext cx="10776520" cy="5418556"/>
          </a:xfrm>
          <a:prstGeom prst="rect">
            <a:avLst/>
          </a:prstGeom>
        </p:spPr>
      </p:pic>
      <p:sp>
        <p:nvSpPr>
          <p:cNvPr id="12" name="AutoShape 62">
            <a:extLst>
              <a:ext uri="{FF2B5EF4-FFF2-40B4-BE49-F238E27FC236}">
                <a16:creationId xmlns:a16="http://schemas.microsoft.com/office/drawing/2014/main" id="{267BC180-45F4-D8D3-6E74-AA9D1B89E8AD}"/>
              </a:ext>
            </a:extLst>
          </p:cNvPr>
          <p:cNvSpPr>
            <a:spLocks noChangeArrowheads="1"/>
          </p:cNvSpPr>
          <p:nvPr/>
        </p:nvSpPr>
        <p:spPr bwMode="auto">
          <a:xfrm>
            <a:off x="8328248" y="405917"/>
            <a:ext cx="2736850" cy="502803"/>
          </a:xfrm>
          <a:prstGeom prst="wedgeRoundRectCallout">
            <a:avLst>
              <a:gd name="adj1" fmla="val -151193"/>
              <a:gd name="adj2" fmla="val 245234"/>
              <a:gd name="adj3" fmla="val 16667"/>
            </a:avLst>
          </a:prstGeom>
          <a:solidFill>
            <a:schemeClr val="accent2"/>
          </a:solidFill>
          <a:ln w="9525">
            <a:solidFill>
              <a:schemeClr val="tx1"/>
            </a:solidFill>
            <a:miter lim="800000"/>
            <a:headEnd/>
            <a:tailEnd/>
          </a:ln>
          <a:effectLst/>
        </p:spPr>
        <p:txBody>
          <a:bodyPr lIns="90000" tIns="46800" rIns="90000" bIns="46800"/>
          <a:lstStyle>
            <a:lvl1pPr>
              <a:spcBef>
                <a:spcPct val="20000"/>
              </a:spcBef>
              <a:buClr>
                <a:schemeClr val="tx2"/>
              </a:buClr>
              <a:buSzPct val="7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algn="ctr" eaLnBrk="1" hangingPunct="1">
              <a:spcBef>
                <a:spcPct val="0"/>
              </a:spcBef>
              <a:buClrTx/>
              <a:buSzTx/>
              <a:buFontTx/>
              <a:buNone/>
            </a:pPr>
            <a:r>
              <a:rPr lang="en-US" sz="2000" noProof="0" dirty="0" err="1"/>
              <a:t>arp</a:t>
            </a:r>
            <a:r>
              <a:rPr lang="en-US" sz="2000" noProof="0" dirty="0"/>
              <a:t> request</a:t>
            </a:r>
          </a:p>
        </p:txBody>
      </p:sp>
    </p:spTree>
    <p:extLst>
      <p:ext uri="{BB962C8B-B14F-4D97-AF65-F5344CB8AC3E}">
        <p14:creationId xmlns:p14="http://schemas.microsoft.com/office/powerpoint/2010/main" val="272473675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Titolo 1">
            <a:extLst>
              <a:ext uri="{FF2B5EF4-FFF2-40B4-BE49-F238E27FC236}">
                <a16:creationId xmlns:a16="http://schemas.microsoft.com/office/drawing/2014/main" id="{88B36BE0-8D70-45AF-F6E6-919D34A359B3}"/>
              </a:ext>
            </a:extLst>
          </p:cNvPr>
          <p:cNvSpPr>
            <a:spLocks noGrp="1" noChangeArrowheads="1"/>
          </p:cNvSpPr>
          <p:nvPr>
            <p:ph type="title"/>
          </p:nvPr>
        </p:nvSpPr>
        <p:spPr/>
        <p:txBody>
          <a:bodyPr/>
          <a:lstStyle/>
          <a:p>
            <a:r>
              <a:rPr lang="en-US" noProof="0" dirty="0" err="1"/>
              <a:t>wireshark</a:t>
            </a:r>
            <a:endParaRPr lang="en-US" noProof="0" dirty="0"/>
          </a:p>
        </p:txBody>
      </p:sp>
      <p:sp>
        <p:nvSpPr>
          <p:cNvPr id="4" name="Segnaposto data 3">
            <a:extLst>
              <a:ext uri="{FF2B5EF4-FFF2-40B4-BE49-F238E27FC236}">
                <a16:creationId xmlns:a16="http://schemas.microsoft.com/office/drawing/2014/main" id="{786B326D-D341-DF7E-A46A-768E09E0CAAA}"/>
              </a:ext>
            </a:extLst>
          </p:cNvPr>
          <p:cNvSpPr>
            <a:spLocks noGrp="1"/>
          </p:cNvSpPr>
          <p:nvPr>
            <p:ph type="dt" sz="half" idx="10"/>
          </p:nvPr>
        </p:nvSpPr>
        <p:spPr/>
        <p:txBody>
          <a:bodyPr/>
          <a:lstStyle/>
          <a:p>
            <a:pPr>
              <a:defRPr/>
            </a:pPr>
            <a:r>
              <a:rPr lang="en-US" noProof="0"/>
              <a:t>last update: Oct 2026</a:t>
            </a:r>
            <a:endParaRPr lang="en-US" noProof="0" dirty="0"/>
          </a:p>
        </p:txBody>
      </p:sp>
      <p:sp>
        <p:nvSpPr>
          <p:cNvPr id="5" name="Segnaposto piè di pagina 4">
            <a:extLst>
              <a:ext uri="{FF2B5EF4-FFF2-40B4-BE49-F238E27FC236}">
                <a16:creationId xmlns:a16="http://schemas.microsoft.com/office/drawing/2014/main" id="{DF948083-2C84-0256-2221-A7936D2DE2E3}"/>
              </a:ext>
            </a:extLst>
          </p:cNvPr>
          <p:cNvSpPr>
            <a:spLocks noGrp="1"/>
          </p:cNvSpPr>
          <p:nvPr>
            <p:ph type="ftr" sz="quarter" idx="11"/>
          </p:nvPr>
        </p:nvSpPr>
        <p:spPr/>
        <p:txBody>
          <a:bodyPr/>
          <a:lstStyle/>
          <a:p>
            <a:pPr>
              <a:defRPr/>
            </a:pPr>
            <a:r>
              <a:rPr lang="en-US" noProof="0" dirty="0"/>
              <a:t>kathara – [ lab: basic-ipv4 ]</a:t>
            </a:r>
          </a:p>
        </p:txBody>
      </p:sp>
      <p:pic>
        <p:nvPicPr>
          <p:cNvPr id="9" name="Immagine 8">
            <a:extLst>
              <a:ext uri="{FF2B5EF4-FFF2-40B4-BE49-F238E27FC236}">
                <a16:creationId xmlns:a16="http://schemas.microsoft.com/office/drawing/2014/main" id="{DD2FEF66-2123-08CB-B216-1EDFFDDD2B52}"/>
              </a:ext>
            </a:extLst>
          </p:cNvPr>
          <p:cNvPicPr>
            <a:picLocks noChangeAspect="1"/>
          </p:cNvPicPr>
          <p:nvPr/>
        </p:nvPicPr>
        <p:blipFill>
          <a:blip r:embed="rId2"/>
          <a:stretch>
            <a:fillRect/>
          </a:stretch>
        </p:blipFill>
        <p:spPr>
          <a:xfrm>
            <a:off x="707740" y="1033527"/>
            <a:ext cx="10776520" cy="5418556"/>
          </a:xfrm>
          <a:prstGeom prst="rect">
            <a:avLst/>
          </a:prstGeom>
        </p:spPr>
      </p:pic>
      <p:sp>
        <p:nvSpPr>
          <p:cNvPr id="12" name="AutoShape 62">
            <a:extLst>
              <a:ext uri="{FF2B5EF4-FFF2-40B4-BE49-F238E27FC236}">
                <a16:creationId xmlns:a16="http://schemas.microsoft.com/office/drawing/2014/main" id="{267BC180-45F4-D8D3-6E74-AA9D1B89E8AD}"/>
              </a:ext>
            </a:extLst>
          </p:cNvPr>
          <p:cNvSpPr>
            <a:spLocks noChangeArrowheads="1"/>
          </p:cNvSpPr>
          <p:nvPr/>
        </p:nvSpPr>
        <p:spPr bwMode="auto">
          <a:xfrm>
            <a:off x="8328248" y="405917"/>
            <a:ext cx="2736850" cy="502803"/>
          </a:xfrm>
          <a:prstGeom prst="wedgeRoundRectCallout">
            <a:avLst>
              <a:gd name="adj1" fmla="val -151193"/>
              <a:gd name="adj2" fmla="val 245234"/>
              <a:gd name="adj3" fmla="val 16667"/>
            </a:avLst>
          </a:prstGeom>
          <a:solidFill>
            <a:schemeClr val="accent2"/>
          </a:solidFill>
          <a:ln w="9525">
            <a:solidFill>
              <a:schemeClr val="tx1"/>
            </a:solidFill>
            <a:miter lim="800000"/>
            <a:headEnd/>
            <a:tailEnd/>
          </a:ln>
          <a:effectLst/>
        </p:spPr>
        <p:txBody>
          <a:bodyPr lIns="90000" tIns="46800" rIns="90000" bIns="46800"/>
          <a:lstStyle>
            <a:lvl1pPr>
              <a:spcBef>
                <a:spcPct val="20000"/>
              </a:spcBef>
              <a:buClr>
                <a:schemeClr val="tx2"/>
              </a:buClr>
              <a:buSzPct val="7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algn="ctr" eaLnBrk="1" hangingPunct="1">
              <a:spcBef>
                <a:spcPct val="0"/>
              </a:spcBef>
              <a:buClrTx/>
              <a:buSzTx/>
              <a:buFontTx/>
              <a:buNone/>
            </a:pPr>
            <a:r>
              <a:rPr lang="en-US" sz="2000" noProof="0" dirty="0" err="1"/>
              <a:t>arp</a:t>
            </a:r>
            <a:r>
              <a:rPr lang="en-US" sz="2000" noProof="0" dirty="0"/>
              <a:t> request</a:t>
            </a:r>
          </a:p>
        </p:txBody>
      </p:sp>
      <p:sp>
        <p:nvSpPr>
          <p:cNvPr id="13" name="AutoShape 62">
            <a:extLst>
              <a:ext uri="{FF2B5EF4-FFF2-40B4-BE49-F238E27FC236}">
                <a16:creationId xmlns:a16="http://schemas.microsoft.com/office/drawing/2014/main" id="{51E87B72-3858-8EEA-55B2-89F728C77CFB}"/>
              </a:ext>
            </a:extLst>
          </p:cNvPr>
          <p:cNvSpPr>
            <a:spLocks noChangeArrowheads="1"/>
          </p:cNvSpPr>
          <p:nvPr/>
        </p:nvSpPr>
        <p:spPr bwMode="auto">
          <a:xfrm>
            <a:off x="8256240" y="1198005"/>
            <a:ext cx="2736850" cy="502803"/>
          </a:xfrm>
          <a:prstGeom prst="wedgeRoundRectCallout">
            <a:avLst>
              <a:gd name="adj1" fmla="val -149409"/>
              <a:gd name="adj2" fmla="val 124457"/>
              <a:gd name="adj3" fmla="val 16667"/>
            </a:avLst>
          </a:prstGeom>
          <a:solidFill>
            <a:schemeClr val="accent2"/>
          </a:solidFill>
          <a:ln w="9525">
            <a:solidFill>
              <a:schemeClr val="tx1"/>
            </a:solidFill>
            <a:miter lim="800000"/>
            <a:headEnd/>
            <a:tailEnd/>
          </a:ln>
          <a:effectLst/>
        </p:spPr>
        <p:txBody>
          <a:bodyPr lIns="90000" tIns="46800" rIns="90000" bIns="46800"/>
          <a:lstStyle>
            <a:lvl1pPr>
              <a:spcBef>
                <a:spcPct val="20000"/>
              </a:spcBef>
              <a:buClr>
                <a:schemeClr val="tx2"/>
              </a:buClr>
              <a:buSzPct val="7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algn="ctr" eaLnBrk="1" hangingPunct="1">
              <a:spcBef>
                <a:spcPct val="0"/>
              </a:spcBef>
              <a:buClrTx/>
              <a:buSzTx/>
              <a:buFontTx/>
              <a:buNone/>
            </a:pPr>
            <a:r>
              <a:rPr lang="en-US" sz="2000" noProof="0" dirty="0" err="1"/>
              <a:t>arp</a:t>
            </a:r>
            <a:r>
              <a:rPr lang="en-US" sz="2000" noProof="0" dirty="0"/>
              <a:t> reply</a:t>
            </a:r>
          </a:p>
        </p:txBody>
      </p:sp>
    </p:spTree>
    <p:extLst>
      <p:ext uri="{BB962C8B-B14F-4D97-AF65-F5344CB8AC3E}">
        <p14:creationId xmlns:p14="http://schemas.microsoft.com/office/powerpoint/2010/main" val="414378388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Titolo 1">
            <a:extLst>
              <a:ext uri="{FF2B5EF4-FFF2-40B4-BE49-F238E27FC236}">
                <a16:creationId xmlns:a16="http://schemas.microsoft.com/office/drawing/2014/main" id="{88B36BE0-8D70-45AF-F6E6-919D34A359B3}"/>
              </a:ext>
            </a:extLst>
          </p:cNvPr>
          <p:cNvSpPr>
            <a:spLocks noGrp="1" noChangeArrowheads="1"/>
          </p:cNvSpPr>
          <p:nvPr>
            <p:ph type="title"/>
          </p:nvPr>
        </p:nvSpPr>
        <p:spPr/>
        <p:txBody>
          <a:bodyPr/>
          <a:lstStyle/>
          <a:p>
            <a:r>
              <a:rPr lang="en-US" noProof="0" dirty="0" err="1"/>
              <a:t>wireshark</a:t>
            </a:r>
            <a:endParaRPr lang="en-US" noProof="0" dirty="0"/>
          </a:p>
        </p:txBody>
      </p:sp>
      <p:sp>
        <p:nvSpPr>
          <p:cNvPr id="4" name="Segnaposto data 3">
            <a:extLst>
              <a:ext uri="{FF2B5EF4-FFF2-40B4-BE49-F238E27FC236}">
                <a16:creationId xmlns:a16="http://schemas.microsoft.com/office/drawing/2014/main" id="{786B326D-D341-DF7E-A46A-768E09E0CAAA}"/>
              </a:ext>
            </a:extLst>
          </p:cNvPr>
          <p:cNvSpPr>
            <a:spLocks noGrp="1"/>
          </p:cNvSpPr>
          <p:nvPr>
            <p:ph type="dt" sz="half" idx="10"/>
          </p:nvPr>
        </p:nvSpPr>
        <p:spPr/>
        <p:txBody>
          <a:bodyPr/>
          <a:lstStyle/>
          <a:p>
            <a:pPr>
              <a:defRPr/>
            </a:pPr>
            <a:r>
              <a:rPr lang="en-US" noProof="0"/>
              <a:t>last update: Oct 2026</a:t>
            </a:r>
            <a:endParaRPr lang="en-US" noProof="0" dirty="0"/>
          </a:p>
        </p:txBody>
      </p:sp>
      <p:sp>
        <p:nvSpPr>
          <p:cNvPr id="5" name="Segnaposto piè di pagina 4">
            <a:extLst>
              <a:ext uri="{FF2B5EF4-FFF2-40B4-BE49-F238E27FC236}">
                <a16:creationId xmlns:a16="http://schemas.microsoft.com/office/drawing/2014/main" id="{DF948083-2C84-0256-2221-A7936D2DE2E3}"/>
              </a:ext>
            </a:extLst>
          </p:cNvPr>
          <p:cNvSpPr>
            <a:spLocks noGrp="1"/>
          </p:cNvSpPr>
          <p:nvPr>
            <p:ph type="ftr" sz="quarter" idx="11"/>
          </p:nvPr>
        </p:nvSpPr>
        <p:spPr/>
        <p:txBody>
          <a:bodyPr/>
          <a:lstStyle/>
          <a:p>
            <a:pPr>
              <a:defRPr/>
            </a:pPr>
            <a:r>
              <a:rPr lang="en-US" noProof="0" dirty="0"/>
              <a:t>kathara – [ lab: basic-ipv4 ]</a:t>
            </a:r>
          </a:p>
        </p:txBody>
      </p:sp>
      <p:pic>
        <p:nvPicPr>
          <p:cNvPr id="9" name="Immagine 8">
            <a:extLst>
              <a:ext uri="{FF2B5EF4-FFF2-40B4-BE49-F238E27FC236}">
                <a16:creationId xmlns:a16="http://schemas.microsoft.com/office/drawing/2014/main" id="{DD2FEF66-2123-08CB-B216-1EDFFDDD2B52}"/>
              </a:ext>
            </a:extLst>
          </p:cNvPr>
          <p:cNvPicPr>
            <a:picLocks noChangeAspect="1"/>
          </p:cNvPicPr>
          <p:nvPr/>
        </p:nvPicPr>
        <p:blipFill>
          <a:blip r:embed="rId2"/>
          <a:stretch>
            <a:fillRect/>
          </a:stretch>
        </p:blipFill>
        <p:spPr>
          <a:xfrm>
            <a:off x="707740" y="1033527"/>
            <a:ext cx="10776520" cy="5418556"/>
          </a:xfrm>
          <a:prstGeom prst="rect">
            <a:avLst/>
          </a:prstGeom>
        </p:spPr>
      </p:pic>
      <p:sp>
        <p:nvSpPr>
          <p:cNvPr id="12" name="AutoShape 62">
            <a:extLst>
              <a:ext uri="{FF2B5EF4-FFF2-40B4-BE49-F238E27FC236}">
                <a16:creationId xmlns:a16="http://schemas.microsoft.com/office/drawing/2014/main" id="{267BC180-45F4-D8D3-6E74-AA9D1B89E8AD}"/>
              </a:ext>
            </a:extLst>
          </p:cNvPr>
          <p:cNvSpPr>
            <a:spLocks noChangeArrowheads="1"/>
          </p:cNvSpPr>
          <p:nvPr/>
        </p:nvSpPr>
        <p:spPr bwMode="auto">
          <a:xfrm>
            <a:off x="8328248" y="405917"/>
            <a:ext cx="2736850" cy="502803"/>
          </a:xfrm>
          <a:prstGeom prst="wedgeRoundRectCallout">
            <a:avLst>
              <a:gd name="adj1" fmla="val -151193"/>
              <a:gd name="adj2" fmla="val 245234"/>
              <a:gd name="adj3" fmla="val 16667"/>
            </a:avLst>
          </a:prstGeom>
          <a:solidFill>
            <a:schemeClr val="accent2"/>
          </a:solidFill>
          <a:ln w="9525">
            <a:solidFill>
              <a:schemeClr val="tx1"/>
            </a:solidFill>
            <a:miter lim="800000"/>
            <a:headEnd/>
            <a:tailEnd/>
          </a:ln>
          <a:effectLst/>
        </p:spPr>
        <p:txBody>
          <a:bodyPr lIns="90000" tIns="46800" rIns="90000" bIns="46800"/>
          <a:lstStyle>
            <a:lvl1pPr>
              <a:spcBef>
                <a:spcPct val="20000"/>
              </a:spcBef>
              <a:buClr>
                <a:schemeClr val="tx2"/>
              </a:buClr>
              <a:buSzPct val="7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algn="ctr" eaLnBrk="1" hangingPunct="1">
              <a:spcBef>
                <a:spcPct val="0"/>
              </a:spcBef>
              <a:buClrTx/>
              <a:buSzTx/>
              <a:buFontTx/>
              <a:buNone/>
            </a:pPr>
            <a:r>
              <a:rPr lang="en-US" sz="2000" noProof="0" dirty="0" err="1"/>
              <a:t>arp</a:t>
            </a:r>
            <a:r>
              <a:rPr lang="en-US" sz="2000" noProof="0" dirty="0"/>
              <a:t> request</a:t>
            </a:r>
          </a:p>
        </p:txBody>
      </p:sp>
      <p:sp>
        <p:nvSpPr>
          <p:cNvPr id="13" name="AutoShape 62">
            <a:extLst>
              <a:ext uri="{FF2B5EF4-FFF2-40B4-BE49-F238E27FC236}">
                <a16:creationId xmlns:a16="http://schemas.microsoft.com/office/drawing/2014/main" id="{51E87B72-3858-8EEA-55B2-89F728C77CFB}"/>
              </a:ext>
            </a:extLst>
          </p:cNvPr>
          <p:cNvSpPr>
            <a:spLocks noChangeArrowheads="1"/>
          </p:cNvSpPr>
          <p:nvPr/>
        </p:nvSpPr>
        <p:spPr bwMode="auto">
          <a:xfrm>
            <a:off x="8256240" y="1198005"/>
            <a:ext cx="2736850" cy="502803"/>
          </a:xfrm>
          <a:prstGeom prst="wedgeRoundRectCallout">
            <a:avLst>
              <a:gd name="adj1" fmla="val -149409"/>
              <a:gd name="adj2" fmla="val 124457"/>
              <a:gd name="adj3" fmla="val 16667"/>
            </a:avLst>
          </a:prstGeom>
          <a:solidFill>
            <a:schemeClr val="accent2"/>
          </a:solidFill>
          <a:ln w="9525">
            <a:solidFill>
              <a:schemeClr val="tx1"/>
            </a:solidFill>
            <a:miter lim="800000"/>
            <a:headEnd/>
            <a:tailEnd/>
          </a:ln>
          <a:effectLst/>
        </p:spPr>
        <p:txBody>
          <a:bodyPr lIns="90000" tIns="46800" rIns="90000" bIns="46800"/>
          <a:lstStyle>
            <a:lvl1pPr>
              <a:spcBef>
                <a:spcPct val="20000"/>
              </a:spcBef>
              <a:buClr>
                <a:schemeClr val="tx2"/>
              </a:buClr>
              <a:buSzPct val="7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algn="ctr" eaLnBrk="1" hangingPunct="1">
              <a:spcBef>
                <a:spcPct val="0"/>
              </a:spcBef>
              <a:buClrTx/>
              <a:buSzTx/>
              <a:buFontTx/>
              <a:buNone/>
            </a:pPr>
            <a:r>
              <a:rPr lang="en-US" sz="2000" noProof="0" dirty="0" err="1"/>
              <a:t>arp</a:t>
            </a:r>
            <a:r>
              <a:rPr lang="en-US" sz="2000" noProof="0" dirty="0"/>
              <a:t> reply</a:t>
            </a:r>
          </a:p>
        </p:txBody>
      </p:sp>
      <p:sp>
        <p:nvSpPr>
          <p:cNvPr id="14" name="AutoShape 62">
            <a:extLst>
              <a:ext uri="{FF2B5EF4-FFF2-40B4-BE49-F238E27FC236}">
                <a16:creationId xmlns:a16="http://schemas.microsoft.com/office/drawing/2014/main" id="{7CDE518F-CF31-B35A-B48C-C56C7537269C}"/>
              </a:ext>
            </a:extLst>
          </p:cNvPr>
          <p:cNvSpPr>
            <a:spLocks noChangeArrowheads="1"/>
          </p:cNvSpPr>
          <p:nvPr/>
        </p:nvSpPr>
        <p:spPr bwMode="auto">
          <a:xfrm>
            <a:off x="7248128" y="5013176"/>
            <a:ext cx="3744962" cy="1089103"/>
          </a:xfrm>
          <a:prstGeom prst="wedgeRoundRectCallout">
            <a:avLst>
              <a:gd name="adj1" fmla="val -142721"/>
              <a:gd name="adj2" fmla="val -211883"/>
              <a:gd name="adj3" fmla="val 16667"/>
            </a:avLst>
          </a:prstGeom>
          <a:solidFill>
            <a:schemeClr val="accent2"/>
          </a:solidFill>
          <a:ln w="9525">
            <a:solidFill>
              <a:schemeClr val="tx1"/>
            </a:solidFill>
            <a:miter lim="800000"/>
            <a:headEnd/>
            <a:tailEnd/>
          </a:ln>
          <a:effectLst/>
        </p:spPr>
        <p:txBody>
          <a:bodyPr lIns="90000" tIns="46800" rIns="90000" bIns="46800"/>
          <a:lstStyle>
            <a:lvl1pPr>
              <a:spcBef>
                <a:spcPct val="20000"/>
              </a:spcBef>
              <a:buClr>
                <a:schemeClr val="tx2"/>
              </a:buClr>
              <a:buSzPct val="7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algn="ctr" eaLnBrk="1" hangingPunct="1">
              <a:spcBef>
                <a:spcPct val="0"/>
              </a:spcBef>
              <a:buClrTx/>
              <a:buSzTx/>
              <a:buFontTx/>
              <a:buNone/>
            </a:pPr>
            <a:r>
              <a:rPr lang="en-US" sz="2000" noProof="0" dirty="0"/>
              <a:t>At the end of the ping a unicast </a:t>
            </a:r>
            <a:r>
              <a:rPr lang="en-US" sz="2000" noProof="0" dirty="0" err="1"/>
              <a:t>arp</a:t>
            </a:r>
            <a:r>
              <a:rPr lang="en-US" sz="2000" noProof="0" dirty="0"/>
              <a:t> request/reply dialogue takes place</a:t>
            </a:r>
          </a:p>
        </p:txBody>
      </p:sp>
    </p:spTree>
    <p:extLst>
      <p:ext uri="{BB962C8B-B14F-4D97-AF65-F5344CB8AC3E}">
        <p14:creationId xmlns:p14="http://schemas.microsoft.com/office/powerpoint/2010/main" val="182668334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60">
            <a:extLst>
              <a:ext uri="{FF2B5EF4-FFF2-40B4-BE49-F238E27FC236}">
                <a16:creationId xmlns:a16="http://schemas.microsoft.com/office/drawing/2014/main" id="{D52C1193-E72F-9504-F8A2-1C3CD7C9A60A}"/>
              </a:ext>
            </a:extLst>
          </p:cNvPr>
          <p:cNvSpPr>
            <a:spLocks noGrp="1" noChangeArrowheads="1"/>
          </p:cNvSpPr>
          <p:nvPr>
            <p:ph type="title"/>
          </p:nvPr>
        </p:nvSpPr>
        <p:spPr/>
        <p:txBody>
          <a:bodyPr/>
          <a:lstStyle/>
          <a:p>
            <a:pPr eaLnBrk="1" hangingPunct="1"/>
            <a:r>
              <a:rPr lang="en-US" noProof="0" dirty="0"/>
              <a:t>ping from pc2 to pc1 and related </a:t>
            </a:r>
            <a:r>
              <a:rPr lang="en-US" noProof="0" dirty="0" err="1"/>
              <a:t>arp</a:t>
            </a:r>
            <a:r>
              <a:rPr lang="en-US" noProof="0" dirty="0"/>
              <a:t> behavior</a:t>
            </a:r>
          </a:p>
        </p:txBody>
      </p:sp>
      <p:sp>
        <p:nvSpPr>
          <p:cNvPr id="2" name="Subtitle 1">
            <a:extLst>
              <a:ext uri="{FF2B5EF4-FFF2-40B4-BE49-F238E27FC236}">
                <a16:creationId xmlns:a16="http://schemas.microsoft.com/office/drawing/2014/main" id="{23A86F52-28DA-BCC4-A9B4-6261F1C1C102}"/>
              </a:ext>
            </a:extLst>
          </p:cNvPr>
          <p:cNvSpPr>
            <a:spLocks noGrp="1"/>
          </p:cNvSpPr>
          <p:nvPr>
            <p:ph type="subTitle" idx="1"/>
          </p:nvPr>
        </p:nvSpPr>
        <p:spPr/>
        <p:txBody>
          <a:bodyPr/>
          <a:lstStyle/>
          <a:p>
            <a:endParaRPr lang="en-US" noProof="0" dirty="0"/>
          </a:p>
        </p:txBody>
      </p:sp>
      <p:sp>
        <p:nvSpPr>
          <p:cNvPr id="3" name="Segnaposto data 2">
            <a:extLst>
              <a:ext uri="{FF2B5EF4-FFF2-40B4-BE49-F238E27FC236}">
                <a16:creationId xmlns:a16="http://schemas.microsoft.com/office/drawing/2014/main" id="{1767DB13-95B2-7D01-EF66-C9332268F70E}"/>
              </a:ext>
            </a:extLst>
          </p:cNvPr>
          <p:cNvSpPr>
            <a:spLocks noGrp="1"/>
          </p:cNvSpPr>
          <p:nvPr>
            <p:ph type="dt" sz="half" idx="10"/>
          </p:nvPr>
        </p:nvSpPr>
        <p:spPr/>
        <p:txBody>
          <a:bodyPr/>
          <a:lstStyle/>
          <a:p>
            <a:pPr>
              <a:defRPr/>
            </a:pPr>
            <a:r>
              <a:rPr lang="en-US" noProof="0"/>
              <a:t>last update: Oct 2026</a:t>
            </a:r>
            <a:endParaRPr lang="en-US" noProof="0" dirty="0"/>
          </a:p>
        </p:txBody>
      </p:sp>
      <p:sp>
        <p:nvSpPr>
          <p:cNvPr id="4" name="Segnaposto piè di pagina 3">
            <a:extLst>
              <a:ext uri="{FF2B5EF4-FFF2-40B4-BE49-F238E27FC236}">
                <a16:creationId xmlns:a16="http://schemas.microsoft.com/office/drawing/2014/main" id="{460FBE22-B6E2-57C6-2D07-CBEB6B438D31}"/>
              </a:ext>
            </a:extLst>
          </p:cNvPr>
          <p:cNvSpPr>
            <a:spLocks noGrp="1"/>
          </p:cNvSpPr>
          <p:nvPr>
            <p:ph type="ftr" sz="quarter" idx="11"/>
          </p:nvPr>
        </p:nvSpPr>
        <p:spPr/>
        <p:txBody>
          <a:bodyPr/>
          <a:lstStyle/>
          <a:p>
            <a:pPr>
              <a:defRPr/>
            </a:pPr>
            <a:r>
              <a:rPr lang="en-US" noProof="0" dirty="0"/>
              <a:t>kathara – [ lab: basic-ipv4 ]</a:t>
            </a:r>
          </a:p>
        </p:txBody>
      </p:sp>
    </p:spTree>
    <p:extLst>
      <p:ext uri="{BB962C8B-B14F-4D97-AF65-F5344CB8AC3E}">
        <p14:creationId xmlns:p14="http://schemas.microsoft.com/office/powerpoint/2010/main" val="15660852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6" name="Rectangle 2">
            <a:extLst>
              <a:ext uri="{FF2B5EF4-FFF2-40B4-BE49-F238E27FC236}">
                <a16:creationId xmlns:a16="http://schemas.microsoft.com/office/drawing/2014/main" id="{FB2E0A32-A59E-7612-9251-F9780ACA9F1D}"/>
              </a:ext>
            </a:extLst>
          </p:cNvPr>
          <p:cNvSpPr>
            <a:spLocks noGrp="1" noChangeArrowheads="1"/>
          </p:cNvSpPr>
          <p:nvPr>
            <p:ph type="title"/>
          </p:nvPr>
        </p:nvSpPr>
        <p:spPr/>
        <p:txBody>
          <a:bodyPr/>
          <a:lstStyle/>
          <a:p>
            <a:pPr eaLnBrk="1" hangingPunct="1"/>
            <a:r>
              <a:rPr lang="en-US" noProof="0" dirty="0"/>
              <a:t>sniff the traffic</a:t>
            </a:r>
          </a:p>
        </p:txBody>
      </p:sp>
      <p:sp>
        <p:nvSpPr>
          <p:cNvPr id="18437" name="Rectangle 10">
            <a:extLst>
              <a:ext uri="{FF2B5EF4-FFF2-40B4-BE49-F238E27FC236}">
                <a16:creationId xmlns:a16="http://schemas.microsoft.com/office/drawing/2014/main" id="{AFF8E2DB-E1FE-B10A-80D1-645659F9A094}"/>
              </a:ext>
            </a:extLst>
          </p:cNvPr>
          <p:cNvSpPr>
            <a:spLocks noGrp="1" noChangeArrowheads="1"/>
          </p:cNvSpPr>
          <p:nvPr>
            <p:ph idx="1"/>
          </p:nvPr>
        </p:nvSpPr>
        <p:spPr/>
        <p:txBody>
          <a:bodyPr>
            <a:noAutofit/>
          </a:bodyPr>
          <a:lstStyle/>
          <a:p>
            <a:pPr eaLnBrk="1" hangingPunct="1"/>
            <a:r>
              <a:rPr lang="en-US" sz="2800" noProof="0" dirty="0"/>
              <a:t>connect the </a:t>
            </a:r>
            <a:r>
              <a:rPr lang="en-US" sz="2800" noProof="0" dirty="0" err="1"/>
              <a:t>wireshark</a:t>
            </a:r>
            <a:r>
              <a:rPr lang="en-US" sz="2800" noProof="0" dirty="0"/>
              <a:t> device to collision domain B</a:t>
            </a:r>
          </a:p>
          <a:p>
            <a:pPr eaLnBrk="1" hangingPunct="1"/>
            <a:endParaRPr lang="en-US" sz="2800" noProof="0" dirty="0"/>
          </a:p>
          <a:p>
            <a:pPr eaLnBrk="1" hangingPunct="1"/>
            <a:endParaRPr lang="en-US" sz="2800" noProof="0" dirty="0"/>
          </a:p>
          <a:p>
            <a:pPr eaLnBrk="1" hangingPunct="1"/>
            <a:endParaRPr lang="en-US" sz="2800" noProof="0" dirty="0"/>
          </a:p>
          <a:p>
            <a:pPr eaLnBrk="1" hangingPunct="1"/>
            <a:endParaRPr lang="en-US" sz="2800" noProof="0" dirty="0"/>
          </a:p>
          <a:p>
            <a:pPr eaLnBrk="1" hangingPunct="1"/>
            <a:r>
              <a:rPr lang="en-US" sz="2800" noProof="0" dirty="0"/>
              <a:t>open any browser on the host machine </a:t>
            </a:r>
          </a:p>
          <a:p>
            <a:pPr lvl="1"/>
            <a:r>
              <a:rPr lang="en-US" sz="2400" noProof="0" dirty="0"/>
              <a:t>on </a:t>
            </a:r>
            <a:r>
              <a:rPr lang="en-US" sz="2400" b="1" noProof="0" dirty="0"/>
              <a:t>localhost:3000 </a:t>
            </a:r>
          </a:p>
          <a:p>
            <a:pPr lvl="1"/>
            <a:r>
              <a:rPr lang="en-US" sz="2400" noProof="0" dirty="0"/>
              <a:t>sniff eth2</a:t>
            </a:r>
          </a:p>
        </p:txBody>
      </p:sp>
      <p:sp>
        <p:nvSpPr>
          <p:cNvPr id="35" name="Segnaposto data 3">
            <a:extLst>
              <a:ext uri="{FF2B5EF4-FFF2-40B4-BE49-F238E27FC236}">
                <a16:creationId xmlns:a16="http://schemas.microsoft.com/office/drawing/2014/main" id="{7B1F9DF1-1F0D-8325-DDE9-67D58F707DBA}"/>
              </a:ext>
            </a:extLst>
          </p:cNvPr>
          <p:cNvSpPr>
            <a:spLocks noGrp="1"/>
          </p:cNvSpPr>
          <p:nvPr>
            <p:ph type="dt" sz="half" idx="10"/>
          </p:nvPr>
        </p:nvSpPr>
        <p:spPr/>
        <p:txBody>
          <a:bodyPr/>
          <a:lstStyle/>
          <a:p>
            <a:pPr>
              <a:defRPr/>
            </a:pPr>
            <a:r>
              <a:rPr lang="en-US" noProof="0"/>
              <a:t>last update: Oct 2026</a:t>
            </a:r>
            <a:endParaRPr lang="en-US" noProof="0" dirty="0"/>
          </a:p>
        </p:txBody>
      </p:sp>
      <p:sp>
        <p:nvSpPr>
          <p:cNvPr id="36" name="Segnaposto piè di pagina 4">
            <a:extLst>
              <a:ext uri="{FF2B5EF4-FFF2-40B4-BE49-F238E27FC236}">
                <a16:creationId xmlns:a16="http://schemas.microsoft.com/office/drawing/2014/main" id="{AE3C7413-D9D4-2179-C5E9-5224B2E2C498}"/>
              </a:ext>
            </a:extLst>
          </p:cNvPr>
          <p:cNvSpPr>
            <a:spLocks noGrp="1"/>
          </p:cNvSpPr>
          <p:nvPr>
            <p:ph type="ftr" sz="quarter" idx="11"/>
          </p:nvPr>
        </p:nvSpPr>
        <p:spPr/>
        <p:txBody>
          <a:bodyPr/>
          <a:lstStyle/>
          <a:p>
            <a:pPr>
              <a:defRPr/>
            </a:pPr>
            <a:r>
              <a:rPr lang="en-US" noProof="0" dirty="0"/>
              <a:t>kathara – [ lab: basic-ipv4 ]</a:t>
            </a:r>
          </a:p>
        </p:txBody>
      </p:sp>
      <p:grpSp>
        <p:nvGrpSpPr>
          <p:cNvPr id="31" name="Group 1">
            <a:extLst>
              <a:ext uri="{FF2B5EF4-FFF2-40B4-BE49-F238E27FC236}">
                <a16:creationId xmlns:a16="http://schemas.microsoft.com/office/drawing/2014/main" id="{67286795-F9BA-935F-0E5F-3744B5411972}"/>
              </a:ext>
            </a:extLst>
          </p:cNvPr>
          <p:cNvGrpSpPr/>
          <p:nvPr/>
        </p:nvGrpSpPr>
        <p:grpSpPr>
          <a:xfrm>
            <a:off x="609600" y="2191793"/>
            <a:ext cx="10972800" cy="1237207"/>
            <a:chOff x="607480" y="2378845"/>
            <a:chExt cx="10972800" cy="1237207"/>
          </a:xfrm>
        </p:grpSpPr>
        <p:sp>
          <p:nvSpPr>
            <p:cNvPr id="32" name="Rectangle 4">
              <a:extLst>
                <a:ext uri="{FF2B5EF4-FFF2-40B4-BE49-F238E27FC236}">
                  <a16:creationId xmlns:a16="http://schemas.microsoft.com/office/drawing/2014/main" id="{EC13EA54-B75A-3AAE-2DC5-04F2EE76EA14}"/>
                </a:ext>
              </a:extLst>
            </p:cNvPr>
            <p:cNvSpPr/>
            <p:nvPr/>
          </p:nvSpPr>
          <p:spPr>
            <a:xfrm>
              <a:off x="607480" y="2668294"/>
              <a:ext cx="10972799" cy="947758"/>
            </a:xfrm>
            <a:prstGeom prst="rect">
              <a:avLst/>
            </a:prstGeom>
            <a:solidFill>
              <a:sysClr val="windowText" lastClr="000000"/>
            </a:solidFill>
            <a:ln w="57150" cap="flat" cmpd="sng" algn="ctr">
              <a:solidFill>
                <a:srgbClr val="4472C4"/>
              </a:solidFill>
              <a:prstDash val="solid"/>
              <a:miter lim="800000"/>
            </a:ln>
            <a:effectLst>
              <a:outerShdw blurRad="50800" dist="38100" dir="2700000" algn="tl" rotWithShape="0">
                <a:prstClr val="black">
                  <a:alpha val="40000"/>
                </a:prstClr>
              </a:outerShdw>
            </a:effectLst>
          </p:spPr>
          <p:txBody>
            <a:bodyPr rtlCol="0" anchor="t"/>
            <a:lstStyle/>
            <a:p>
              <a:pPr algn="just" eaLnBrk="1" hangingPunct="1"/>
              <a:r>
                <a:rPr lang="en-US" noProof="0" dirty="0" err="1">
                  <a:solidFill>
                    <a:schemeClr val="bg2">
                      <a:lumMod val="60000"/>
                      <a:lumOff val="40000"/>
                    </a:schemeClr>
                  </a:solidFill>
                  <a:latin typeface="Lucida Console" panose="020B0609040504020204" pitchFamily="49" charset="0"/>
                </a:rPr>
                <a:t>user@localhost</a:t>
              </a:r>
              <a:r>
                <a:rPr lang="en-US" noProof="0" dirty="0">
                  <a:solidFill>
                    <a:schemeClr val="bg2">
                      <a:lumMod val="60000"/>
                      <a:lumOff val="40000"/>
                    </a:schemeClr>
                  </a:solidFill>
                  <a:latin typeface="Lucida Console" panose="020B0609040504020204" pitchFamily="49" charset="0"/>
                </a:rPr>
                <a:t>:~/kathara-lab_basic-ipv4$ </a:t>
              </a:r>
              <a:r>
                <a:rPr lang="en-US" b="1" noProof="0" dirty="0">
                  <a:solidFill>
                    <a:schemeClr val="bg1"/>
                  </a:solidFill>
                  <a:latin typeface="Lucida Console" panose="020B0609040504020204" pitchFamily="49" charset="0"/>
                </a:rPr>
                <a:t>kathara </a:t>
              </a:r>
              <a:r>
                <a:rPr lang="en-US" b="1" noProof="0" dirty="0" err="1">
                  <a:solidFill>
                    <a:schemeClr val="bg1"/>
                  </a:solidFill>
                  <a:latin typeface="Lucida Console" panose="020B0609040504020204" pitchFamily="49" charset="0"/>
                </a:rPr>
                <a:t>lconfig</a:t>
              </a:r>
              <a:r>
                <a:rPr lang="en-US" b="1" noProof="0" dirty="0">
                  <a:solidFill>
                    <a:schemeClr val="bg1"/>
                  </a:solidFill>
                  <a:latin typeface="Lucida Console" panose="020B0609040504020204" pitchFamily="49" charset="0"/>
                </a:rPr>
                <a:t> -n </a:t>
              </a:r>
              <a:r>
                <a:rPr lang="en-US" b="1" noProof="0" dirty="0" err="1">
                  <a:solidFill>
                    <a:schemeClr val="bg1"/>
                  </a:solidFill>
                  <a:latin typeface="Lucida Console" panose="020B0609040504020204" pitchFamily="49" charset="0"/>
                </a:rPr>
                <a:t>wireshark</a:t>
              </a:r>
              <a:r>
                <a:rPr lang="en-US" b="1" noProof="0" dirty="0">
                  <a:solidFill>
                    <a:schemeClr val="bg1"/>
                  </a:solidFill>
                  <a:latin typeface="Lucida Console" panose="020B0609040504020204" pitchFamily="49" charset="0"/>
                </a:rPr>
                <a:t> --add B</a:t>
              </a:r>
            </a:p>
          </p:txBody>
        </p:sp>
        <p:sp>
          <p:nvSpPr>
            <p:cNvPr id="33" name="Rectangle 5">
              <a:extLst>
                <a:ext uri="{FF2B5EF4-FFF2-40B4-BE49-F238E27FC236}">
                  <a16:creationId xmlns:a16="http://schemas.microsoft.com/office/drawing/2014/main" id="{059A51EC-24EC-09A8-A931-0C514F033872}"/>
                </a:ext>
              </a:extLst>
            </p:cNvPr>
            <p:cNvSpPr/>
            <p:nvPr/>
          </p:nvSpPr>
          <p:spPr>
            <a:xfrm>
              <a:off x="607480" y="2378845"/>
              <a:ext cx="10972800" cy="289449"/>
            </a:xfrm>
            <a:prstGeom prst="rect">
              <a:avLst/>
            </a:prstGeom>
            <a:solidFill>
              <a:srgbClr val="4472C4"/>
            </a:solidFill>
            <a:ln w="57150" cap="flat" cmpd="sng" algn="ctr">
              <a:solidFill>
                <a:srgbClr val="4472C4"/>
              </a:solidFill>
              <a:prstDash val="solid"/>
              <a:miter lim="800000"/>
            </a:ln>
            <a:effectLst>
              <a:outerShdw blurRad="50800" dist="25400" algn="l" rotWithShape="0">
                <a:prstClr val="black">
                  <a:alpha val="32000"/>
                </a:prstClr>
              </a:outerShdw>
            </a:effectLst>
          </p:spPr>
          <p:txBody>
            <a:bodyPr rtlCol="0" anchor="ctr"/>
            <a:lstStyle/>
            <a:p>
              <a:pPr algn="ctr" eaLnBrk="1" fontAlgn="auto" hangingPunct="1">
                <a:spcBef>
                  <a:spcPts val="0"/>
                </a:spcBef>
                <a:spcAft>
                  <a:spcPts val="0"/>
                </a:spcAft>
                <a:defRPr/>
              </a:pPr>
              <a:endParaRPr lang="en-US" kern="0" noProof="0" dirty="0">
                <a:solidFill>
                  <a:prstClr val="white"/>
                </a:solidFill>
                <a:latin typeface="Calibri" panose="020F0502020204030204"/>
              </a:endParaRPr>
            </a:p>
          </p:txBody>
        </p:sp>
        <p:grpSp>
          <p:nvGrpSpPr>
            <p:cNvPr id="34" name="Group 14">
              <a:extLst>
                <a:ext uri="{FF2B5EF4-FFF2-40B4-BE49-F238E27FC236}">
                  <a16:creationId xmlns:a16="http://schemas.microsoft.com/office/drawing/2014/main" id="{93CD761F-2706-D473-1E1E-99D04DF635BF}"/>
                </a:ext>
              </a:extLst>
            </p:cNvPr>
            <p:cNvGrpSpPr/>
            <p:nvPr/>
          </p:nvGrpSpPr>
          <p:grpSpPr>
            <a:xfrm>
              <a:off x="10920536" y="2466851"/>
              <a:ext cx="581348" cy="126235"/>
              <a:chOff x="8092857" y="2115830"/>
              <a:chExt cx="581348" cy="126235"/>
            </a:xfrm>
          </p:grpSpPr>
          <p:sp>
            <p:nvSpPr>
              <p:cNvPr id="37" name="Rectangle 15">
                <a:extLst>
                  <a:ext uri="{FF2B5EF4-FFF2-40B4-BE49-F238E27FC236}">
                    <a16:creationId xmlns:a16="http://schemas.microsoft.com/office/drawing/2014/main" id="{6C11FC76-01CB-87C6-EA82-F1EF789555C7}"/>
                  </a:ext>
                </a:extLst>
              </p:cNvPr>
              <p:cNvSpPr>
                <a:spLocks noChangeAspect="1"/>
              </p:cNvSpPr>
              <p:nvPr/>
            </p:nvSpPr>
            <p:spPr>
              <a:xfrm>
                <a:off x="8548205" y="2116065"/>
                <a:ext cx="126000" cy="126000"/>
              </a:xfrm>
              <a:prstGeom prst="rect">
                <a:avLst/>
              </a:prstGeom>
              <a:solidFill>
                <a:srgbClr val="FF0000">
                  <a:alpha val="50196"/>
                </a:srgbClr>
              </a:solidFill>
              <a:ln w="12700" cap="flat" cmpd="sng" algn="ctr">
                <a:solidFill>
                  <a:srgbClr val="4472C4">
                    <a:shade val="50000"/>
                  </a:srgbClr>
                </a:solidFill>
                <a:prstDash val="solid"/>
                <a:miter lim="800000"/>
              </a:ln>
              <a:effectLst/>
            </p:spPr>
            <p:txBody>
              <a:bodyPr rtlCol="0" anchor="ctr"/>
              <a:lstStyle/>
              <a:p>
                <a:pPr algn="ctr" eaLnBrk="1" fontAlgn="auto" hangingPunct="1">
                  <a:spcBef>
                    <a:spcPts val="0"/>
                  </a:spcBef>
                  <a:spcAft>
                    <a:spcPts val="0"/>
                  </a:spcAft>
                  <a:defRPr/>
                </a:pPr>
                <a:endParaRPr lang="en-US" kern="0" noProof="0" dirty="0">
                  <a:solidFill>
                    <a:prstClr val="white"/>
                  </a:solidFill>
                  <a:latin typeface="Calibri" panose="020F0502020204030204"/>
                </a:endParaRPr>
              </a:p>
            </p:txBody>
          </p:sp>
          <p:sp>
            <p:nvSpPr>
              <p:cNvPr id="38" name="Rectangle 16">
                <a:extLst>
                  <a:ext uri="{FF2B5EF4-FFF2-40B4-BE49-F238E27FC236}">
                    <a16:creationId xmlns:a16="http://schemas.microsoft.com/office/drawing/2014/main" id="{E2388118-C220-05C9-29AA-B1B9CB515DB1}"/>
                  </a:ext>
                </a:extLst>
              </p:cNvPr>
              <p:cNvSpPr>
                <a:spLocks noChangeAspect="1"/>
              </p:cNvSpPr>
              <p:nvPr/>
            </p:nvSpPr>
            <p:spPr>
              <a:xfrm>
                <a:off x="8092857" y="2115830"/>
                <a:ext cx="126235" cy="126235"/>
              </a:xfrm>
              <a:prstGeom prst="rect">
                <a:avLst/>
              </a:prstGeom>
              <a:solidFill>
                <a:srgbClr val="4472C4">
                  <a:lumMod val="60000"/>
                  <a:lumOff val="40000"/>
                </a:srgbClr>
              </a:solidFill>
              <a:ln w="12700" cap="flat" cmpd="sng" algn="ctr">
                <a:solidFill>
                  <a:srgbClr val="4472C4">
                    <a:shade val="50000"/>
                  </a:srgbClr>
                </a:solidFill>
                <a:prstDash val="solid"/>
                <a:miter lim="800000"/>
              </a:ln>
              <a:effectLst/>
            </p:spPr>
            <p:txBody>
              <a:bodyPr rtlCol="0" anchor="ctr"/>
              <a:lstStyle/>
              <a:p>
                <a:pPr algn="r" eaLnBrk="1" fontAlgn="auto" hangingPunct="1">
                  <a:spcBef>
                    <a:spcPts val="0"/>
                  </a:spcBef>
                  <a:spcAft>
                    <a:spcPts val="0"/>
                  </a:spcAft>
                  <a:defRPr/>
                </a:pPr>
                <a:endParaRPr lang="en-US" kern="0" noProof="0" dirty="0">
                  <a:solidFill>
                    <a:prstClr val="white"/>
                  </a:solidFill>
                  <a:latin typeface="Calibri" panose="020F0502020204030204"/>
                </a:endParaRPr>
              </a:p>
            </p:txBody>
          </p:sp>
          <p:sp>
            <p:nvSpPr>
              <p:cNvPr id="39" name="Rectangle 17">
                <a:extLst>
                  <a:ext uri="{FF2B5EF4-FFF2-40B4-BE49-F238E27FC236}">
                    <a16:creationId xmlns:a16="http://schemas.microsoft.com/office/drawing/2014/main" id="{747AF88A-25F8-40E6-3308-9590AC754119}"/>
                  </a:ext>
                </a:extLst>
              </p:cNvPr>
              <p:cNvSpPr>
                <a:spLocks noChangeAspect="1"/>
              </p:cNvSpPr>
              <p:nvPr/>
            </p:nvSpPr>
            <p:spPr>
              <a:xfrm>
                <a:off x="8320531" y="2115830"/>
                <a:ext cx="126235" cy="126235"/>
              </a:xfrm>
              <a:prstGeom prst="rect">
                <a:avLst/>
              </a:prstGeom>
              <a:solidFill>
                <a:srgbClr val="4472C4">
                  <a:lumMod val="60000"/>
                  <a:lumOff val="40000"/>
                </a:srgbClr>
              </a:solidFill>
              <a:ln w="12700" cap="flat" cmpd="sng" algn="ctr">
                <a:solidFill>
                  <a:srgbClr val="4472C4">
                    <a:shade val="50000"/>
                  </a:srgbClr>
                </a:solidFill>
                <a:prstDash val="solid"/>
                <a:miter lim="800000"/>
              </a:ln>
              <a:effectLst/>
            </p:spPr>
            <p:txBody>
              <a:bodyPr rtlCol="0" anchor="ctr"/>
              <a:lstStyle/>
              <a:p>
                <a:pPr algn="r" eaLnBrk="1" fontAlgn="auto" hangingPunct="1">
                  <a:spcBef>
                    <a:spcPts val="0"/>
                  </a:spcBef>
                  <a:spcAft>
                    <a:spcPts val="0"/>
                  </a:spcAft>
                  <a:defRPr/>
                </a:pPr>
                <a:endParaRPr lang="en-US" kern="0" noProof="0" dirty="0">
                  <a:solidFill>
                    <a:prstClr val="white"/>
                  </a:solidFill>
                  <a:latin typeface="Calibri" panose="020F0502020204030204"/>
                </a:endParaRPr>
              </a:p>
            </p:txBody>
          </p:sp>
        </p:grpSp>
      </p:grpSp>
    </p:spTree>
    <p:extLst>
      <p:ext uri="{BB962C8B-B14F-4D97-AF65-F5344CB8AC3E}">
        <p14:creationId xmlns:p14="http://schemas.microsoft.com/office/powerpoint/2010/main" val="118639516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Titolo 1">
            <a:extLst>
              <a:ext uri="{FF2B5EF4-FFF2-40B4-BE49-F238E27FC236}">
                <a16:creationId xmlns:a16="http://schemas.microsoft.com/office/drawing/2014/main" id="{633D7D6F-BDE8-F6E5-A601-6B96EDCD2338}"/>
              </a:ext>
            </a:extLst>
          </p:cNvPr>
          <p:cNvSpPr>
            <a:spLocks noGrp="1" noChangeArrowheads="1"/>
          </p:cNvSpPr>
          <p:nvPr>
            <p:ph type="title"/>
          </p:nvPr>
        </p:nvSpPr>
        <p:spPr/>
        <p:txBody>
          <a:bodyPr/>
          <a:lstStyle/>
          <a:p>
            <a:r>
              <a:rPr lang="en-US" noProof="0" dirty="0"/>
              <a:t>on pc2</a:t>
            </a:r>
          </a:p>
        </p:txBody>
      </p:sp>
      <p:sp>
        <p:nvSpPr>
          <p:cNvPr id="25603" name="Segnaposto contenuto 2">
            <a:extLst>
              <a:ext uri="{FF2B5EF4-FFF2-40B4-BE49-F238E27FC236}">
                <a16:creationId xmlns:a16="http://schemas.microsoft.com/office/drawing/2014/main" id="{1DC740A0-D38F-F586-C1EB-2B886DAF27E3}"/>
              </a:ext>
            </a:extLst>
          </p:cNvPr>
          <p:cNvSpPr>
            <a:spLocks noGrp="1" noChangeArrowheads="1"/>
          </p:cNvSpPr>
          <p:nvPr>
            <p:ph idx="1"/>
          </p:nvPr>
        </p:nvSpPr>
        <p:spPr/>
        <p:txBody>
          <a:bodyPr/>
          <a:lstStyle/>
          <a:p>
            <a:r>
              <a:rPr lang="en-US" noProof="0" dirty="0"/>
              <a:t>execute a ping command towards pc1 </a:t>
            </a:r>
          </a:p>
        </p:txBody>
      </p:sp>
      <p:sp>
        <p:nvSpPr>
          <p:cNvPr id="4" name="Segnaposto data 3">
            <a:extLst>
              <a:ext uri="{FF2B5EF4-FFF2-40B4-BE49-F238E27FC236}">
                <a16:creationId xmlns:a16="http://schemas.microsoft.com/office/drawing/2014/main" id="{6EB04D9C-67BA-2AE5-C0D6-6C13AF5F4A80}"/>
              </a:ext>
            </a:extLst>
          </p:cNvPr>
          <p:cNvSpPr>
            <a:spLocks noGrp="1"/>
          </p:cNvSpPr>
          <p:nvPr>
            <p:ph type="dt" sz="half" idx="10"/>
          </p:nvPr>
        </p:nvSpPr>
        <p:spPr/>
        <p:txBody>
          <a:bodyPr/>
          <a:lstStyle/>
          <a:p>
            <a:pPr>
              <a:defRPr/>
            </a:pPr>
            <a:r>
              <a:rPr lang="en-US" noProof="0"/>
              <a:t>last update: Oct 2026</a:t>
            </a:r>
            <a:endParaRPr lang="en-US" noProof="0" dirty="0"/>
          </a:p>
        </p:txBody>
      </p:sp>
      <p:sp>
        <p:nvSpPr>
          <p:cNvPr id="5" name="Segnaposto piè di pagina 4">
            <a:extLst>
              <a:ext uri="{FF2B5EF4-FFF2-40B4-BE49-F238E27FC236}">
                <a16:creationId xmlns:a16="http://schemas.microsoft.com/office/drawing/2014/main" id="{18C913AA-4B55-596E-FB50-3272ED259215}"/>
              </a:ext>
            </a:extLst>
          </p:cNvPr>
          <p:cNvSpPr>
            <a:spLocks noGrp="1"/>
          </p:cNvSpPr>
          <p:nvPr>
            <p:ph type="ftr" sz="quarter" idx="11"/>
          </p:nvPr>
        </p:nvSpPr>
        <p:spPr/>
        <p:txBody>
          <a:bodyPr/>
          <a:lstStyle/>
          <a:p>
            <a:pPr>
              <a:defRPr/>
            </a:pPr>
            <a:r>
              <a:rPr lang="en-US" noProof="0" dirty="0"/>
              <a:t>kathara – [ lab: basic-ipv4 ]</a:t>
            </a:r>
          </a:p>
        </p:txBody>
      </p:sp>
      <p:grpSp>
        <p:nvGrpSpPr>
          <p:cNvPr id="6" name="Group 1">
            <a:extLst>
              <a:ext uri="{FF2B5EF4-FFF2-40B4-BE49-F238E27FC236}">
                <a16:creationId xmlns:a16="http://schemas.microsoft.com/office/drawing/2014/main" id="{161D985A-233F-B26D-D64D-2D8E03838BF8}"/>
              </a:ext>
            </a:extLst>
          </p:cNvPr>
          <p:cNvGrpSpPr/>
          <p:nvPr/>
        </p:nvGrpSpPr>
        <p:grpSpPr>
          <a:xfrm>
            <a:off x="987993" y="2511556"/>
            <a:ext cx="10216014" cy="2532138"/>
            <a:chOff x="1364266" y="2378845"/>
            <a:chExt cx="10216014" cy="2532138"/>
          </a:xfrm>
        </p:grpSpPr>
        <p:sp>
          <p:nvSpPr>
            <p:cNvPr id="7" name="Rectangle 4">
              <a:extLst>
                <a:ext uri="{FF2B5EF4-FFF2-40B4-BE49-F238E27FC236}">
                  <a16:creationId xmlns:a16="http://schemas.microsoft.com/office/drawing/2014/main" id="{F0B87276-EE02-17B7-3370-3168133C8736}"/>
                </a:ext>
              </a:extLst>
            </p:cNvPr>
            <p:cNvSpPr/>
            <p:nvPr/>
          </p:nvSpPr>
          <p:spPr>
            <a:xfrm>
              <a:off x="1364266" y="2668295"/>
              <a:ext cx="10216014" cy="2242688"/>
            </a:xfrm>
            <a:prstGeom prst="rect">
              <a:avLst/>
            </a:prstGeom>
            <a:solidFill>
              <a:sysClr val="windowText" lastClr="000000"/>
            </a:solidFill>
            <a:ln w="57150" cap="flat" cmpd="sng" algn="ctr">
              <a:solidFill>
                <a:srgbClr val="4472C4"/>
              </a:solidFill>
              <a:prstDash val="solid"/>
              <a:miter lim="800000"/>
            </a:ln>
            <a:effectLst>
              <a:outerShdw blurRad="50800" dist="38100" dir="2700000" algn="tl" rotWithShape="0">
                <a:prstClr val="black">
                  <a:alpha val="40000"/>
                </a:prstClr>
              </a:outerShdw>
            </a:effectLst>
          </p:spPr>
          <p:txBody>
            <a:bodyPr rtlCol="0" anchor="t"/>
            <a:lstStyle/>
            <a:p>
              <a:pPr eaLnBrk="1" hangingPunct="1"/>
              <a:r>
                <a:rPr lang="en-US" noProof="0" dirty="0">
                  <a:solidFill>
                    <a:schemeClr val="bg2">
                      <a:lumMod val="60000"/>
                      <a:lumOff val="40000"/>
                    </a:schemeClr>
                  </a:solidFill>
                  <a:latin typeface="Lucida Console" panose="020B0609040504020204" pitchFamily="49" charset="0"/>
                </a:rPr>
                <a:t>root@pc2:/# </a:t>
              </a:r>
              <a:r>
                <a:rPr lang="en-US" b="1" noProof="0" dirty="0">
                  <a:solidFill>
                    <a:schemeClr val="bg1"/>
                  </a:solidFill>
                  <a:latin typeface="Lucida Console" panose="020B0609040504020204" pitchFamily="49" charset="0"/>
                </a:rPr>
                <a:t>ping 195.11.14.5</a:t>
              </a:r>
            </a:p>
            <a:p>
              <a:pPr eaLnBrk="1" hangingPunct="1"/>
              <a:r>
                <a:rPr lang="en-US" noProof="0" dirty="0">
                  <a:solidFill>
                    <a:schemeClr val="bg1"/>
                  </a:solidFill>
                  <a:latin typeface="Lucida Console" panose="020B0609040504020204" pitchFamily="49" charset="0"/>
                </a:rPr>
                <a:t>PING 195.11.14.5 (195.11.14.5) 56(84) bytes of data.</a:t>
              </a:r>
            </a:p>
            <a:p>
              <a:pPr eaLnBrk="1" hangingPunct="1"/>
              <a:r>
                <a:rPr lang="en-US" noProof="0" dirty="0">
                  <a:solidFill>
                    <a:schemeClr val="bg1"/>
                  </a:solidFill>
                  <a:latin typeface="Lucida Console" panose="020B0609040504020204" pitchFamily="49" charset="0"/>
                </a:rPr>
                <a:t>64 bytes from 195.11.14.5: </a:t>
              </a:r>
              <a:r>
                <a:rPr lang="en-US" noProof="0" dirty="0" err="1">
                  <a:solidFill>
                    <a:schemeClr val="bg1"/>
                  </a:solidFill>
                  <a:latin typeface="Lucida Console" panose="020B0609040504020204" pitchFamily="49" charset="0"/>
                </a:rPr>
                <a:t>icmp_seq</a:t>
              </a:r>
              <a:r>
                <a:rPr lang="en-US" noProof="0" dirty="0">
                  <a:solidFill>
                    <a:schemeClr val="bg1"/>
                  </a:solidFill>
                  <a:latin typeface="Lucida Console" panose="020B0609040504020204" pitchFamily="49" charset="0"/>
                </a:rPr>
                <a:t>=1 </a:t>
              </a:r>
              <a:r>
                <a:rPr lang="en-US" noProof="0" dirty="0" err="1">
                  <a:solidFill>
                    <a:schemeClr val="bg1"/>
                  </a:solidFill>
                  <a:latin typeface="Lucida Console" panose="020B0609040504020204" pitchFamily="49" charset="0"/>
                </a:rPr>
                <a:t>ttl</a:t>
              </a:r>
              <a:r>
                <a:rPr lang="en-US" noProof="0" dirty="0">
                  <a:solidFill>
                    <a:schemeClr val="bg1"/>
                  </a:solidFill>
                  <a:latin typeface="Lucida Console" panose="020B0609040504020204" pitchFamily="49" charset="0"/>
                </a:rPr>
                <a:t>=62 time=5.86 </a:t>
              </a:r>
              <a:r>
                <a:rPr lang="en-US" noProof="0" dirty="0" err="1">
                  <a:solidFill>
                    <a:schemeClr val="bg1"/>
                  </a:solidFill>
                  <a:latin typeface="Lucida Console" panose="020B0609040504020204" pitchFamily="49" charset="0"/>
                </a:rPr>
                <a:t>ms</a:t>
              </a:r>
              <a:endParaRPr lang="en-US" noProof="0" dirty="0">
                <a:solidFill>
                  <a:schemeClr val="bg1"/>
                </a:solidFill>
                <a:latin typeface="Lucida Console" panose="020B0609040504020204" pitchFamily="49" charset="0"/>
              </a:endParaRPr>
            </a:p>
            <a:p>
              <a:pPr eaLnBrk="1" hangingPunct="1"/>
              <a:r>
                <a:rPr lang="en-US" noProof="0" dirty="0">
                  <a:solidFill>
                    <a:schemeClr val="bg1"/>
                  </a:solidFill>
                  <a:latin typeface="Lucida Console" panose="020B0609040504020204" pitchFamily="49" charset="0"/>
                </a:rPr>
                <a:t>64 bytes from 195.11.14.5: </a:t>
              </a:r>
              <a:r>
                <a:rPr lang="en-US" noProof="0" dirty="0" err="1">
                  <a:solidFill>
                    <a:schemeClr val="bg1"/>
                  </a:solidFill>
                  <a:latin typeface="Lucida Console" panose="020B0609040504020204" pitchFamily="49" charset="0"/>
                </a:rPr>
                <a:t>icmp_seq</a:t>
              </a:r>
              <a:r>
                <a:rPr lang="en-US" noProof="0" dirty="0">
                  <a:solidFill>
                    <a:schemeClr val="bg1"/>
                  </a:solidFill>
                  <a:latin typeface="Lucida Console" panose="020B0609040504020204" pitchFamily="49" charset="0"/>
                </a:rPr>
                <a:t>=2 </a:t>
              </a:r>
              <a:r>
                <a:rPr lang="en-US" noProof="0" dirty="0" err="1">
                  <a:solidFill>
                    <a:schemeClr val="bg1"/>
                  </a:solidFill>
                  <a:latin typeface="Lucida Console" panose="020B0609040504020204" pitchFamily="49" charset="0"/>
                </a:rPr>
                <a:t>ttl</a:t>
              </a:r>
              <a:r>
                <a:rPr lang="en-US" noProof="0" dirty="0">
                  <a:solidFill>
                    <a:schemeClr val="bg1"/>
                  </a:solidFill>
                  <a:latin typeface="Lucida Console" panose="020B0609040504020204" pitchFamily="49" charset="0"/>
                </a:rPr>
                <a:t>=62 time=1.69 </a:t>
              </a:r>
              <a:r>
                <a:rPr lang="en-US" noProof="0" dirty="0" err="1">
                  <a:solidFill>
                    <a:schemeClr val="bg1"/>
                  </a:solidFill>
                  <a:latin typeface="Lucida Console" panose="020B0609040504020204" pitchFamily="49" charset="0"/>
                </a:rPr>
                <a:t>ms</a:t>
              </a:r>
              <a:endParaRPr lang="en-US" noProof="0" dirty="0">
                <a:solidFill>
                  <a:schemeClr val="bg1"/>
                </a:solidFill>
                <a:latin typeface="Lucida Console" panose="020B0609040504020204" pitchFamily="49" charset="0"/>
              </a:endParaRPr>
            </a:p>
            <a:p>
              <a:pPr eaLnBrk="1" hangingPunct="1"/>
              <a:r>
                <a:rPr lang="en-US" noProof="0" dirty="0">
                  <a:solidFill>
                    <a:schemeClr val="bg1"/>
                  </a:solidFill>
                  <a:latin typeface="Lucida Console" panose="020B0609040504020204" pitchFamily="49" charset="0"/>
                </a:rPr>
                <a:t>--- 195.11.14.5 ping statistics ---</a:t>
              </a:r>
            </a:p>
            <a:p>
              <a:pPr eaLnBrk="1" hangingPunct="1"/>
              <a:r>
                <a:rPr lang="en-US" noProof="0" dirty="0">
                  <a:solidFill>
                    <a:schemeClr val="bg1"/>
                  </a:solidFill>
                  <a:latin typeface="Lucida Console" panose="020B0609040504020204" pitchFamily="49" charset="0"/>
                </a:rPr>
                <a:t>2 packets transmitted, 2 received, 0% packet loss, time 1002ms</a:t>
              </a:r>
            </a:p>
            <a:p>
              <a:pPr eaLnBrk="1" hangingPunct="1"/>
              <a:r>
                <a:rPr lang="en-US" noProof="0" dirty="0" err="1">
                  <a:solidFill>
                    <a:schemeClr val="bg1"/>
                  </a:solidFill>
                  <a:latin typeface="Lucida Console" panose="020B0609040504020204" pitchFamily="49" charset="0"/>
                </a:rPr>
                <a:t>rtt</a:t>
              </a:r>
              <a:r>
                <a:rPr lang="en-US" noProof="0" dirty="0">
                  <a:solidFill>
                    <a:schemeClr val="bg1"/>
                  </a:solidFill>
                  <a:latin typeface="Lucida Console" panose="020B0609040504020204" pitchFamily="49" charset="0"/>
                </a:rPr>
                <a:t> min/avg/max/</a:t>
              </a:r>
              <a:r>
                <a:rPr lang="en-US" noProof="0" dirty="0" err="1">
                  <a:solidFill>
                    <a:schemeClr val="bg1"/>
                  </a:solidFill>
                  <a:latin typeface="Lucida Console" panose="020B0609040504020204" pitchFamily="49" charset="0"/>
                </a:rPr>
                <a:t>mdev</a:t>
              </a:r>
              <a:r>
                <a:rPr lang="en-US" noProof="0" dirty="0">
                  <a:solidFill>
                    <a:schemeClr val="bg1"/>
                  </a:solidFill>
                  <a:latin typeface="Lucida Console" panose="020B0609040504020204" pitchFamily="49" charset="0"/>
                </a:rPr>
                <a:t> = 1.688/3.771/5.855/2.083 </a:t>
              </a:r>
              <a:r>
                <a:rPr lang="en-US" noProof="0" dirty="0" err="1">
                  <a:solidFill>
                    <a:schemeClr val="bg1"/>
                  </a:solidFill>
                  <a:latin typeface="Lucida Console" panose="020B0609040504020204" pitchFamily="49" charset="0"/>
                </a:rPr>
                <a:t>ms</a:t>
              </a:r>
              <a:endParaRPr lang="en-US" noProof="0" dirty="0">
                <a:solidFill>
                  <a:schemeClr val="bg1"/>
                </a:solidFill>
                <a:latin typeface="Lucida Console" panose="020B0609040504020204" pitchFamily="49" charset="0"/>
              </a:endParaRPr>
            </a:p>
          </p:txBody>
        </p:sp>
        <p:sp>
          <p:nvSpPr>
            <p:cNvPr id="8" name="Rectangle 5">
              <a:extLst>
                <a:ext uri="{FF2B5EF4-FFF2-40B4-BE49-F238E27FC236}">
                  <a16:creationId xmlns:a16="http://schemas.microsoft.com/office/drawing/2014/main" id="{7AD1EB8D-4F6E-2852-D528-80016DA99004}"/>
                </a:ext>
              </a:extLst>
            </p:cNvPr>
            <p:cNvSpPr/>
            <p:nvPr/>
          </p:nvSpPr>
          <p:spPr>
            <a:xfrm>
              <a:off x="1364266" y="2378845"/>
              <a:ext cx="10216014" cy="286249"/>
            </a:xfrm>
            <a:prstGeom prst="rect">
              <a:avLst/>
            </a:prstGeom>
            <a:solidFill>
              <a:srgbClr val="4472C4"/>
            </a:solidFill>
            <a:ln w="57150" cap="flat" cmpd="sng" algn="ctr">
              <a:solidFill>
                <a:srgbClr val="4472C4"/>
              </a:solidFill>
              <a:prstDash val="solid"/>
              <a:miter lim="800000"/>
            </a:ln>
            <a:effectLst>
              <a:outerShdw blurRad="50800" dist="25400" algn="l" rotWithShape="0">
                <a:prstClr val="black">
                  <a:alpha val="32000"/>
                </a:prstClr>
              </a:outerShdw>
            </a:effectLst>
          </p:spPr>
          <p:txBody>
            <a:bodyPr rtlCol="0" anchor="ctr"/>
            <a:lstStyle/>
            <a:p>
              <a:pPr algn="ctr" eaLnBrk="1" fontAlgn="auto" hangingPunct="1">
                <a:spcBef>
                  <a:spcPts val="0"/>
                </a:spcBef>
                <a:spcAft>
                  <a:spcPts val="0"/>
                </a:spcAft>
                <a:defRPr/>
              </a:pPr>
              <a:r>
                <a:rPr lang="en-US" kern="0" noProof="0" dirty="0">
                  <a:solidFill>
                    <a:prstClr val="white"/>
                  </a:solidFill>
                  <a:latin typeface="Calibri" panose="020F0502020204030204"/>
                </a:rPr>
                <a:t>pc2</a:t>
              </a:r>
            </a:p>
          </p:txBody>
        </p:sp>
        <p:grpSp>
          <p:nvGrpSpPr>
            <p:cNvPr id="9" name="Group 14">
              <a:extLst>
                <a:ext uri="{FF2B5EF4-FFF2-40B4-BE49-F238E27FC236}">
                  <a16:creationId xmlns:a16="http://schemas.microsoft.com/office/drawing/2014/main" id="{23BD7D5B-DED5-C257-5995-DA18CAFD1791}"/>
                </a:ext>
              </a:extLst>
            </p:cNvPr>
            <p:cNvGrpSpPr/>
            <p:nvPr/>
          </p:nvGrpSpPr>
          <p:grpSpPr>
            <a:xfrm>
              <a:off x="10920536" y="2466851"/>
              <a:ext cx="581348" cy="126235"/>
              <a:chOff x="8092857" y="2115830"/>
              <a:chExt cx="581348" cy="126235"/>
            </a:xfrm>
          </p:grpSpPr>
          <p:sp>
            <p:nvSpPr>
              <p:cNvPr id="10" name="Rectangle 15">
                <a:extLst>
                  <a:ext uri="{FF2B5EF4-FFF2-40B4-BE49-F238E27FC236}">
                    <a16:creationId xmlns:a16="http://schemas.microsoft.com/office/drawing/2014/main" id="{F1BD07D4-1F7B-2116-384A-6E0A40061B96}"/>
                  </a:ext>
                </a:extLst>
              </p:cNvPr>
              <p:cNvSpPr>
                <a:spLocks noChangeAspect="1"/>
              </p:cNvSpPr>
              <p:nvPr/>
            </p:nvSpPr>
            <p:spPr>
              <a:xfrm>
                <a:off x="8548205" y="2116065"/>
                <a:ext cx="126000" cy="126000"/>
              </a:xfrm>
              <a:prstGeom prst="rect">
                <a:avLst/>
              </a:prstGeom>
              <a:solidFill>
                <a:srgbClr val="FF0000">
                  <a:alpha val="50196"/>
                </a:srgbClr>
              </a:solidFill>
              <a:ln w="12700" cap="flat" cmpd="sng" algn="ctr">
                <a:solidFill>
                  <a:srgbClr val="4472C4">
                    <a:shade val="50000"/>
                  </a:srgbClr>
                </a:solidFill>
                <a:prstDash val="solid"/>
                <a:miter lim="800000"/>
              </a:ln>
              <a:effectLst/>
            </p:spPr>
            <p:txBody>
              <a:bodyPr rtlCol="0" anchor="ctr"/>
              <a:lstStyle/>
              <a:p>
                <a:pPr algn="ctr" eaLnBrk="1" fontAlgn="auto" hangingPunct="1">
                  <a:spcBef>
                    <a:spcPts val="0"/>
                  </a:spcBef>
                  <a:spcAft>
                    <a:spcPts val="0"/>
                  </a:spcAft>
                  <a:defRPr/>
                </a:pPr>
                <a:endParaRPr lang="en-US" kern="0" noProof="0" dirty="0">
                  <a:solidFill>
                    <a:prstClr val="white"/>
                  </a:solidFill>
                  <a:latin typeface="Calibri" panose="020F0502020204030204"/>
                </a:endParaRPr>
              </a:p>
            </p:txBody>
          </p:sp>
          <p:sp>
            <p:nvSpPr>
              <p:cNvPr id="11" name="Rectangle 16">
                <a:extLst>
                  <a:ext uri="{FF2B5EF4-FFF2-40B4-BE49-F238E27FC236}">
                    <a16:creationId xmlns:a16="http://schemas.microsoft.com/office/drawing/2014/main" id="{C4C02BE1-4F2E-8194-AACD-ED9A5984CC4E}"/>
                  </a:ext>
                </a:extLst>
              </p:cNvPr>
              <p:cNvSpPr>
                <a:spLocks noChangeAspect="1"/>
              </p:cNvSpPr>
              <p:nvPr/>
            </p:nvSpPr>
            <p:spPr>
              <a:xfrm>
                <a:off x="8092857" y="2115830"/>
                <a:ext cx="126235" cy="126235"/>
              </a:xfrm>
              <a:prstGeom prst="rect">
                <a:avLst/>
              </a:prstGeom>
              <a:solidFill>
                <a:srgbClr val="4472C4">
                  <a:lumMod val="60000"/>
                  <a:lumOff val="40000"/>
                </a:srgbClr>
              </a:solidFill>
              <a:ln w="12700" cap="flat" cmpd="sng" algn="ctr">
                <a:solidFill>
                  <a:srgbClr val="4472C4">
                    <a:shade val="50000"/>
                  </a:srgbClr>
                </a:solidFill>
                <a:prstDash val="solid"/>
                <a:miter lim="800000"/>
              </a:ln>
              <a:effectLst/>
            </p:spPr>
            <p:txBody>
              <a:bodyPr rtlCol="0" anchor="ctr"/>
              <a:lstStyle/>
              <a:p>
                <a:pPr algn="r" eaLnBrk="1" fontAlgn="auto" hangingPunct="1">
                  <a:spcBef>
                    <a:spcPts val="0"/>
                  </a:spcBef>
                  <a:spcAft>
                    <a:spcPts val="0"/>
                  </a:spcAft>
                  <a:defRPr/>
                </a:pPr>
                <a:endParaRPr lang="en-US" kern="0" noProof="0" dirty="0">
                  <a:solidFill>
                    <a:prstClr val="white"/>
                  </a:solidFill>
                  <a:latin typeface="Calibri" panose="020F0502020204030204"/>
                </a:endParaRPr>
              </a:p>
            </p:txBody>
          </p:sp>
          <p:sp>
            <p:nvSpPr>
              <p:cNvPr id="12" name="Rectangle 17">
                <a:extLst>
                  <a:ext uri="{FF2B5EF4-FFF2-40B4-BE49-F238E27FC236}">
                    <a16:creationId xmlns:a16="http://schemas.microsoft.com/office/drawing/2014/main" id="{3AC3874A-6D85-9C42-28F6-61E49DB74788}"/>
                  </a:ext>
                </a:extLst>
              </p:cNvPr>
              <p:cNvSpPr>
                <a:spLocks noChangeAspect="1"/>
              </p:cNvSpPr>
              <p:nvPr/>
            </p:nvSpPr>
            <p:spPr>
              <a:xfrm>
                <a:off x="8320531" y="2115830"/>
                <a:ext cx="126235" cy="126235"/>
              </a:xfrm>
              <a:prstGeom prst="rect">
                <a:avLst/>
              </a:prstGeom>
              <a:solidFill>
                <a:srgbClr val="4472C4">
                  <a:lumMod val="60000"/>
                  <a:lumOff val="40000"/>
                </a:srgbClr>
              </a:solidFill>
              <a:ln w="12700" cap="flat" cmpd="sng" algn="ctr">
                <a:solidFill>
                  <a:srgbClr val="4472C4">
                    <a:shade val="50000"/>
                  </a:srgbClr>
                </a:solidFill>
                <a:prstDash val="solid"/>
                <a:miter lim="800000"/>
              </a:ln>
              <a:effectLst/>
            </p:spPr>
            <p:txBody>
              <a:bodyPr rtlCol="0" anchor="ctr"/>
              <a:lstStyle/>
              <a:p>
                <a:pPr algn="r" eaLnBrk="1" fontAlgn="auto" hangingPunct="1">
                  <a:spcBef>
                    <a:spcPts val="0"/>
                  </a:spcBef>
                  <a:spcAft>
                    <a:spcPts val="0"/>
                  </a:spcAft>
                  <a:defRPr/>
                </a:pPr>
                <a:endParaRPr lang="en-US" kern="0" noProof="0" dirty="0">
                  <a:solidFill>
                    <a:prstClr val="white"/>
                  </a:solidFill>
                  <a:latin typeface="Calibri" panose="020F0502020204030204"/>
                </a:endParaRPr>
              </a:p>
            </p:txBody>
          </p:sp>
        </p:grpSp>
      </p:grpSp>
    </p:spTree>
    <p:extLst>
      <p:ext uri="{BB962C8B-B14F-4D97-AF65-F5344CB8AC3E}">
        <p14:creationId xmlns:p14="http://schemas.microsoft.com/office/powerpoint/2010/main" val="145331808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8" name="Rectangle 2">
            <a:extLst>
              <a:ext uri="{FF2B5EF4-FFF2-40B4-BE49-F238E27FC236}">
                <a16:creationId xmlns:a16="http://schemas.microsoft.com/office/drawing/2014/main" id="{385FC81B-AAEB-16BD-F586-47C94E58E568}"/>
              </a:ext>
            </a:extLst>
          </p:cNvPr>
          <p:cNvSpPr>
            <a:spLocks noGrp="1" noChangeArrowheads="1"/>
          </p:cNvSpPr>
          <p:nvPr>
            <p:ph type="title"/>
          </p:nvPr>
        </p:nvSpPr>
        <p:spPr/>
        <p:txBody>
          <a:bodyPr/>
          <a:lstStyle/>
          <a:p>
            <a:pPr eaLnBrk="1" hangingPunct="1"/>
            <a:r>
              <a:rPr lang="en-US" noProof="0" dirty="0"/>
              <a:t>inspecting the </a:t>
            </a:r>
            <a:r>
              <a:rPr lang="en-US" noProof="0" dirty="0" err="1"/>
              <a:t>arp</a:t>
            </a:r>
            <a:r>
              <a:rPr lang="en-US" noProof="0" dirty="0"/>
              <a:t> cache</a:t>
            </a:r>
            <a:br>
              <a:rPr lang="en-US" noProof="0" dirty="0"/>
            </a:br>
            <a:r>
              <a:rPr lang="en-US" sz="4000" noProof="0" dirty="0"/>
              <a:t>(non local traffic)</a:t>
            </a:r>
          </a:p>
        </p:txBody>
      </p:sp>
      <p:sp>
        <p:nvSpPr>
          <p:cNvPr id="44" name="Segnaposto data 2">
            <a:extLst>
              <a:ext uri="{FF2B5EF4-FFF2-40B4-BE49-F238E27FC236}">
                <a16:creationId xmlns:a16="http://schemas.microsoft.com/office/drawing/2014/main" id="{8320D44D-E52C-34EA-792E-2A903DDDB99B}"/>
              </a:ext>
            </a:extLst>
          </p:cNvPr>
          <p:cNvSpPr>
            <a:spLocks noGrp="1"/>
          </p:cNvSpPr>
          <p:nvPr>
            <p:ph type="dt" sz="half" idx="10"/>
          </p:nvPr>
        </p:nvSpPr>
        <p:spPr/>
        <p:txBody>
          <a:bodyPr/>
          <a:lstStyle/>
          <a:p>
            <a:pPr>
              <a:defRPr/>
            </a:pPr>
            <a:r>
              <a:rPr lang="en-US" noProof="0"/>
              <a:t>last update: Oct 2026</a:t>
            </a:r>
            <a:endParaRPr lang="en-US" noProof="0" dirty="0"/>
          </a:p>
        </p:txBody>
      </p:sp>
      <p:sp>
        <p:nvSpPr>
          <p:cNvPr id="45" name="Segnaposto piè di pagina 3">
            <a:extLst>
              <a:ext uri="{FF2B5EF4-FFF2-40B4-BE49-F238E27FC236}">
                <a16:creationId xmlns:a16="http://schemas.microsoft.com/office/drawing/2014/main" id="{F89ED0C8-6CD8-45BB-522C-AFCF2C649FEB}"/>
              </a:ext>
            </a:extLst>
          </p:cNvPr>
          <p:cNvSpPr>
            <a:spLocks noGrp="1"/>
          </p:cNvSpPr>
          <p:nvPr>
            <p:ph type="ftr" sz="quarter" idx="11"/>
          </p:nvPr>
        </p:nvSpPr>
        <p:spPr/>
        <p:txBody>
          <a:bodyPr/>
          <a:lstStyle/>
          <a:p>
            <a:pPr>
              <a:defRPr/>
            </a:pPr>
            <a:r>
              <a:rPr lang="en-US" noProof="0" dirty="0"/>
              <a:t>kathara – [ lab: basic-ipv4 ]</a:t>
            </a:r>
          </a:p>
        </p:txBody>
      </p:sp>
      <p:sp>
        <p:nvSpPr>
          <p:cNvPr id="26629" name="Line 3">
            <a:extLst>
              <a:ext uri="{FF2B5EF4-FFF2-40B4-BE49-F238E27FC236}">
                <a16:creationId xmlns:a16="http://schemas.microsoft.com/office/drawing/2014/main" id="{5CD62241-C281-5556-293F-519DE99A10B2}"/>
              </a:ext>
            </a:extLst>
          </p:cNvPr>
          <p:cNvSpPr>
            <a:spLocks noChangeShapeType="1"/>
          </p:cNvSpPr>
          <p:nvPr/>
        </p:nvSpPr>
        <p:spPr bwMode="auto">
          <a:xfrm>
            <a:off x="8061325" y="3927481"/>
            <a:ext cx="0" cy="93027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noProof="0" dirty="0"/>
          </a:p>
        </p:txBody>
      </p:sp>
      <p:sp>
        <p:nvSpPr>
          <p:cNvPr id="26630" name="Line 4">
            <a:extLst>
              <a:ext uri="{FF2B5EF4-FFF2-40B4-BE49-F238E27FC236}">
                <a16:creationId xmlns:a16="http://schemas.microsoft.com/office/drawing/2014/main" id="{E6915F8F-5668-4D55-5AD9-774B1A8E628D}"/>
              </a:ext>
            </a:extLst>
          </p:cNvPr>
          <p:cNvSpPr>
            <a:spLocks noChangeShapeType="1"/>
          </p:cNvSpPr>
          <p:nvPr/>
        </p:nvSpPr>
        <p:spPr bwMode="auto">
          <a:xfrm flipH="1">
            <a:off x="4327525" y="5391150"/>
            <a:ext cx="3125788"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noProof="0" dirty="0"/>
          </a:p>
        </p:txBody>
      </p:sp>
      <p:sp>
        <p:nvSpPr>
          <p:cNvPr id="26631" name="Text Box 5">
            <a:extLst>
              <a:ext uri="{FF2B5EF4-FFF2-40B4-BE49-F238E27FC236}">
                <a16:creationId xmlns:a16="http://schemas.microsoft.com/office/drawing/2014/main" id="{84A639C7-9E15-9E20-4C67-D05F0545B59B}"/>
              </a:ext>
            </a:extLst>
          </p:cNvPr>
          <p:cNvSpPr txBox="1">
            <a:spLocks noChangeArrowheads="1"/>
          </p:cNvSpPr>
          <p:nvPr/>
        </p:nvSpPr>
        <p:spPr bwMode="auto">
          <a:xfrm>
            <a:off x="4078288" y="3576644"/>
            <a:ext cx="465192"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tx2"/>
              </a:buClr>
              <a:buSzPct val="7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a:spcBef>
                <a:spcPct val="0"/>
              </a:spcBef>
              <a:buClrTx/>
              <a:buSzTx/>
              <a:buFontTx/>
              <a:buNone/>
            </a:pPr>
            <a:r>
              <a:rPr lang="en-US" b="1" noProof="0" dirty="0">
                <a:solidFill>
                  <a:schemeClr val="accent1"/>
                </a:solidFill>
              </a:rPr>
              <a:t>A</a:t>
            </a:r>
            <a:endParaRPr lang="en-US" sz="2000" noProof="0" dirty="0">
              <a:solidFill>
                <a:schemeClr val="accent1"/>
              </a:solidFill>
            </a:endParaRPr>
          </a:p>
        </p:txBody>
      </p:sp>
      <p:sp>
        <p:nvSpPr>
          <p:cNvPr id="26632" name="Line 6">
            <a:extLst>
              <a:ext uri="{FF2B5EF4-FFF2-40B4-BE49-F238E27FC236}">
                <a16:creationId xmlns:a16="http://schemas.microsoft.com/office/drawing/2014/main" id="{7FE856DA-C9CC-A4C9-7CFF-4CBC1D9BAEC2}"/>
              </a:ext>
            </a:extLst>
          </p:cNvPr>
          <p:cNvSpPr>
            <a:spLocks noChangeShapeType="1"/>
          </p:cNvSpPr>
          <p:nvPr/>
        </p:nvSpPr>
        <p:spPr bwMode="auto">
          <a:xfrm>
            <a:off x="3565525" y="3927482"/>
            <a:ext cx="0" cy="85407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noProof="0" dirty="0"/>
          </a:p>
        </p:txBody>
      </p:sp>
      <p:sp>
        <p:nvSpPr>
          <p:cNvPr id="26633" name="Rectangle 7">
            <a:extLst>
              <a:ext uri="{FF2B5EF4-FFF2-40B4-BE49-F238E27FC236}">
                <a16:creationId xmlns:a16="http://schemas.microsoft.com/office/drawing/2014/main" id="{9980FA5E-7128-8A8B-40ED-E19CF8A0EEBD}"/>
              </a:ext>
            </a:extLst>
          </p:cNvPr>
          <p:cNvSpPr>
            <a:spLocks noChangeArrowheads="1"/>
          </p:cNvSpPr>
          <p:nvPr/>
        </p:nvSpPr>
        <p:spPr bwMode="auto">
          <a:xfrm>
            <a:off x="3260726" y="5086350"/>
            <a:ext cx="674688" cy="609600"/>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tx2"/>
              </a:buClr>
              <a:buSzPct val="7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algn="ctr">
              <a:spcBef>
                <a:spcPct val="0"/>
              </a:spcBef>
              <a:buClrTx/>
              <a:buSzTx/>
              <a:buFontTx/>
              <a:buNone/>
            </a:pPr>
            <a:r>
              <a:rPr lang="en-US" sz="2000" b="1" noProof="0" dirty="0"/>
              <a:t>r1</a:t>
            </a:r>
            <a:endParaRPr lang="en-US" sz="2400" noProof="0" dirty="0"/>
          </a:p>
        </p:txBody>
      </p:sp>
      <p:sp>
        <p:nvSpPr>
          <p:cNvPr id="26634" name="Rectangle 8">
            <a:extLst>
              <a:ext uri="{FF2B5EF4-FFF2-40B4-BE49-F238E27FC236}">
                <a16:creationId xmlns:a16="http://schemas.microsoft.com/office/drawing/2014/main" id="{FBADC78F-A348-65A3-89D1-1E21C61123EF}"/>
              </a:ext>
            </a:extLst>
          </p:cNvPr>
          <p:cNvSpPr>
            <a:spLocks noChangeArrowheads="1"/>
          </p:cNvSpPr>
          <p:nvPr/>
        </p:nvSpPr>
        <p:spPr bwMode="auto">
          <a:xfrm>
            <a:off x="7758120" y="5086350"/>
            <a:ext cx="695325" cy="609600"/>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tx2"/>
              </a:buClr>
              <a:buSzPct val="7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algn="ctr">
              <a:spcBef>
                <a:spcPct val="0"/>
              </a:spcBef>
              <a:buClrTx/>
              <a:buSzTx/>
              <a:buFontTx/>
              <a:buNone/>
            </a:pPr>
            <a:r>
              <a:rPr lang="en-US" sz="2000" b="1" noProof="0" dirty="0"/>
              <a:t>r2</a:t>
            </a:r>
            <a:endParaRPr lang="en-US" sz="2400" noProof="0" dirty="0"/>
          </a:p>
        </p:txBody>
      </p:sp>
      <p:pic>
        <p:nvPicPr>
          <p:cNvPr id="26635" name="Picture 9" descr="scheda-su">
            <a:extLst>
              <a:ext uri="{FF2B5EF4-FFF2-40B4-BE49-F238E27FC236}">
                <a16:creationId xmlns:a16="http://schemas.microsoft.com/office/drawing/2014/main" id="{BC513297-A2F4-7E0B-63E1-B11AAD3419D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413125" y="4603750"/>
            <a:ext cx="331788" cy="558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6636" name="Picture 10" descr="scheda-su">
            <a:extLst>
              <a:ext uri="{FF2B5EF4-FFF2-40B4-BE49-F238E27FC236}">
                <a16:creationId xmlns:a16="http://schemas.microsoft.com/office/drawing/2014/main" id="{33DB26E9-6165-C4C6-3C51-9C148336AF8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908925" y="4629150"/>
            <a:ext cx="331788" cy="558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6637" name="Line 11">
            <a:extLst>
              <a:ext uri="{FF2B5EF4-FFF2-40B4-BE49-F238E27FC236}">
                <a16:creationId xmlns:a16="http://schemas.microsoft.com/office/drawing/2014/main" id="{F2A01618-1374-E84D-A2B0-E6F63AA4BCE6}"/>
              </a:ext>
            </a:extLst>
          </p:cNvPr>
          <p:cNvSpPr>
            <a:spLocks noChangeShapeType="1"/>
          </p:cNvSpPr>
          <p:nvPr/>
        </p:nvSpPr>
        <p:spPr bwMode="auto">
          <a:xfrm flipH="1">
            <a:off x="2805113" y="3927475"/>
            <a:ext cx="1293812"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noProof="0" dirty="0"/>
          </a:p>
        </p:txBody>
      </p:sp>
      <p:pic>
        <p:nvPicPr>
          <p:cNvPr id="26638" name="Picture 12" descr="scheda-right">
            <a:extLst>
              <a:ext uri="{FF2B5EF4-FFF2-40B4-BE49-F238E27FC236}">
                <a16:creationId xmlns:a16="http://schemas.microsoft.com/office/drawing/2014/main" id="{89FA679D-35D8-649A-0FAC-EF62E9FBBAA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870325" y="5238751"/>
            <a:ext cx="533400" cy="317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6639" name="Text Box 13">
            <a:extLst>
              <a:ext uri="{FF2B5EF4-FFF2-40B4-BE49-F238E27FC236}">
                <a16:creationId xmlns:a16="http://schemas.microsoft.com/office/drawing/2014/main" id="{DBC7C571-9EB5-65C9-764E-536E08150406}"/>
              </a:ext>
            </a:extLst>
          </p:cNvPr>
          <p:cNvSpPr txBox="1">
            <a:spLocks noChangeArrowheads="1"/>
          </p:cNvSpPr>
          <p:nvPr/>
        </p:nvSpPr>
        <p:spPr bwMode="auto">
          <a:xfrm>
            <a:off x="6561138" y="3622680"/>
            <a:ext cx="458780"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tx2"/>
              </a:buClr>
              <a:buSzPct val="7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a:spcBef>
                <a:spcPct val="0"/>
              </a:spcBef>
              <a:buClrTx/>
              <a:buSzTx/>
              <a:buFontTx/>
              <a:buNone/>
            </a:pPr>
            <a:r>
              <a:rPr lang="en-US" b="1" noProof="0" dirty="0">
                <a:solidFill>
                  <a:schemeClr val="accent1"/>
                </a:solidFill>
              </a:rPr>
              <a:t>C</a:t>
            </a:r>
            <a:endParaRPr lang="en-US" noProof="0" dirty="0">
              <a:solidFill>
                <a:schemeClr val="accent1"/>
              </a:solidFill>
            </a:endParaRPr>
          </a:p>
        </p:txBody>
      </p:sp>
      <p:sp>
        <p:nvSpPr>
          <p:cNvPr id="26640" name="Line 14">
            <a:extLst>
              <a:ext uri="{FF2B5EF4-FFF2-40B4-BE49-F238E27FC236}">
                <a16:creationId xmlns:a16="http://schemas.microsoft.com/office/drawing/2014/main" id="{57A62472-E5BF-C5C0-A191-B3C0DD2AA8B7}"/>
              </a:ext>
            </a:extLst>
          </p:cNvPr>
          <p:cNvSpPr>
            <a:spLocks noChangeShapeType="1"/>
          </p:cNvSpPr>
          <p:nvPr/>
        </p:nvSpPr>
        <p:spPr bwMode="auto">
          <a:xfrm flipH="1">
            <a:off x="6994526" y="3927475"/>
            <a:ext cx="2819400"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noProof="0" dirty="0"/>
          </a:p>
        </p:txBody>
      </p:sp>
      <p:sp>
        <p:nvSpPr>
          <p:cNvPr id="26641" name="Text Box 15">
            <a:extLst>
              <a:ext uri="{FF2B5EF4-FFF2-40B4-BE49-F238E27FC236}">
                <a16:creationId xmlns:a16="http://schemas.microsoft.com/office/drawing/2014/main" id="{5B82B77A-DF4A-5744-C534-4027BBC778A8}"/>
              </a:ext>
            </a:extLst>
          </p:cNvPr>
          <p:cNvSpPr txBox="1">
            <a:spLocks noChangeArrowheads="1"/>
          </p:cNvSpPr>
          <p:nvPr/>
        </p:nvSpPr>
        <p:spPr bwMode="auto">
          <a:xfrm>
            <a:off x="5622925" y="4765680"/>
            <a:ext cx="466794"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tx2"/>
              </a:buClr>
              <a:buSzPct val="7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a:spcBef>
                <a:spcPct val="0"/>
              </a:spcBef>
              <a:buClrTx/>
              <a:buSzTx/>
              <a:buFontTx/>
              <a:buNone/>
            </a:pPr>
            <a:r>
              <a:rPr lang="en-US" b="1" noProof="0" dirty="0">
                <a:solidFill>
                  <a:schemeClr val="accent1"/>
                </a:solidFill>
              </a:rPr>
              <a:t>B</a:t>
            </a:r>
            <a:endParaRPr lang="en-US" sz="2000" noProof="0" dirty="0">
              <a:solidFill>
                <a:schemeClr val="accent1"/>
              </a:solidFill>
            </a:endParaRPr>
          </a:p>
        </p:txBody>
      </p:sp>
      <p:pic>
        <p:nvPicPr>
          <p:cNvPr id="26642" name="Picture 16" descr="scheda">
            <a:extLst>
              <a:ext uri="{FF2B5EF4-FFF2-40B4-BE49-F238E27FC236}">
                <a16:creationId xmlns:a16="http://schemas.microsoft.com/office/drawing/2014/main" id="{1EE4383B-3D18-3ED3-4907-DCCF3B000C8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299325" y="5254625"/>
            <a:ext cx="533400" cy="317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6643" name="Rectangle 17">
            <a:extLst>
              <a:ext uri="{FF2B5EF4-FFF2-40B4-BE49-F238E27FC236}">
                <a16:creationId xmlns:a16="http://schemas.microsoft.com/office/drawing/2014/main" id="{23E77B63-F3FC-F5EF-A5EF-9690D8831CAF}"/>
              </a:ext>
            </a:extLst>
          </p:cNvPr>
          <p:cNvSpPr>
            <a:spLocks noChangeArrowheads="1"/>
          </p:cNvSpPr>
          <p:nvPr/>
        </p:nvSpPr>
        <p:spPr bwMode="auto">
          <a:xfrm>
            <a:off x="2879726" y="2060577"/>
            <a:ext cx="674688" cy="609600"/>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tx2"/>
              </a:buClr>
              <a:buSzPct val="7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algn="ctr">
              <a:spcBef>
                <a:spcPct val="0"/>
              </a:spcBef>
              <a:buClrTx/>
              <a:buSzTx/>
              <a:buFontTx/>
              <a:buNone/>
            </a:pPr>
            <a:r>
              <a:rPr lang="en-US" sz="2000" b="1" noProof="0" dirty="0"/>
              <a:t>pc1</a:t>
            </a:r>
            <a:endParaRPr lang="en-US" sz="2400" noProof="0" dirty="0"/>
          </a:p>
        </p:txBody>
      </p:sp>
      <p:sp>
        <p:nvSpPr>
          <p:cNvPr id="26644" name="Rectangle 18">
            <a:extLst>
              <a:ext uri="{FF2B5EF4-FFF2-40B4-BE49-F238E27FC236}">
                <a16:creationId xmlns:a16="http://schemas.microsoft.com/office/drawing/2014/main" id="{FDEFBF5B-179D-F55F-FE3C-1B30E29C43B0}"/>
              </a:ext>
            </a:extLst>
          </p:cNvPr>
          <p:cNvSpPr>
            <a:spLocks noChangeArrowheads="1"/>
          </p:cNvSpPr>
          <p:nvPr/>
        </p:nvSpPr>
        <p:spPr bwMode="auto">
          <a:xfrm>
            <a:off x="7146925" y="2098676"/>
            <a:ext cx="674688" cy="609600"/>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tx2"/>
              </a:buClr>
              <a:buSzPct val="7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algn="ctr">
              <a:spcBef>
                <a:spcPct val="0"/>
              </a:spcBef>
              <a:buClrTx/>
              <a:buSzTx/>
              <a:buFontTx/>
              <a:buNone/>
            </a:pPr>
            <a:r>
              <a:rPr lang="en-US" sz="2000" b="1" noProof="0" dirty="0"/>
              <a:t>pc2</a:t>
            </a:r>
            <a:endParaRPr lang="en-US" sz="2400" noProof="0" dirty="0"/>
          </a:p>
        </p:txBody>
      </p:sp>
      <p:pic>
        <p:nvPicPr>
          <p:cNvPr id="26645" name="Picture 19" descr="scheda-giu">
            <a:extLst>
              <a:ext uri="{FF2B5EF4-FFF2-40B4-BE49-F238E27FC236}">
                <a16:creationId xmlns:a16="http://schemas.microsoft.com/office/drawing/2014/main" id="{0C44F89E-2C5E-434D-0DC7-FF540AEA9294}"/>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299325" y="2606675"/>
            <a:ext cx="331788" cy="558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6646" name="Picture 20" descr="scheda-giu">
            <a:extLst>
              <a:ext uri="{FF2B5EF4-FFF2-40B4-BE49-F238E27FC236}">
                <a16:creationId xmlns:a16="http://schemas.microsoft.com/office/drawing/2014/main" id="{B8DA2EF4-DB27-903A-14AB-B842D045B1DD}"/>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032125" y="2606675"/>
            <a:ext cx="331788" cy="558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6647" name="Line 21">
            <a:extLst>
              <a:ext uri="{FF2B5EF4-FFF2-40B4-BE49-F238E27FC236}">
                <a16:creationId xmlns:a16="http://schemas.microsoft.com/office/drawing/2014/main" id="{FF21FF5A-BE3A-B34E-7F85-7563AC6377DC}"/>
              </a:ext>
            </a:extLst>
          </p:cNvPr>
          <p:cNvSpPr>
            <a:spLocks noChangeShapeType="1"/>
          </p:cNvSpPr>
          <p:nvPr/>
        </p:nvSpPr>
        <p:spPr bwMode="auto">
          <a:xfrm>
            <a:off x="3184525" y="3165475"/>
            <a:ext cx="0" cy="7620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noProof="0" dirty="0"/>
          </a:p>
        </p:txBody>
      </p:sp>
      <p:sp>
        <p:nvSpPr>
          <p:cNvPr id="26648" name="Line 22">
            <a:extLst>
              <a:ext uri="{FF2B5EF4-FFF2-40B4-BE49-F238E27FC236}">
                <a16:creationId xmlns:a16="http://schemas.microsoft.com/office/drawing/2014/main" id="{1D67573C-3D1C-A854-4AF7-4AAB7D73316F}"/>
              </a:ext>
            </a:extLst>
          </p:cNvPr>
          <p:cNvSpPr>
            <a:spLocks noChangeShapeType="1"/>
          </p:cNvSpPr>
          <p:nvPr/>
        </p:nvSpPr>
        <p:spPr bwMode="auto">
          <a:xfrm>
            <a:off x="7453313" y="3165475"/>
            <a:ext cx="0" cy="7620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noProof="0" dirty="0"/>
          </a:p>
        </p:txBody>
      </p:sp>
      <p:sp>
        <p:nvSpPr>
          <p:cNvPr id="26649" name="Text Box 23">
            <a:extLst>
              <a:ext uri="{FF2B5EF4-FFF2-40B4-BE49-F238E27FC236}">
                <a16:creationId xmlns:a16="http://schemas.microsoft.com/office/drawing/2014/main" id="{982F351C-330D-67A0-7835-DA378E960996}"/>
              </a:ext>
            </a:extLst>
          </p:cNvPr>
          <p:cNvSpPr txBox="1">
            <a:spLocks noChangeArrowheads="1"/>
          </p:cNvSpPr>
          <p:nvPr/>
        </p:nvSpPr>
        <p:spPr bwMode="auto">
          <a:xfrm>
            <a:off x="3416307" y="2708279"/>
            <a:ext cx="688009"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tx2"/>
              </a:buClr>
              <a:buSzPct val="7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a:spcBef>
                <a:spcPct val="0"/>
              </a:spcBef>
              <a:buClrTx/>
              <a:buSzTx/>
              <a:buFontTx/>
              <a:buNone/>
            </a:pPr>
            <a:r>
              <a:rPr lang="en-US" sz="2000" noProof="0" dirty="0"/>
              <a:t>eth0</a:t>
            </a:r>
          </a:p>
        </p:txBody>
      </p:sp>
      <p:sp>
        <p:nvSpPr>
          <p:cNvPr id="26650" name="Text Box 24">
            <a:extLst>
              <a:ext uri="{FF2B5EF4-FFF2-40B4-BE49-F238E27FC236}">
                <a16:creationId xmlns:a16="http://schemas.microsoft.com/office/drawing/2014/main" id="{E98AA4C3-7082-A95D-22BA-A59D6D6926CE}"/>
              </a:ext>
            </a:extLst>
          </p:cNvPr>
          <p:cNvSpPr txBox="1">
            <a:spLocks noChangeArrowheads="1"/>
          </p:cNvSpPr>
          <p:nvPr/>
        </p:nvSpPr>
        <p:spPr bwMode="auto">
          <a:xfrm>
            <a:off x="6584957" y="2736853"/>
            <a:ext cx="688009"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tx2"/>
              </a:buClr>
              <a:buSzPct val="7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a:spcBef>
                <a:spcPct val="0"/>
              </a:spcBef>
              <a:buClrTx/>
              <a:buSzTx/>
              <a:buFontTx/>
              <a:buNone/>
            </a:pPr>
            <a:r>
              <a:rPr lang="en-US" sz="2000" noProof="0" dirty="0"/>
              <a:t>eth0</a:t>
            </a:r>
          </a:p>
        </p:txBody>
      </p:sp>
      <p:sp>
        <p:nvSpPr>
          <p:cNvPr id="26651" name="Text Box 25">
            <a:extLst>
              <a:ext uri="{FF2B5EF4-FFF2-40B4-BE49-F238E27FC236}">
                <a16:creationId xmlns:a16="http://schemas.microsoft.com/office/drawing/2014/main" id="{2D88C49C-C8D7-4C8A-3C77-4679FFF14B71}"/>
              </a:ext>
            </a:extLst>
          </p:cNvPr>
          <p:cNvSpPr txBox="1">
            <a:spLocks noChangeArrowheads="1"/>
          </p:cNvSpPr>
          <p:nvPr/>
        </p:nvSpPr>
        <p:spPr bwMode="auto">
          <a:xfrm>
            <a:off x="2727332" y="4664077"/>
            <a:ext cx="688009"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tx2"/>
              </a:buClr>
              <a:buSzPct val="7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a:spcBef>
                <a:spcPct val="0"/>
              </a:spcBef>
              <a:buClrTx/>
              <a:buSzTx/>
              <a:buFontTx/>
              <a:buNone/>
            </a:pPr>
            <a:r>
              <a:rPr lang="en-US" sz="2000" noProof="0" dirty="0"/>
              <a:t>eth0</a:t>
            </a:r>
          </a:p>
        </p:txBody>
      </p:sp>
      <p:sp>
        <p:nvSpPr>
          <p:cNvPr id="26652" name="Text Box 26">
            <a:extLst>
              <a:ext uri="{FF2B5EF4-FFF2-40B4-BE49-F238E27FC236}">
                <a16:creationId xmlns:a16="http://schemas.microsoft.com/office/drawing/2014/main" id="{47C0E4A3-F03A-A412-B538-2D5EF88C82BB}"/>
              </a:ext>
            </a:extLst>
          </p:cNvPr>
          <p:cNvSpPr txBox="1">
            <a:spLocks noChangeArrowheads="1"/>
          </p:cNvSpPr>
          <p:nvPr/>
        </p:nvSpPr>
        <p:spPr bwMode="auto">
          <a:xfrm>
            <a:off x="7124707" y="5511803"/>
            <a:ext cx="688009"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tx2"/>
              </a:buClr>
              <a:buSzPct val="7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a:spcBef>
                <a:spcPct val="0"/>
              </a:spcBef>
              <a:buClrTx/>
              <a:buSzTx/>
              <a:buFontTx/>
              <a:buNone/>
            </a:pPr>
            <a:r>
              <a:rPr lang="en-US" sz="2000" noProof="0" dirty="0"/>
              <a:t>eth1</a:t>
            </a:r>
          </a:p>
        </p:txBody>
      </p:sp>
      <p:sp>
        <p:nvSpPr>
          <p:cNvPr id="26653" name="Text Box 27">
            <a:extLst>
              <a:ext uri="{FF2B5EF4-FFF2-40B4-BE49-F238E27FC236}">
                <a16:creationId xmlns:a16="http://schemas.microsoft.com/office/drawing/2014/main" id="{0D6491F2-D9A2-15E3-8B6C-2B906F354811}"/>
              </a:ext>
            </a:extLst>
          </p:cNvPr>
          <p:cNvSpPr txBox="1">
            <a:spLocks noChangeArrowheads="1"/>
          </p:cNvSpPr>
          <p:nvPr/>
        </p:nvSpPr>
        <p:spPr bwMode="auto">
          <a:xfrm>
            <a:off x="3946532" y="5511803"/>
            <a:ext cx="688009"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tx2"/>
              </a:buClr>
              <a:buSzPct val="7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a:spcBef>
                <a:spcPct val="0"/>
              </a:spcBef>
              <a:buClrTx/>
              <a:buSzTx/>
              <a:buFontTx/>
              <a:buNone/>
            </a:pPr>
            <a:r>
              <a:rPr lang="en-US" sz="2000" noProof="0" dirty="0"/>
              <a:t>eth1</a:t>
            </a:r>
          </a:p>
        </p:txBody>
      </p:sp>
      <p:sp>
        <p:nvSpPr>
          <p:cNvPr id="26654" name="Text Box 28">
            <a:extLst>
              <a:ext uri="{FF2B5EF4-FFF2-40B4-BE49-F238E27FC236}">
                <a16:creationId xmlns:a16="http://schemas.microsoft.com/office/drawing/2014/main" id="{EEB30661-DEAD-957B-79BB-EE0A8D15C91C}"/>
              </a:ext>
            </a:extLst>
          </p:cNvPr>
          <p:cNvSpPr txBox="1">
            <a:spLocks noChangeArrowheads="1"/>
          </p:cNvSpPr>
          <p:nvPr/>
        </p:nvSpPr>
        <p:spPr bwMode="auto">
          <a:xfrm>
            <a:off x="8240720" y="4673602"/>
            <a:ext cx="688009"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tx2"/>
              </a:buClr>
              <a:buSzPct val="7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a:spcBef>
                <a:spcPct val="0"/>
              </a:spcBef>
              <a:buClrTx/>
              <a:buSzTx/>
              <a:buFontTx/>
              <a:buNone/>
            </a:pPr>
            <a:r>
              <a:rPr lang="en-US" sz="2000" noProof="0" dirty="0"/>
              <a:t>eth0</a:t>
            </a:r>
          </a:p>
        </p:txBody>
      </p:sp>
      <p:sp>
        <p:nvSpPr>
          <p:cNvPr id="26655" name="Text Box 29">
            <a:extLst>
              <a:ext uri="{FF2B5EF4-FFF2-40B4-BE49-F238E27FC236}">
                <a16:creationId xmlns:a16="http://schemas.microsoft.com/office/drawing/2014/main" id="{A397A72E-652E-BA67-445C-06501EEABD30}"/>
              </a:ext>
            </a:extLst>
          </p:cNvPr>
          <p:cNvSpPr txBox="1">
            <a:spLocks noChangeArrowheads="1"/>
          </p:cNvSpPr>
          <p:nvPr/>
        </p:nvSpPr>
        <p:spPr bwMode="auto">
          <a:xfrm>
            <a:off x="1599216" y="4003677"/>
            <a:ext cx="1905393" cy="400110"/>
          </a:xfrm>
          <a:prstGeom prst="rect">
            <a:avLst/>
          </a:prstGeom>
          <a:solidFill>
            <a:srgbClr val="FFFFC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tx2"/>
              </a:buClr>
              <a:buSzPct val="7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algn="ctr">
              <a:spcBef>
                <a:spcPct val="0"/>
              </a:spcBef>
              <a:buClrTx/>
              <a:buSzTx/>
              <a:buFontTx/>
              <a:buNone/>
            </a:pPr>
            <a:r>
              <a:rPr lang="en-US" sz="2000" noProof="0" dirty="0"/>
              <a:t>195.11.14.0/24</a:t>
            </a:r>
          </a:p>
        </p:txBody>
      </p:sp>
      <p:sp>
        <p:nvSpPr>
          <p:cNvPr id="26656" name="Text Box 30">
            <a:extLst>
              <a:ext uri="{FF2B5EF4-FFF2-40B4-BE49-F238E27FC236}">
                <a16:creationId xmlns:a16="http://schemas.microsoft.com/office/drawing/2014/main" id="{CE31921C-333B-A67E-F4C6-DCE2C64AD6D7}"/>
              </a:ext>
            </a:extLst>
          </p:cNvPr>
          <p:cNvSpPr txBox="1">
            <a:spLocks noChangeArrowheads="1"/>
          </p:cNvSpPr>
          <p:nvPr/>
        </p:nvSpPr>
        <p:spPr bwMode="auto">
          <a:xfrm>
            <a:off x="8198549" y="3978275"/>
            <a:ext cx="1628972" cy="400110"/>
          </a:xfrm>
          <a:prstGeom prst="rect">
            <a:avLst/>
          </a:prstGeom>
          <a:solidFill>
            <a:srgbClr val="FFFFC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tx2"/>
              </a:buClr>
              <a:buSzPct val="7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algn="ctr">
              <a:spcBef>
                <a:spcPct val="0"/>
              </a:spcBef>
              <a:buClrTx/>
              <a:buSzTx/>
              <a:buFontTx/>
              <a:buNone/>
            </a:pPr>
            <a:r>
              <a:rPr lang="en-US" sz="2000" noProof="0" dirty="0"/>
              <a:t>200.1.1.0/24</a:t>
            </a:r>
          </a:p>
        </p:txBody>
      </p:sp>
      <p:sp>
        <p:nvSpPr>
          <p:cNvPr id="26657" name="Text Box 31">
            <a:extLst>
              <a:ext uri="{FF2B5EF4-FFF2-40B4-BE49-F238E27FC236}">
                <a16:creationId xmlns:a16="http://schemas.microsoft.com/office/drawing/2014/main" id="{6B69E9FC-706C-283C-E2B7-17C551FFA898}"/>
              </a:ext>
            </a:extLst>
          </p:cNvPr>
          <p:cNvSpPr txBox="1">
            <a:spLocks noChangeArrowheads="1"/>
          </p:cNvSpPr>
          <p:nvPr/>
        </p:nvSpPr>
        <p:spPr bwMode="auto">
          <a:xfrm>
            <a:off x="5089529" y="5451477"/>
            <a:ext cx="1628972" cy="400110"/>
          </a:xfrm>
          <a:prstGeom prst="rect">
            <a:avLst/>
          </a:prstGeom>
          <a:solidFill>
            <a:srgbClr val="FFFFC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tx2"/>
              </a:buClr>
              <a:buSzPct val="7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a:spcBef>
                <a:spcPct val="0"/>
              </a:spcBef>
              <a:buClrTx/>
              <a:buSzTx/>
              <a:buFontTx/>
              <a:buNone/>
            </a:pPr>
            <a:r>
              <a:rPr lang="en-US" sz="2000" noProof="0" dirty="0"/>
              <a:t>100.0.0.8/30</a:t>
            </a:r>
          </a:p>
        </p:txBody>
      </p:sp>
      <p:sp>
        <p:nvSpPr>
          <p:cNvPr id="26658" name="Text Box 32">
            <a:extLst>
              <a:ext uri="{FF2B5EF4-FFF2-40B4-BE49-F238E27FC236}">
                <a16:creationId xmlns:a16="http://schemas.microsoft.com/office/drawing/2014/main" id="{432A7982-7D46-A949-ABA8-4F7F98B9A38F}"/>
              </a:ext>
            </a:extLst>
          </p:cNvPr>
          <p:cNvSpPr txBox="1">
            <a:spLocks noChangeArrowheads="1"/>
          </p:cNvSpPr>
          <p:nvPr/>
        </p:nvSpPr>
        <p:spPr bwMode="auto">
          <a:xfrm>
            <a:off x="4087303" y="2665414"/>
            <a:ext cx="401072" cy="400110"/>
          </a:xfrm>
          <a:prstGeom prst="rect">
            <a:avLst/>
          </a:prstGeom>
          <a:solidFill>
            <a:srgbClr val="FFFFC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tx2"/>
              </a:buClr>
              <a:buSzPct val="7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algn="ctr">
              <a:spcBef>
                <a:spcPct val="0"/>
              </a:spcBef>
              <a:buClrTx/>
              <a:buSzTx/>
              <a:buFontTx/>
              <a:buNone/>
            </a:pPr>
            <a:r>
              <a:rPr lang="en-US" sz="2000" noProof="0" dirty="0"/>
              <a:t>.5</a:t>
            </a:r>
          </a:p>
        </p:txBody>
      </p:sp>
      <p:sp>
        <p:nvSpPr>
          <p:cNvPr id="26659" name="Text Box 33">
            <a:extLst>
              <a:ext uri="{FF2B5EF4-FFF2-40B4-BE49-F238E27FC236}">
                <a16:creationId xmlns:a16="http://schemas.microsoft.com/office/drawing/2014/main" id="{ADF65E31-82B6-31C1-05E8-ADB05222F586}"/>
              </a:ext>
            </a:extLst>
          </p:cNvPr>
          <p:cNvSpPr txBox="1">
            <a:spLocks noChangeArrowheads="1"/>
          </p:cNvSpPr>
          <p:nvPr/>
        </p:nvSpPr>
        <p:spPr bwMode="auto">
          <a:xfrm>
            <a:off x="6158895" y="2736852"/>
            <a:ext cx="394916" cy="400110"/>
          </a:xfrm>
          <a:prstGeom prst="rect">
            <a:avLst/>
          </a:prstGeom>
          <a:solidFill>
            <a:srgbClr val="FFFFC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tx2"/>
              </a:buClr>
              <a:buSzPct val="7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algn="ctr">
              <a:spcBef>
                <a:spcPct val="0"/>
              </a:spcBef>
              <a:buClrTx/>
              <a:buSzTx/>
              <a:buFontTx/>
              <a:buNone/>
            </a:pPr>
            <a:r>
              <a:rPr lang="en-US" sz="2000" noProof="0" dirty="0"/>
              <a:t>.7</a:t>
            </a:r>
          </a:p>
        </p:txBody>
      </p:sp>
      <p:sp>
        <p:nvSpPr>
          <p:cNvPr id="26660" name="Text Box 34">
            <a:extLst>
              <a:ext uri="{FF2B5EF4-FFF2-40B4-BE49-F238E27FC236}">
                <a16:creationId xmlns:a16="http://schemas.microsoft.com/office/drawing/2014/main" id="{66B9C448-797D-7114-3D7D-AD9A59F7A4E8}"/>
              </a:ext>
            </a:extLst>
          </p:cNvPr>
          <p:cNvSpPr txBox="1">
            <a:spLocks noChangeArrowheads="1"/>
          </p:cNvSpPr>
          <p:nvPr/>
        </p:nvSpPr>
        <p:spPr bwMode="auto">
          <a:xfrm>
            <a:off x="8922035" y="4681540"/>
            <a:ext cx="401072" cy="400110"/>
          </a:xfrm>
          <a:prstGeom prst="rect">
            <a:avLst/>
          </a:prstGeom>
          <a:solidFill>
            <a:srgbClr val="FFFFC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tx2"/>
              </a:buClr>
              <a:buSzPct val="7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algn="ctr">
              <a:spcBef>
                <a:spcPct val="0"/>
              </a:spcBef>
              <a:buClrTx/>
              <a:buSzTx/>
              <a:buFontTx/>
              <a:buNone/>
            </a:pPr>
            <a:r>
              <a:rPr lang="en-US" sz="2000" noProof="0" dirty="0"/>
              <a:t>.1</a:t>
            </a:r>
          </a:p>
        </p:txBody>
      </p:sp>
      <p:sp>
        <p:nvSpPr>
          <p:cNvPr id="26661" name="Text Box 35">
            <a:extLst>
              <a:ext uri="{FF2B5EF4-FFF2-40B4-BE49-F238E27FC236}">
                <a16:creationId xmlns:a16="http://schemas.microsoft.com/office/drawing/2014/main" id="{2D29CCD8-3AD7-FCFB-BCC2-E8B73879763E}"/>
              </a:ext>
            </a:extLst>
          </p:cNvPr>
          <p:cNvSpPr txBox="1">
            <a:spLocks noChangeArrowheads="1"/>
          </p:cNvSpPr>
          <p:nvPr/>
        </p:nvSpPr>
        <p:spPr bwMode="auto">
          <a:xfrm>
            <a:off x="2338674" y="4681540"/>
            <a:ext cx="401072" cy="400110"/>
          </a:xfrm>
          <a:prstGeom prst="rect">
            <a:avLst/>
          </a:prstGeom>
          <a:solidFill>
            <a:srgbClr val="FFFFC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tx2"/>
              </a:buClr>
              <a:buSzPct val="7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algn="ctr">
              <a:spcBef>
                <a:spcPct val="0"/>
              </a:spcBef>
              <a:buClrTx/>
              <a:buSzTx/>
              <a:buFontTx/>
              <a:buNone/>
            </a:pPr>
            <a:r>
              <a:rPr lang="en-US" sz="2000" noProof="0" dirty="0"/>
              <a:t>.1</a:t>
            </a:r>
          </a:p>
        </p:txBody>
      </p:sp>
      <p:sp>
        <p:nvSpPr>
          <p:cNvPr id="26662" name="Text Box 36">
            <a:extLst>
              <a:ext uri="{FF2B5EF4-FFF2-40B4-BE49-F238E27FC236}">
                <a16:creationId xmlns:a16="http://schemas.microsoft.com/office/drawing/2014/main" id="{0576457B-494F-4552-947C-C9F1448D2E81}"/>
              </a:ext>
            </a:extLst>
          </p:cNvPr>
          <p:cNvSpPr txBox="1">
            <a:spLocks noChangeArrowheads="1"/>
          </p:cNvSpPr>
          <p:nvPr/>
        </p:nvSpPr>
        <p:spPr bwMode="auto">
          <a:xfrm>
            <a:off x="4015074" y="5908675"/>
            <a:ext cx="401072" cy="400110"/>
          </a:xfrm>
          <a:prstGeom prst="rect">
            <a:avLst/>
          </a:prstGeom>
          <a:solidFill>
            <a:srgbClr val="FFFFC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tx2"/>
              </a:buClr>
              <a:buSzPct val="7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algn="ctr">
              <a:spcBef>
                <a:spcPct val="0"/>
              </a:spcBef>
              <a:buClrTx/>
              <a:buSzTx/>
              <a:buFontTx/>
              <a:buNone/>
            </a:pPr>
            <a:r>
              <a:rPr lang="en-US" sz="2000" noProof="0" dirty="0"/>
              <a:t>.9</a:t>
            </a:r>
          </a:p>
        </p:txBody>
      </p:sp>
      <p:sp>
        <p:nvSpPr>
          <p:cNvPr id="26663" name="Text Box 37">
            <a:extLst>
              <a:ext uri="{FF2B5EF4-FFF2-40B4-BE49-F238E27FC236}">
                <a16:creationId xmlns:a16="http://schemas.microsoft.com/office/drawing/2014/main" id="{E5AE5965-2F83-698F-6045-71BEFD315794}"/>
              </a:ext>
            </a:extLst>
          </p:cNvPr>
          <p:cNvSpPr txBox="1">
            <a:spLocks noChangeArrowheads="1"/>
          </p:cNvSpPr>
          <p:nvPr/>
        </p:nvSpPr>
        <p:spPr bwMode="auto">
          <a:xfrm>
            <a:off x="7144952" y="5908675"/>
            <a:ext cx="540533" cy="400110"/>
          </a:xfrm>
          <a:prstGeom prst="rect">
            <a:avLst/>
          </a:prstGeom>
          <a:solidFill>
            <a:srgbClr val="FFFFC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tx2"/>
              </a:buClr>
              <a:buSzPct val="7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algn="ctr">
              <a:spcBef>
                <a:spcPct val="0"/>
              </a:spcBef>
              <a:buClrTx/>
              <a:buSzTx/>
              <a:buFontTx/>
              <a:buNone/>
            </a:pPr>
            <a:r>
              <a:rPr lang="en-US" sz="2000" noProof="0" dirty="0"/>
              <a:t>.10</a:t>
            </a:r>
          </a:p>
        </p:txBody>
      </p:sp>
      <p:sp>
        <p:nvSpPr>
          <p:cNvPr id="26664" name="Rectangle 38">
            <a:extLst>
              <a:ext uri="{FF2B5EF4-FFF2-40B4-BE49-F238E27FC236}">
                <a16:creationId xmlns:a16="http://schemas.microsoft.com/office/drawing/2014/main" id="{81C305E0-B7D8-05E9-9F3E-18145EA39808}"/>
              </a:ext>
            </a:extLst>
          </p:cNvPr>
          <p:cNvSpPr>
            <a:spLocks noChangeArrowheads="1"/>
          </p:cNvSpPr>
          <p:nvPr/>
        </p:nvSpPr>
        <p:spPr bwMode="auto">
          <a:xfrm>
            <a:off x="8975725" y="2098676"/>
            <a:ext cx="674688" cy="609600"/>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tx2"/>
              </a:buClr>
              <a:buSzPct val="7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algn="ctr">
              <a:spcBef>
                <a:spcPct val="0"/>
              </a:spcBef>
              <a:buClrTx/>
              <a:buSzTx/>
              <a:buFontTx/>
              <a:buNone/>
            </a:pPr>
            <a:r>
              <a:rPr lang="en-US" sz="2000" b="1" noProof="0" dirty="0"/>
              <a:t>pc3</a:t>
            </a:r>
            <a:endParaRPr lang="en-US" sz="2400" noProof="0" dirty="0"/>
          </a:p>
        </p:txBody>
      </p:sp>
      <p:pic>
        <p:nvPicPr>
          <p:cNvPr id="26665" name="Picture 39" descr="scheda-giu">
            <a:extLst>
              <a:ext uri="{FF2B5EF4-FFF2-40B4-BE49-F238E27FC236}">
                <a16:creationId xmlns:a16="http://schemas.microsoft.com/office/drawing/2014/main" id="{97D940BF-5E97-D166-BE36-66CFBF673A07}"/>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128125" y="2606675"/>
            <a:ext cx="331788" cy="558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6666" name="Line 40">
            <a:extLst>
              <a:ext uri="{FF2B5EF4-FFF2-40B4-BE49-F238E27FC236}">
                <a16:creationId xmlns:a16="http://schemas.microsoft.com/office/drawing/2014/main" id="{4C834071-3B31-327F-E967-9E64C1565791}"/>
              </a:ext>
            </a:extLst>
          </p:cNvPr>
          <p:cNvSpPr>
            <a:spLocks noChangeShapeType="1"/>
          </p:cNvSpPr>
          <p:nvPr/>
        </p:nvSpPr>
        <p:spPr bwMode="auto">
          <a:xfrm>
            <a:off x="9280525" y="3165475"/>
            <a:ext cx="0" cy="7620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noProof="0" dirty="0"/>
          </a:p>
        </p:txBody>
      </p:sp>
      <p:sp>
        <p:nvSpPr>
          <p:cNvPr id="26667" name="Text Box 41">
            <a:extLst>
              <a:ext uri="{FF2B5EF4-FFF2-40B4-BE49-F238E27FC236}">
                <a16:creationId xmlns:a16="http://schemas.microsoft.com/office/drawing/2014/main" id="{58E317AB-63E3-529C-27EE-FCEBFFD62CB8}"/>
              </a:ext>
            </a:extLst>
          </p:cNvPr>
          <p:cNvSpPr txBox="1">
            <a:spLocks noChangeArrowheads="1"/>
          </p:cNvSpPr>
          <p:nvPr/>
        </p:nvSpPr>
        <p:spPr bwMode="auto">
          <a:xfrm>
            <a:off x="9509132" y="2784477"/>
            <a:ext cx="688009"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tx2"/>
              </a:buClr>
              <a:buSzPct val="7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a:spcBef>
                <a:spcPct val="0"/>
              </a:spcBef>
              <a:buClrTx/>
              <a:buSzTx/>
              <a:buFontTx/>
              <a:buNone/>
            </a:pPr>
            <a:r>
              <a:rPr lang="en-US" sz="2000" noProof="0" dirty="0"/>
              <a:t>eth0</a:t>
            </a:r>
          </a:p>
        </p:txBody>
      </p:sp>
      <p:sp>
        <p:nvSpPr>
          <p:cNvPr id="26668" name="Text Box 42">
            <a:extLst>
              <a:ext uri="{FF2B5EF4-FFF2-40B4-BE49-F238E27FC236}">
                <a16:creationId xmlns:a16="http://schemas.microsoft.com/office/drawing/2014/main" id="{25869C18-636E-EFA0-356D-4BF776B560DE}"/>
              </a:ext>
            </a:extLst>
          </p:cNvPr>
          <p:cNvSpPr txBox="1">
            <a:spLocks noChangeArrowheads="1"/>
          </p:cNvSpPr>
          <p:nvPr/>
        </p:nvSpPr>
        <p:spPr bwMode="auto">
          <a:xfrm>
            <a:off x="10187274" y="2736852"/>
            <a:ext cx="401072" cy="400110"/>
          </a:xfrm>
          <a:prstGeom prst="rect">
            <a:avLst/>
          </a:prstGeom>
          <a:solidFill>
            <a:srgbClr val="FFFFC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tx2"/>
              </a:buClr>
              <a:buSzPct val="7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algn="ctr">
              <a:spcBef>
                <a:spcPct val="0"/>
              </a:spcBef>
              <a:buClrTx/>
              <a:buSzTx/>
              <a:buFontTx/>
              <a:buNone/>
            </a:pPr>
            <a:r>
              <a:rPr lang="en-US" sz="2000" noProof="0" dirty="0"/>
              <a:t>.3</a:t>
            </a:r>
          </a:p>
        </p:txBody>
      </p:sp>
      <p:sp>
        <p:nvSpPr>
          <p:cNvPr id="26669" name="Freeform 43">
            <a:extLst>
              <a:ext uri="{FF2B5EF4-FFF2-40B4-BE49-F238E27FC236}">
                <a16:creationId xmlns:a16="http://schemas.microsoft.com/office/drawing/2014/main" id="{47A8F469-6974-2DD7-A0A9-B4FFA0CBBED5}"/>
              </a:ext>
            </a:extLst>
          </p:cNvPr>
          <p:cNvSpPr>
            <a:spLocks/>
          </p:cNvSpPr>
          <p:nvPr/>
        </p:nvSpPr>
        <p:spPr bwMode="auto">
          <a:xfrm>
            <a:off x="3489333" y="2665415"/>
            <a:ext cx="4419583" cy="2630426"/>
          </a:xfrm>
          <a:custGeom>
            <a:avLst/>
            <a:gdLst>
              <a:gd name="T0" fmla="*/ 2147483646 w 2718"/>
              <a:gd name="T1" fmla="*/ 0 h 1545"/>
              <a:gd name="T2" fmla="*/ 2147483646 w 2718"/>
              <a:gd name="T3" fmla="*/ 2147483646 h 1545"/>
              <a:gd name="T4" fmla="*/ 2147483646 w 2718"/>
              <a:gd name="T5" fmla="*/ 2147483646 h 1545"/>
              <a:gd name="T6" fmla="*/ 2147483646 w 2718"/>
              <a:gd name="T7" fmla="*/ 2147483646 h 1545"/>
              <a:gd name="T8" fmla="*/ 2147483646 w 2718"/>
              <a:gd name="T9" fmla="*/ 2147483646 h 1545"/>
              <a:gd name="T10" fmla="*/ 2147483646 w 2718"/>
              <a:gd name="T11" fmla="*/ 2147483646 h 1545"/>
              <a:gd name="T12" fmla="*/ 0 w 2718"/>
              <a:gd name="T13" fmla="*/ 2147483646 h 1545"/>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2718" h="1545">
                <a:moveTo>
                  <a:pt x="2631" y="0"/>
                </a:moveTo>
                <a:cubicBezTo>
                  <a:pt x="2638" y="89"/>
                  <a:pt x="2671" y="354"/>
                  <a:pt x="2673" y="536"/>
                </a:cubicBezTo>
                <a:cubicBezTo>
                  <a:pt x="2675" y="718"/>
                  <a:pt x="2718" y="935"/>
                  <a:pt x="2644" y="1093"/>
                </a:cubicBezTo>
                <a:cubicBezTo>
                  <a:pt x="2570" y="1251"/>
                  <a:pt x="2581" y="1427"/>
                  <a:pt x="2231" y="1486"/>
                </a:cubicBezTo>
                <a:cubicBezTo>
                  <a:pt x="1881" y="1545"/>
                  <a:pt x="894" y="1537"/>
                  <a:pt x="542" y="1448"/>
                </a:cubicBezTo>
                <a:cubicBezTo>
                  <a:pt x="190" y="1359"/>
                  <a:pt x="209" y="1145"/>
                  <a:pt x="119" y="949"/>
                </a:cubicBezTo>
                <a:cubicBezTo>
                  <a:pt x="29" y="753"/>
                  <a:pt x="25" y="413"/>
                  <a:pt x="0" y="272"/>
                </a:cubicBezTo>
              </a:path>
            </a:pathLst>
          </a:custGeom>
          <a:noFill/>
          <a:ln w="57150" cap="flat" cmpd="sng">
            <a:solidFill>
              <a:schemeClr val="accent1"/>
            </a:solidFill>
            <a:prstDash val="solid"/>
            <a:round/>
            <a:headEnd type="none" w="lg" len="lg"/>
            <a:tailEnd type="triangle" w="lg"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000" tIns="46800" rIns="90000" bIns="46800">
            <a:spAutoFit/>
          </a:bodyPr>
          <a:lstStyle/>
          <a:p>
            <a:endParaRPr lang="en-US" noProof="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3" name="Rectangle 2">
            <a:extLst>
              <a:ext uri="{FF2B5EF4-FFF2-40B4-BE49-F238E27FC236}">
                <a16:creationId xmlns:a16="http://schemas.microsoft.com/office/drawing/2014/main" id="{55C45E03-5159-FEE8-E566-25BE67511105}"/>
              </a:ext>
            </a:extLst>
          </p:cNvPr>
          <p:cNvSpPr>
            <a:spLocks noGrp="1" noChangeArrowheads="1"/>
          </p:cNvSpPr>
          <p:nvPr>
            <p:ph type="title"/>
          </p:nvPr>
        </p:nvSpPr>
        <p:spPr/>
        <p:txBody>
          <a:bodyPr/>
          <a:lstStyle/>
          <a:p>
            <a:pPr eaLnBrk="1" hangingPunct="1"/>
            <a:r>
              <a:rPr lang="en-US" noProof="0" dirty="0"/>
              <a:t>inspecting the </a:t>
            </a:r>
            <a:r>
              <a:rPr lang="en-US" noProof="0" dirty="0" err="1"/>
              <a:t>arp</a:t>
            </a:r>
            <a:r>
              <a:rPr lang="en-US" noProof="0" dirty="0"/>
              <a:t> cache</a:t>
            </a:r>
            <a:br>
              <a:rPr lang="en-US" noProof="0" dirty="0"/>
            </a:br>
            <a:r>
              <a:rPr lang="en-US" sz="4000" noProof="0" dirty="0"/>
              <a:t>(non local traffic)</a:t>
            </a:r>
          </a:p>
        </p:txBody>
      </p:sp>
      <p:sp>
        <p:nvSpPr>
          <p:cNvPr id="27654" name="Rectangle 3">
            <a:extLst>
              <a:ext uri="{FF2B5EF4-FFF2-40B4-BE49-F238E27FC236}">
                <a16:creationId xmlns:a16="http://schemas.microsoft.com/office/drawing/2014/main" id="{1195F3D8-FF0D-E27F-C046-B65E6EF99309}"/>
              </a:ext>
            </a:extLst>
          </p:cNvPr>
          <p:cNvSpPr>
            <a:spLocks noGrp="1" noChangeArrowheads="1"/>
          </p:cNvSpPr>
          <p:nvPr>
            <p:ph idx="1"/>
          </p:nvPr>
        </p:nvSpPr>
        <p:spPr/>
        <p:txBody>
          <a:bodyPr/>
          <a:lstStyle/>
          <a:p>
            <a:pPr eaLnBrk="1" hangingPunct="1">
              <a:lnSpc>
                <a:spcPct val="90000"/>
              </a:lnSpc>
            </a:pPr>
            <a:r>
              <a:rPr lang="en-US" sz="2400" noProof="0" dirty="0"/>
              <a:t>when </a:t>
            </a:r>
            <a:r>
              <a:rPr lang="en-US" sz="2400" noProof="0" dirty="0" err="1"/>
              <a:t>ip</a:t>
            </a:r>
            <a:r>
              <a:rPr lang="en-US" sz="2400" noProof="0" dirty="0"/>
              <a:t> traffic is addressed outside the local network, the sender needs the mac address of the router</a:t>
            </a:r>
          </a:p>
          <a:p>
            <a:pPr eaLnBrk="1" hangingPunct="1">
              <a:lnSpc>
                <a:spcPct val="90000"/>
              </a:lnSpc>
            </a:pPr>
            <a:r>
              <a:rPr lang="en-US" sz="2400" noProof="0" dirty="0" err="1"/>
              <a:t>arp</a:t>
            </a:r>
            <a:r>
              <a:rPr lang="en-US" sz="2400" noProof="0" dirty="0"/>
              <a:t> requests can get replies only within the local network</a:t>
            </a:r>
          </a:p>
        </p:txBody>
      </p:sp>
      <p:sp>
        <p:nvSpPr>
          <p:cNvPr id="32" name="Segnaposto data 3">
            <a:extLst>
              <a:ext uri="{FF2B5EF4-FFF2-40B4-BE49-F238E27FC236}">
                <a16:creationId xmlns:a16="http://schemas.microsoft.com/office/drawing/2014/main" id="{8F1DB8D9-492D-0808-3316-B4C6E3400E8E}"/>
              </a:ext>
            </a:extLst>
          </p:cNvPr>
          <p:cNvSpPr>
            <a:spLocks noGrp="1"/>
          </p:cNvSpPr>
          <p:nvPr>
            <p:ph type="dt" sz="half" idx="10"/>
          </p:nvPr>
        </p:nvSpPr>
        <p:spPr/>
        <p:txBody>
          <a:bodyPr/>
          <a:lstStyle/>
          <a:p>
            <a:pPr>
              <a:defRPr/>
            </a:pPr>
            <a:r>
              <a:rPr lang="en-US" noProof="0"/>
              <a:t>last update: Oct 2026</a:t>
            </a:r>
            <a:endParaRPr lang="en-US" noProof="0" dirty="0"/>
          </a:p>
        </p:txBody>
      </p:sp>
      <p:sp>
        <p:nvSpPr>
          <p:cNvPr id="33" name="Segnaposto piè di pagina 4">
            <a:extLst>
              <a:ext uri="{FF2B5EF4-FFF2-40B4-BE49-F238E27FC236}">
                <a16:creationId xmlns:a16="http://schemas.microsoft.com/office/drawing/2014/main" id="{6B096DCF-F593-3357-7DF5-D6F97188B9CE}"/>
              </a:ext>
            </a:extLst>
          </p:cNvPr>
          <p:cNvSpPr>
            <a:spLocks noGrp="1"/>
          </p:cNvSpPr>
          <p:nvPr>
            <p:ph type="ftr" sz="quarter" idx="11"/>
          </p:nvPr>
        </p:nvSpPr>
        <p:spPr/>
        <p:txBody>
          <a:bodyPr/>
          <a:lstStyle/>
          <a:p>
            <a:pPr>
              <a:defRPr/>
            </a:pPr>
            <a:r>
              <a:rPr lang="en-US" noProof="0" dirty="0"/>
              <a:t>kathara – [ lab: basic-ipv4 ]</a:t>
            </a:r>
          </a:p>
        </p:txBody>
      </p:sp>
      <p:grpSp>
        <p:nvGrpSpPr>
          <p:cNvPr id="34" name="Group 1">
            <a:extLst>
              <a:ext uri="{FF2B5EF4-FFF2-40B4-BE49-F238E27FC236}">
                <a16:creationId xmlns:a16="http://schemas.microsoft.com/office/drawing/2014/main" id="{514D633C-71D1-54DA-8023-7FCA57267FEE}"/>
              </a:ext>
            </a:extLst>
          </p:cNvPr>
          <p:cNvGrpSpPr/>
          <p:nvPr/>
        </p:nvGrpSpPr>
        <p:grpSpPr>
          <a:xfrm>
            <a:off x="1226175" y="3140968"/>
            <a:ext cx="10216014" cy="1828800"/>
            <a:chOff x="1364266" y="2378845"/>
            <a:chExt cx="10216014" cy="1828800"/>
          </a:xfrm>
        </p:grpSpPr>
        <p:sp>
          <p:nvSpPr>
            <p:cNvPr id="35" name="Rectangle 4">
              <a:extLst>
                <a:ext uri="{FF2B5EF4-FFF2-40B4-BE49-F238E27FC236}">
                  <a16:creationId xmlns:a16="http://schemas.microsoft.com/office/drawing/2014/main" id="{BDFBCCD2-0318-8FDD-7961-4D13F39661D2}"/>
                </a:ext>
              </a:extLst>
            </p:cNvPr>
            <p:cNvSpPr/>
            <p:nvPr/>
          </p:nvSpPr>
          <p:spPr>
            <a:xfrm>
              <a:off x="1364266" y="2668295"/>
              <a:ext cx="10216014" cy="1539350"/>
            </a:xfrm>
            <a:prstGeom prst="rect">
              <a:avLst/>
            </a:prstGeom>
            <a:solidFill>
              <a:sysClr val="windowText" lastClr="000000"/>
            </a:solidFill>
            <a:ln w="57150" cap="flat" cmpd="sng" algn="ctr">
              <a:solidFill>
                <a:srgbClr val="4472C4"/>
              </a:solidFill>
              <a:prstDash val="solid"/>
              <a:miter lim="800000"/>
            </a:ln>
            <a:effectLst>
              <a:outerShdw blurRad="50800" dist="38100" dir="2700000" algn="tl" rotWithShape="0">
                <a:prstClr val="black">
                  <a:alpha val="40000"/>
                </a:prstClr>
              </a:outerShdw>
            </a:effectLst>
          </p:spPr>
          <p:txBody>
            <a:bodyPr rtlCol="0" anchor="t"/>
            <a:lstStyle/>
            <a:p>
              <a:pPr eaLnBrk="1" hangingPunct="1"/>
              <a:r>
                <a:rPr lang="en-US" noProof="0" dirty="0">
                  <a:solidFill>
                    <a:schemeClr val="bg2">
                      <a:lumMod val="60000"/>
                      <a:lumOff val="40000"/>
                    </a:schemeClr>
                  </a:solidFill>
                  <a:latin typeface="Lucida Console" panose="020B0609040504020204" pitchFamily="49" charset="0"/>
                </a:rPr>
                <a:t>root@pc2:/# </a:t>
              </a:r>
              <a:r>
                <a:rPr lang="en-US" b="1" noProof="0" dirty="0" err="1">
                  <a:solidFill>
                    <a:schemeClr val="bg1"/>
                  </a:solidFill>
                  <a:latin typeface="Lucida Console" panose="020B0609040504020204" pitchFamily="49" charset="0"/>
                </a:rPr>
                <a:t>arp</a:t>
              </a:r>
              <a:r>
                <a:rPr lang="en-US" b="1" noProof="0" dirty="0">
                  <a:solidFill>
                    <a:schemeClr val="bg1"/>
                  </a:solidFill>
                  <a:latin typeface="Lucida Console" panose="020B0609040504020204" pitchFamily="49" charset="0"/>
                </a:rPr>
                <a:t> -n</a:t>
              </a:r>
            </a:p>
            <a:p>
              <a:pPr eaLnBrk="1" hangingPunct="1"/>
              <a:r>
                <a:rPr lang="en-US" noProof="0" dirty="0">
                  <a:solidFill>
                    <a:schemeClr val="bg1"/>
                  </a:solidFill>
                  <a:latin typeface="Lucida Console" panose="020B0609040504020204" pitchFamily="49" charset="0"/>
                </a:rPr>
                <a:t>Address                  </a:t>
              </a:r>
              <a:r>
                <a:rPr lang="en-US" noProof="0" dirty="0" err="1">
                  <a:solidFill>
                    <a:schemeClr val="bg1"/>
                  </a:solidFill>
                  <a:latin typeface="Lucida Console" panose="020B0609040504020204" pitchFamily="49" charset="0"/>
                </a:rPr>
                <a:t>HWtype</a:t>
              </a:r>
              <a:r>
                <a:rPr lang="en-US" noProof="0" dirty="0">
                  <a:solidFill>
                    <a:schemeClr val="bg1"/>
                  </a:solidFill>
                  <a:latin typeface="Lucida Console" panose="020B0609040504020204" pitchFamily="49" charset="0"/>
                </a:rPr>
                <a:t>  </a:t>
              </a:r>
              <a:r>
                <a:rPr lang="en-US" noProof="0" dirty="0" err="1">
                  <a:solidFill>
                    <a:schemeClr val="bg1"/>
                  </a:solidFill>
                  <a:latin typeface="Lucida Console" panose="020B0609040504020204" pitchFamily="49" charset="0"/>
                </a:rPr>
                <a:t>HWaddress</a:t>
              </a:r>
              <a:r>
                <a:rPr lang="en-US" noProof="0" dirty="0">
                  <a:solidFill>
                    <a:schemeClr val="bg1"/>
                  </a:solidFill>
                  <a:latin typeface="Lucida Console" panose="020B0609040504020204" pitchFamily="49" charset="0"/>
                </a:rPr>
                <a:t>           Flags Mask   </a:t>
              </a:r>
              <a:r>
                <a:rPr lang="en-US" noProof="0" dirty="0" err="1">
                  <a:solidFill>
                    <a:schemeClr val="bg1"/>
                  </a:solidFill>
                  <a:latin typeface="Lucida Console" panose="020B0609040504020204" pitchFamily="49" charset="0"/>
                </a:rPr>
                <a:t>Iface</a:t>
              </a:r>
              <a:endParaRPr lang="en-US" noProof="0" dirty="0">
                <a:solidFill>
                  <a:schemeClr val="bg1"/>
                </a:solidFill>
                <a:latin typeface="Lucida Console" panose="020B0609040504020204" pitchFamily="49" charset="0"/>
              </a:endParaRPr>
            </a:p>
            <a:p>
              <a:pPr eaLnBrk="1" hangingPunct="1"/>
              <a:r>
                <a:rPr lang="en-US" noProof="0" dirty="0">
                  <a:solidFill>
                    <a:schemeClr val="bg1"/>
                  </a:solidFill>
                  <a:latin typeface="Lucida Console" panose="020B0609040504020204" pitchFamily="49" charset="0"/>
                </a:rPr>
                <a:t>200.1.1.1                ether   00:00:00:00:00:c1   C            eth0</a:t>
              </a:r>
            </a:p>
            <a:p>
              <a:pPr eaLnBrk="1" hangingPunct="1"/>
              <a:r>
                <a:rPr lang="en-US" noProof="0" dirty="0">
                  <a:solidFill>
                    <a:schemeClr val="bg1"/>
                  </a:solidFill>
                  <a:latin typeface="Lucida Console" panose="020B0609040504020204" pitchFamily="49" charset="0"/>
                </a:rPr>
                <a:t>200.1.1.3                ether   00:00:00:00:00:03   C            eth0</a:t>
              </a:r>
            </a:p>
            <a:p>
              <a:pPr eaLnBrk="1" hangingPunct="1"/>
              <a:r>
                <a:rPr lang="en-US" noProof="0" dirty="0">
                  <a:solidFill>
                    <a:schemeClr val="bg2">
                      <a:lumMod val="60000"/>
                      <a:lumOff val="40000"/>
                    </a:schemeClr>
                  </a:solidFill>
                  <a:latin typeface="Lucida Console" panose="020B0609040504020204" pitchFamily="49" charset="0"/>
                </a:rPr>
                <a:t>root@pc2:/#</a:t>
              </a:r>
            </a:p>
          </p:txBody>
        </p:sp>
        <p:sp>
          <p:nvSpPr>
            <p:cNvPr id="36" name="Rectangle 5">
              <a:extLst>
                <a:ext uri="{FF2B5EF4-FFF2-40B4-BE49-F238E27FC236}">
                  <a16:creationId xmlns:a16="http://schemas.microsoft.com/office/drawing/2014/main" id="{16CE5967-AE3A-6E49-E737-E37CE633E32C}"/>
                </a:ext>
              </a:extLst>
            </p:cNvPr>
            <p:cNvSpPr/>
            <p:nvPr/>
          </p:nvSpPr>
          <p:spPr>
            <a:xfrm>
              <a:off x="1364266" y="2378845"/>
              <a:ext cx="10216014" cy="286249"/>
            </a:xfrm>
            <a:prstGeom prst="rect">
              <a:avLst/>
            </a:prstGeom>
            <a:solidFill>
              <a:srgbClr val="4472C4"/>
            </a:solidFill>
            <a:ln w="57150" cap="flat" cmpd="sng" algn="ctr">
              <a:solidFill>
                <a:srgbClr val="4472C4"/>
              </a:solidFill>
              <a:prstDash val="solid"/>
              <a:miter lim="800000"/>
            </a:ln>
            <a:effectLst>
              <a:outerShdw blurRad="50800" dist="25400" algn="l" rotWithShape="0">
                <a:prstClr val="black">
                  <a:alpha val="32000"/>
                </a:prstClr>
              </a:outerShdw>
            </a:effectLst>
          </p:spPr>
          <p:txBody>
            <a:bodyPr rtlCol="0" anchor="ctr"/>
            <a:lstStyle/>
            <a:p>
              <a:pPr algn="ctr" eaLnBrk="1" fontAlgn="auto" hangingPunct="1">
                <a:spcBef>
                  <a:spcPts val="0"/>
                </a:spcBef>
                <a:spcAft>
                  <a:spcPts val="0"/>
                </a:spcAft>
                <a:defRPr/>
              </a:pPr>
              <a:r>
                <a:rPr lang="en-US" kern="0" noProof="0" dirty="0">
                  <a:solidFill>
                    <a:prstClr val="white"/>
                  </a:solidFill>
                  <a:latin typeface="Calibri" panose="020F0502020204030204"/>
                </a:rPr>
                <a:t>pc2</a:t>
              </a:r>
            </a:p>
          </p:txBody>
        </p:sp>
        <p:grpSp>
          <p:nvGrpSpPr>
            <p:cNvPr id="37" name="Group 14">
              <a:extLst>
                <a:ext uri="{FF2B5EF4-FFF2-40B4-BE49-F238E27FC236}">
                  <a16:creationId xmlns:a16="http://schemas.microsoft.com/office/drawing/2014/main" id="{BDCDF492-07F3-E8D4-B9A1-F02E568FFD15}"/>
                </a:ext>
              </a:extLst>
            </p:cNvPr>
            <p:cNvGrpSpPr/>
            <p:nvPr/>
          </p:nvGrpSpPr>
          <p:grpSpPr>
            <a:xfrm>
              <a:off x="10920536" y="2466851"/>
              <a:ext cx="581348" cy="126235"/>
              <a:chOff x="8092857" y="2115830"/>
              <a:chExt cx="581348" cy="126235"/>
            </a:xfrm>
          </p:grpSpPr>
          <p:sp>
            <p:nvSpPr>
              <p:cNvPr id="38" name="Rectangle 15">
                <a:extLst>
                  <a:ext uri="{FF2B5EF4-FFF2-40B4-BE49-F238E27FC236}">
                    <a16:creationId xmlns:a16="http://schemas.microsoft.com/office/drawing/2014/main" id="{B6439501-5F13-8E25-9F56-119710915D1C}"/>
                  </a:ext>
                </a:extLst>
              </p:cNvPr>
              <p:cNvSpPr>
                <a:spLocks noChangeAspect="1"/>
              </p:cNvSpPr>
              <p:nvPr/>
            </p:nvSpPr>
            <p:spPr>
              <a:xfrm>
                <a:off x="8548205" y="2116065"/>
                <a:ext cx="126000" cy="126000"/>
              </a:xfrm>
              <a:prstGeom prst="rect">
                <a:avLst/>
              </a:prstGeom>
              <a:solidFill>
                <a:srgbClr val="FF0000">
                  <a:alpha val="50196"/>
                </a:srgbClr>
              </a:solidFill>
              <a:ln w="12700" cap="flat" cmpd="sng" algn="ctr">
                <a:solidFill>
                  <a:srgbClr val="4472C4">
                    <a:shade val="50000"/>
                  </a:srgbClr>
                </a:solidFill>
                <a:prstDash val="solid"/>
                <a:miter lim="800000"/>
              </a:ln>
              <a:effectLst/>
            </p:spPr>
            <p:txBody>
              <a:bodyPr rtlCol="0" anchor="ctr"/>
              <a:lstStyle/>
              <a:p>
                <a:pPr algn="ctr" eaLnBrk="1" fontAlgn="auto" hangingPunct="1">
                  <a:spcBef>
                    <a:spcPts val="0"/>
                  </a:spcBef>
                  <a:spcAft>
                    <a:spcPts val="0"/>
                  </a:spcAft>
                  <a:defRPr/>
                </a:pPr>
                <a:endParaRPr lang="en-US" kern="0" noProof="0" dirty="0">
                  <a:solidFill>
                    <a:prstClr val="white"/>
                  </a:solidFill>
                  <a:latin typeface="Calibri" panose="020F0502020204030204"/>
                </a:endParaRPr>
              </a:p>
            </p:txBody>
          </p:sp>
          <p:sp>
            <p:nvSpPr>
              <p:cNvPr id="39" name="Rectangle 16">
                <a:extLst>
                  <a:ext uri="{FF2B5EF4-FFF2-40B4-BE49-F238E27FC236}">
                    <a16:creationId xmlns:a16="http://schemas.microsoft.com/office/drawing/2014/main" id="{3DEC0471-01D0-C584-68DC-04FA16703E1E}"/>
                  </a:ext>
                </a:extLst>
              </p:cNvPr>
              <p:cNvSpPr>
                <a:spLocks noChangeAspect="1"/>
              </p:cNvSpPr>
              <p:nvPr/>
            </p:nvSpPr>
            <p:spPr>
              <a:xfrm>
                <a:off x="8092857" y="2115830"/>
                <a:ext cx="126235" cy="126235"/>
              </a:xfrm>
              <a:prstGeom prst="rect">
                <a:avLst/>
              </a:prstGeom>
              <a:solidFill>
                <a:srgbClr val="4472C4">
                  <a:lumMod val="60000"/>
                  <a:lumOff val="40000"/>
                </a:srgbClr>
              </a:solidFill>
              <a:ln w="12700" cap="flat" cmpd="sng" algn="ctr">
                <a:solidFill>
                  <a:srgbClr val="4472C4">
                    <a:shade val="50000"/>
                  </a:srgbClr>
                </a:solidFill>
                <a:prstDash val="solid"/>
                <a:miter lim="800000"/>
              </a:ln>
              <a:effectLst/>
            </p:spPr>
            <p:txBody>
              <a:bodyPr rtlCol="0" anchor="ctr"/>
              <a:lstStyle/>
              <a:p>
                <a:pPr algn="r" eaLnBrk="1" fontAlgn="auto" hangingPunct="1">
                  <a:spcBef>
                    <a:spcPts val="0"/>
                  </a:spcBef>
                  <a:spcAft>
                    <a:spcPts val="0"/>
                  </a:spcAft>
                  <a:defRPr/>
                </a:pPr>
                <a:endParaRPr lang="en-US" kern="0" noProof="0" dirty="0">
                  <a:solidFill>
                    <a:prstClr val="white"/>
                  </a:solidFill>
                  <a:latin typeface="Calibri" panose="020F0502020204030204"/>
                </a:endParaRPr>
              </a:p>
            </p:txBody>
          </p:sp>
          <p:sp>
            <p:nvSpPr>
              <p:cNvPr id="40" name="Rectangle 17">
                <a:extLst>
                  <a:ext uri="{FF2B5EF4-FFF2-40B4-BE49-F238E27FC236}">
                    <a16:creationId xmlns:a16="http://schemas.microsoft.com/office/drawing/2014/main" id="{162062A4-3A5F-2E5F-C1E6-2AE6EE784669}"/>
                  </a:ext>
                </a:extLst>
              </p:cNvPr>
              <p:cNvSpPr>
                <a:spLocks noChangeAspect="1"/>
              </p:cNvSpPr>
              <p:nvPr/>
            </p:nvSpPr>
            <p:spPr>
              <a:xfrm>
                <a:off x="8320531" y="2115830"/>
                <a:ext cx="126235" cy="126235"/>
              </a:xfrm>
              <a:prstGeom prst="rect">
                <a:avLst/>
              </a:prstGeom>
              <a:solidFill>
                <a:srgbClr val="4472C4">
                  <a:lumMod val="60000"/>
                  <a:lumOff val="40000"/>
                </a:srgbClr>
              </a:solidFill>
              <a:ln w="12700" cap="flat" cmpd="sng" algn="ctr">
                <a:solidFill>
                  <a:srgbClr val="4472C4">
                    <a:shade val="50000"/>
                  </a:srgbClr>
                </a:solidFill>
                <a:prstDash val="solid"/>
                <a:miter lim="800000"/>
              </a:ln>
              <a:effectLst/>
            </p:spPr>
            <p:txBody>
              <a:bodyPr rtlCol="0" anchor="ctr"/>
              <a:lstStyle/>
              <a:p>
                <a:pPr algn="r" eaLnBrk="1" fontAlgn="auto" hangingPunct="1">
                  <a:spcBef>
                    <a:spcPts val="0"/>
                  </a:spcBef>
                  <a:spcAft>
                    <a:spcPts val="0"/>
                  </a:spcAft>
                  <a:defRPr/>
                </a:pPr>
                <a:endParaRPr lang="en-US" kern="0" noProof="0" dirty="0">
                  <a:solidFill>
                    <a:prstClr val="white"/>
                  </a:solidFill>
                  <a:latin typeface="Calibri" panose="020F0502020204030204"/>
                </a:endParaRPr>
              </a:p>
            </p:txBody>
          </p:sp>
        </p:grpSp>
      </p:grpSp>
      <p:sp>
        <p:nvSpPr>
          <p:cNvPr id="27656" name="Rectangle 56">
            <a:extLst>
              <a:ext uri="{FF2B5EF4-FFF2-40B4-BE49-F238E27FC236}">
                <a16:creationId xmlns:a16="http://schemas.microsoft.com/office/drawing/2014/main" id="{A3A143A8-05C3-AA5B-F8D7-CC60AC06199A}"/>
              </a:ext>
            </a:extLst>
          </p:cNvPr>
          <p:cNvSpPr>
            <a:spLocks noChangeArrowheads="1"/>
          </p:cNvSpPr>
          <p:nvPr/>
        </p:nvSpPr>
        <p:spPr bwMode="auto">
          <a:xfrm flipV="1">
            <a:off x="1324822" y="4028583"/>
            <a:ext cx="9811532" cy="280687"/>
          </a:xfrm>
          <a:prstGeom prst="rect">
            <a:avLst/>
          </a:prstGeom>
          <a:noFill/>
          <a:ln w="38100">
            <a:solidFill>
              <a:schemeClr val="tx2"/>
            </a:solidFill>
            <a:miter lim="800000"/>
            <a:headEnd/>
            <a:tailEnd/>
          </a:ln>
          <a:effectLst/>
          <a:extLst>
            <a:ext uri="{909E8E84-426E-40DD-AFC4-6F175D3DCCD1}">
              <a14:hiddenFill xmlns:a14="http://schemas.microsoft.com/office/drawing/2010/main">
                <a:solidFill>
                  <a:schemeClr val="tx2"/>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000" tIns="46800" rIns="90000" bIns="46800" anchor="ctr">
            <a:spAutoFit/>
          </a:bodyPr>
          <a:lstStyle>
            <a:lvl1pPr>
              <a:spcBef>
                <a:spcPct val="20000"/>
              </a:spcBef>
              <a:buClr>
                <a:schemeClr val="tx2"/>
              </a:buClr>
              <a:buSzPct val="7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eaLnBrk="1" hangingPunct="1">
              <a:spcBef>
                <a:spcPct val="0"/>
              </a:spcBef>
              <a:buClrTx/>
              <a:buSzTx/>
              <a:buFontTx/>
              <a:buNone/>
            </a:pPr>
            <a:endParaRPr lang="en-US" sz="1800" noProof="0" dirty="0">
              <a:latin typeface="Arial" panose="020B0604020202020204" pitchFamily="34" charset="0"/>
            </a:endParaRPr>
          </a:p>
        </p:txBody>
      </p:sp>
      <p:sp>
        <p:nvSpPr>
          <p:cNvPr id="41" name="AutoShape 63">
            <a:extLst>
              <a:ext uri="{FF2B5EF4-FFF2-40B4-BE49-F238E27FC236}">
                <a16:creationId xmlns:a16="http://schemas.microsoft.com/office/drawing/2014/main" id="{29D4DADB-795B-36F8-DC72-8EA4FB3E7C26}"/>
              </a:ext>
            </a:extLst>
          </p:cNvPr>
          <p:cNvSpPr>
            <a:spLocks noChangeArrowheads="1"/>
          </p:cNvSpPr>
          <p:nvPr/>
        </p:nvSpPr>
        <p:spPr bwMode="auto">
          <a:xfrm>
            <a:off x="7248128" y="5129143"/>
            <a:ext cx="2738438" cy="820137"/>
          </a:xfrm>
          <a:prstGeom prst="wedgeRoundRectCallout">
            <a:avLst>
              <a:gd name="adj1" fmla="val -48823"/>
              <a:gd name="adj2" fmla="val -157229"/>
              <a:gd name="adj3" fmla="val 16667"/>
            </a:avLst>
          </a:prstGeom>
          <a:solidFill>
            <a:schemeClr val="accent2"/>
          </a:solidFill>
          <a:ln w="9525">
            <a:solidFill>
              <a:schemeClr val="tx1"/>
            </a:solidFill>
            <a:miter lim="800000"/>
            <a:headEnd/>
            <a:tailEnd/>
          </a:ln>
          <a:effectLst/>
        </p:spPr>
        <p:txBody>
          <a:bodyPr lIns="90000" tIns="46800" rIns="90000" bIns="46800"/>
          <a:lstStyle>
            <a:lvl1pPr>
              <a:spcBef>
                <a:spcPct val="20000"/>
              </a:spcBef>
              <a:buClr>
                <a:schemeClr val="tx2"/>
              </a:buClr>
              <a:buSzPct val="7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algn="ctr" eaLnBrk="1" hangingPunct="1">
              <a:spcBef>
                <a:spcPct val="0"/>
              </a:spcBef>
              <a:buClrTx/>
              <a:buSzTx/>
              <a:buFontTx/>
              <a:buNone/>
            </a:pPr>
            <a:r>
              <a:rPr lang="en-US" sz="2000" noProof="0" dirty="0"/>
              <a:t>mac address of eth0 on r2 </a:t>
            </a:r>
          </a:p>
        </p:txBody>
      </p:sp>
    </p:spTree>
    <p:extLst>
      <p:ext uri="{BB962C8B-B14F-4D97-AF65-F5344CB8AC3E}">
        <p14:creationId xmlns:p14="http://schemas.microsoft.com/office/powerpoint/2010/main" val="202347747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2" name="Group 1">
            <a:extLst>
              <a:ext uri="{FF2B5EF4-FFF2-40B4-BE49-F238E27FC236}">
                <a16:creationId xmlns:a16="http://schemas.microsoft.com/office/drawing/2014/main" id="{C696C34A-26D9-19C6-893C-BF27C773043A}"/>
              </a:ext>
            </a:extLst>
          </p:cNvPr>
          <p:cNvGrpSpPr/>
          <p:nvPr/>
        </p:nvGrpSpPr>
        <p:grpSpPr>
          <a:xfrm>
            <a:off x="1143000" y="2906281"/>
            <a:ext cx="10216014" cy="1614012"/>
            <a:chOff x="1364266" y="2378845"/>
            <a:chExt cx="10216014" cy="1614012"/>
          </a:xfrm>
        </p:grpSpPr>
        <p:sp>
          <p:nvSpPr>
            <p:cNvPr id="63" name="Rectangle 4">
              <a:extLst>
                <a:ext uri="{FF2B5EF4-FFF2-40B4-BE49-F238E27FC236}">
                  <a16:creationId xmlns:a16="http://schemas.microsoft.com/office/drawing/2014/main" id="{33742E37-6844-3DE2-099E-1FC992EB6E49}"/>
                </a:ext>
              </a:extLst>
            </p:cNvPr>
            <p:cNvSpPr/>
            <p:nvPr/>
          </p:nvSpPr>
          <p:spPr>
            <a:xfrm>
              <a:off x="1364266" y="2668295"/>
              <a:ext cx="10216014" cy="1324562"/>
            </a:xfrm>
            <a:prstGeom prst="rect">
              <a:avLst/>
            </a:prstGeom>
            <a:solidFill>
              <a:sysClr val="windowText" lastClr="000000"/>
            </a:solidFill>
            <a:ln w="57150" cap="flat" cmpd="sng" algn="ctr">
              <a:solidFill>
                <a:srgbClr val="4472C4"/>
              </a:solidFill>
              <a:prstDash val="solid"/>
              <a:miter lim="800000"/>
            </a:ln>
            <a:effectLst>
              <a:outerShdw blurRad="50800" dist="38100" dir="2700000" algn="tl" rotWithShape="0">
                <a:prstClr val="black">
                  <a:alpha val="40000"/>
                </a:prstClr>
              </a:outerShdw>
            </a:effectLst>
          </p:spPr>
          <p:txBody>
            <a:bodyPr rtlCol="0" anchor="t"/>
            <a:lstStyle/>
            <a:p>
              <a:pPr eaLnBrk="1" hangingPunct="1"/>
              <a:r>
                <a:rPr lang="en-US" noProof="0" dirty="0">
                  <a:solidFill>
                    <a:schemeClr val="bg2">
                      <a:lumMod val="60000"/>
                      <a:lumOff val="40000"/>
                    </a:schemeClr>
                  </a:solidFill>
                  <a:latin typeface="Lucida Console" panose="020B0609040504020204" pitchFamily="49" charset="0"/>
                </a:rPr>
                <a:t>root@r1:/# </a:t>
              </a:r>
              <a:r>
                <a:rPr lang="en-US" b="1" noProof="0" dirty="0" err="1">
                  <a:solidFill>
                    <a:schemeClr val="bg1"/>
                  </a:solidFill>
                  <a:latin typeface="Lucida Console" panose="020B0609040504020204" pitchFamily="49" charset="0"/>
                </a:rPr>
                <a:t>arp</a:t>
              </a:r>
              <a:r>
                <a:rPr lang="en-US" b="1" noProof="0" dirty="0">
                  <a:solidFill>
                    <a:schemeClr val="bg1"/>
                  </a:solidFill>
                  <a:latin typeface="Lucida Console" panose="020B0609040504020204" pitchFamily="49" charset="0"/>
                </a:rPr>
                <a:t> -n</a:t>
              </a:r>
            </a:p>
            <a:p>
              <a:pPr eaLnBrk="1" hangingPunct="1"/>
              <a:r>
                <a:rPr lang="en-US" noProof="0" dirty="0">
                  <a:solidFill>
                    <a:schemeClr val="bg1"/>
                  </a:solidFill>
                  <a:latin typeface="Lucida Console" panose="020B0609040504020204" pitchFamily="49" charset="0"/>
                </a:rPr>
                <a:t>Address                  </a:t>
              </a:r>
              <a:r>
                <a:rPr lang="en-US" noProof="0" dirty="0" err="1">
                  <a:solidFill>
                    <a:schemeClr val="bg1"/>
                  </a:solidFill>
                  <a:latin typeface="Lucida Console" panose="020B0609040504020204" pitchFamily="49" charset="0"/>
                </a:rPr>
                <a:t>HWtype</a:t>
              </a:r>
              <a:r>
                <a:rPr lang="en-US" noProof="0" dirty="0">
                  <a:solidFill>
                    <a:schemeClr val="bg1"/>
                  </a:solidFill>
                  <a:latin typeface="Lucida Console" panose="020B0609040504020204" pitchFamily="49" charset="0"/>
                </a:rPr>
                <a:t>  </a:t>
              </a:r>
              <a:r>
                <a:rPr lang="en-US" noProof="0" dirty="0" err="1">
                  <a:solidFill>
                    <a:schemeClr val="bg1"/>
                  </a:solidFill>
                  <a:latin typeface="Lucida Console" panose="020B0609040504020204" pitchFamily="49" charset="0"/>
                </a:rPr>
                <a:t>HWaddress</a:t>
              </a:r>
              <a:r>
                <a:rPr lang="en-US" noProof="0" dirty="0">
                  <a:solidFill>
                    <a:schemeClr val="bg1"/>
                  </a:solidFill>
                  <a:latin typeface="Lucida Console" panose="020B0609040504020204" pitchFamily="49" charset="0"/>
                </a:rPr>
                <a:t>           Flags Mask   </a:t>
              </a:r>
              <a:r>
                <a:rPr lang="en-US" noProof="0" dirty="0" err="1">
                  <a:solidFill>
                    <a:schemeClr val="bg1"/>
                  </a:solidFill>
                  <a:latin typeface="Lucida Console" panose="020B0609040504020204" pitchFamily="49" charset="0"/>
                </a:rPr>
                <a:t>Iface</a:t>
              </a:r>
              <a:endParaRPr lang="en-US" noProof="0" dirty="0">
                <a:solidFill>
                  <a:schemeClr val="bg1"/>
                </a:solidFill>
                <a:latin typeface="Lucida Console" panose="020B0609040504020204" pitchFamily="49" charset="0"/>
              </a:endParaRPr>
            </a:p>
            <a:p>
              <a:pPr eaLnBrk="1" hangingPunct="1"/>
              <a:r>
                <a:rPr lang="en-US" noProof="0" dirty="0">
                  <a:solidFill>
                    <a:schemeClr val="bg1"/>
                  </a:solidFill>
                  <a:latin typeface="Lucida Console" panose="020B0609040504020204" pitchFamily="49" charset="0"/>
                </a:rPr>
                <a:t>195.11.14.5              ether   00:00:00:00:00:01   C            eth0</a:t>
              </a:r>
            </a:p>
            <a:p>
              <a:pPr eaLnBrk="1" hangingPunct="1"/>
              <a:r>
                <a:rPr lang="en-US" noProof="0" dirty="0">
                  <a:solidFill>
                    <a:schemeClr val="bg1"/>
                  </a:solidFill>
                  <a:latin typeface="Lucida Console" panose="020B0609040504020204" pitchFamily="49" charset="0"/>
                </a:rPr>
                <a:t>100.0.0.10               ether   00:00:00:00:00:b2   C            eth1</a:t>
              </a:r>
            </a:p>
          </p:txBody>
        </p:sp>
        <p:sp>
          <p:nvSpPr>
            <p:cNvPr id="64" name="Rectangle 5">
              <a:extLst>
                <a:ext uri="{FF2B5EF4-FFF2-40B4-BE49-F238E27FC236}">
                  <a16:creationId xmlns:a16="http://schemas.microsoft.com/office/drawing/2014/main" id="{298CD1EA-72AE-9F39-2387-07AF6BE44E03}"/>
                </a:ext>
              </a:extLst>
            </p:cNvPr>
            <p:cNvSpPr/>
            <p:nvPr/>
          </p:nvSpPr>
          <p:spPr>
            <a:xfrm>
              <a:off x="1364266" y="2378845"/>
              <a:ext cx="10216014" cy="286249"/>
            </a:xfrm>
            <a:prstGeom prst="rect">
              <a:avLst/>
            </a:prstGeom>
            <a:solidFill>
              <a:srgbClr val="4472C4"/>
            </a:solidFill>
            <a:ln w="57150" cap="flat" cmpd="sng" algn="ctr">
              <a:solidFill>
                <a:srgbClr val="4472C4"/>
              </a:solidFill>
              <a:prstDash val="solid"/>
              <a:miter lim="800000"/>
            </a:ln>
            <a:effectLst>
              <a:outerShdw blurRad="50800" dist="25400" algn="l" rotWithShape="0">
                <a:prstClr val="black">
                  <a:alpha val="32000"/>
                </a:prstClr>
              </a:outerShdw>
            </a:effectLst>
          </p:spPr>
          <p:txBody>
            <a:bodyPr rtlCol="0" anchor="ctr"/>
            <a:lstStyle/>
            <a:p>
              <a:pPr algn="ctr" eaLnBrk="1" fontAlgn="auto" hangingPunct="1">
                <a:spcBef>
                  <a:spcPts val="0"/>
                </a:spcBef>
                <a:spcAft>
                  <a:spcPts val="0"/>
                </a:spcAft>
                <a:defRPr/>
              </a:pPr>
              <a:r>
                <a:rPr lang="en-US" kern="0" noProof="0" dirty="0">
                  <a:solidFill>
                    <a:prstClr val="white"/>
                  </a:solidFill>
                  <a:latin typeface="Calibri" panose="020F0502020204030204"/>
                </a:rPr>
                <a:t>r1</a:t>
              </a:r>
            </a:p>
          </p:txBody>
        </p:sp>
        <p:grpSp>
          <p:nvGrpSpPr>
            <p:cNvPr id="65" name="Group 14">
              <a:extLst>
                <a:ext uri="{FF2B5EF4-FFF2-40B4-BE49-F238E27FC236}">
                  <a16:creationId xmlns:a16="http://schemas.microsoft.com/office/drawing/2014/main" id="{79133F26-37E9-B7B2-C5B7-B65B20D07099}"/>
                </a:ext>
              </a:extLst>
            </p:cNvPr>
            <p:cNvGrpSpPr/>
            <p:nvPr/>
          </p:nvGrpSpPr>
          <p:grpSpPr>
            <a:xfrm>
              <a:off x="10920536" y="2466851"/>
              <a:ext cx="581348" cy="126235"/>
              <a:chOff x="8092857" y="2115830"/>
              <a:chExt cx="581348" cy="126235"/>
            </a:xfrm>
          </p:grpSpPr>
          <p:sp>
            <p:nvSpPr>
              <p:cNvPr id="66" name="Rectangle 15">
                <a:extLst>
                  <a:ext uri="{FF2B5EF4-FFF2-40B4-BE49-F238E27FC236}">
                    <a16:creationId xmlns:a16="http://schemas.microsoft.com/office/drawing/2014/main" id="{42FEEA29-DF45-4C8F-A94F-EC1C53672EE9}"/>
                  </a:ext>
                </a:extLst>
              </p:cNvPr>
              <p:cNvSpPr>
                <a:spLocks noChangeAspect="1"/>
              </p:cNvSpPr>
              <p:nvPr/>
            </p:nvSpPr>
            <p:spPr>
              <a:xfrm>
                <a:off x="8548205" y="2116065"/>
                <a:ext cx="126000" cy="126000"/>
              </a:xfrm>
              <a:prstGeom prst="rect">
                <a:avLst/>
              </a:prstGeom>
              <a:solidFill>
                <a:srgbClr val="FF0000">
                  <a:alpha val="50196"/>
                </a:srgbClr>
              </a:solidFill>
              <a:ln w="12700" cap="flat" cmpd="sng" algn="ctr">
                <a:solidFill>
                  <a:srgbClr val="4472C4">
                    <a:shade val="50000"/>
                  </a:srgbClr>
                </a:solidFill>
                <a:prstDash val="solid"/>
                <a:miter lim="800000"/>
              </a:ln>
              <a:effectLst/>
            </p:spPr>
            <p:txBody>
              <a:bodyPr rtlCol="0" anchor="ctr"/>
              <a:lstStyle/>
              <a:p>
                <a:pPr algn="ctr" eaLnBrk="1" fontAlgn="auto" hangingPunct="1">
                  <a:spcBef>
                    <a:spcPts val="0"/>
                  </a:spcBef>
                  <a:spcAft>
                    <a:spcPts val="0"/>
                  </a:spcAft>
                  <a:defRPr/>
                </a:pPr>
                <a:endParaRPr lang="en-US" kern="0" noProof="0" dirty="0">
                  <a:solidFill>
                    <a:prstClr val="white"/>
                  </a:solidFill>
                  <a:latin typeface="Calibri" panose="020F0502020204030204"/>
                </a:endParaRPr>
              </a:p>
            </p:txBody>
          </p:sp>
          <p:sp>
            <p:nvSpPr>
              <p:cNvPr id="67" name="Rectangle 16">
                <a:extLst>
                  <a:ext uri="{FF2B5EF4-FFF2-40B4-BE49-F238E27FC236}">
                    <a16:creationId xmlns:a16="http://schemas.microsoft.com/office/drawing/2014/main" id="{2D0094C5-DED4-013A-F9FC-5B9F9A91B5D9}"/>
                  </a:ext>
                </a:extLst>
              </p:cNvPr>
              <p:cNvSpPr>
                <a:spLocks noChangeAspect="1"/>
              </p:cNvSpPr>
              <p:nvPr/>
            </p:nvSpPr>
            <p:spPr>
              <a:xfrm>
                <a:off x="8092857" y="2115830"/>
                <a:ext cx="126235" cy="126235"/>
              </a:xfrm>
              <a:prstGeom prst="rect">
                <a:avLst/>
              </a:prstGeom>
              <a:solidFill>
                <a:srgbClr val="4472C4">
                  <a:lumMod val="60000"/>
                  <a:lumOff val="40000"/>
                </a:srgbClr>
              </a:solidFill>
              <a:ln w="12700" cap="flat" cmpd="sng" algn="ctr">
                <a:solidFill>
                  <a:srgbClr val="4472C4">
                    <a:shade val="50000"/>
                  </a:srgbClr>
                </a:solidFill>
                <a:prstDash val="solid"/>
                <a:miter lim="800000"/>
              </a:ln>
              <a:effectLst/>
            </p:spPr>
            <p:txBody>
              <a:bodyPr rtlCol="0" anchor="ctr"/>
              <a:lstStyle/>
              <a:p>
                <a:pPr algn="r" eaLnBrk="1" fontAlgn="auto" hangingPunct="1">
                  <a:spcBef>
                    <a:spcPts val="0"/>
                  </a:spcBef>
                  <a:spcAft>
                    <a:spcPts val="0"/>
                  </a:spcAft>
                  <a:defRPr/>
                </a:pPr>
                <a:endParaRPr lang="en-US" kern="0" noProof="0" dirty="0">
                  <a:solidFill>
                    <a:prstClr val="white"/>
                  </a:solidFill>
                  <a:latin typeface="Calibri" panose="020F0502020204030204"/>
                </a:endParaRPr>
              </a:p>
            </p:txBody>
          </p:sp>
          <p:sp>
            <p:nvSpPr>
              <p:cNvPr id="68" name="Rectangle 17">
                <a:extLst>
                  <a:ext uri="{FF2B5EF4-FFF2-40B4-BE49-F238E27FC236}">
                    <a16:creationId xmlns:a16="http://schemas.microsoft.com/office/drawing/2014/main" id="{7BAF1451-421B-046C-CD7C-2910D999F309}"/>
                  </a:ext>
                </a:extLst>
              </p:cNvPr>
              <p:cNvSpPr>
                <a:spLocks noChangeAspect="1"/>
              </p:cNvSpPr>
              <p:nvPr/>
            </p:nvSpPr>
            <p:spPr>
              <a:xfrm>
                <a:off x="8320531" y="2115830"/>
                <a:ext cx="126235" cy="126235"/>
              </a:xfrm>
              <a:prstGeom prst="rect">
                <a:avLst/>
              </a:prstGeom>
              <a:solidFill>
                <a:srgbClr val="4472C4">
                  <a:lumMod val="60000"/>
                  <a:lumOff val="40000"/>
                </a:srgbClr>
              </a:solidFill>
              <a:ln w="12700" cap="flat" cmpd="sng" algn="ctr">
                <a:solidFill>
                  <a:srgbClr val="4472C4">
                    <a:shade val="50000"/>
                  </a:srgbClr>
                </a:solidFill>
                <a:prstDash val="solid"/>
                <a:miter lim="800000"/>
              </a:ln>
              <a:effectLst/>
            </p:spPr>
            <p:txBody>
              <a:bodyPr rtlCol="0" anchor="ctr"/>
              <a:lstStyle/>
              <a:p>
                <a:pPr algn="r" eaLnBrk="1" fontAlgn="auto" hangingPunct="1">
                  <a:spcBef>
                    <a:spcPts val="0"/>
                  </a:spcBef>
                  <a:spcAft>
                    <a:spcPts val="0"/>
                  </a:spcAft>
                  <a:defRPr/>
                </a:pPr>
                <a:endParaRPr lang="en-US" kern="0" noProof="0" dirty="0">
                  <a:solidFill>
                    <a:prstClr val="white"/>
                  </a:solidFill>
                  <a:latin typeface="Calibri" panose="020F0502020204030204"/>
                </a:endParaRPr>
              </a:p>
            </p:txBody>
          </p:sp>
        </p:grpSp>
      </p:grpSp>
      <p:sp>
        <p:nvSpPr>
          <p:cNvPr id="28677" name="Rectangle 31">
            <a:extLst>
              <a:ext uri="{FF2B5EF4-FFF2-40B4-BE49-F238E27FC236}">
                <a16:creationId xmlns:a16="http://schemas.microsoft.com/office/drawing/2014/main" id="{8FD7A9B2-3C3B-4F10-ABF4-14C5C7C5797F}"/>
              </a:ext>
            </a:extLst>
          </p:cNvPr>
          <p:cNvSpPr>
            <a:spLocks noGrp="1" noChangeArrowheads="1"/>
          </p:cNvSpPr>
          <p:nvPr>
            <p:ph type="title"/>
          </p:nvPr>
        </p:nvSpPr>
        <p:spPr/>
        <p:txBody>
          <a:bodyPr>
            <a:normAutofit fontScale="90000"/>
          </a:bodyPr>
          <a:lstStyle/>
          <a:p>
            <a:pPr eaLnBrk="1" hangingPunct="1"/>
            <a:r>
              <a:rPr lang="en-US" sz="4000" noProof="0" dirty="0"/>
              <a:t>inspecting the </a:t>
            </a:r>
            <a:r>
              <a:rPr lang="en-US" sz="4000" noProof="0" dirty="0" err="1"/>
              <a:t>arp</a:t>
            </a:r>
            <a:r>
              <a:rPr lang="en-US" sz="4000" noProof="0" dirty="0"/>
              <a:t> cache</a:t>
            </a:r>
            <a:br>
              <a:rPr lang="en-US" sz="4000" noProof="0" dirty="0"/>
            </a:br>
            <a:r>
              <a:rPr lang="en-US" sz="3200" noProof="0" dirty="0"/>
              <a:t>(non local traffic)</a:t>
            </a:r>
          </a:p>
        </p:txBody>
      </p:sp>
      <p:sp>
        <p:nvSpPr>
          <p:cNvPr id="28678" name="Rectangle 32">
            <a:extLst>
              <a:ext uri="{FF2B5EF4-FFF2-40B4-BE49-F238E27FC236}">
                <a16:creationId xmlns:a16="http://schemas.microsoft.com/office/drawing/2014/main" id="{9A334A64-EACC-6B93-B45A-63EF13828316}"/>
              </a:ext>
            </a:extLst>
          </p:cNvPr>
          <p:cNvSpPr>
            <a:spLocks noGrp="1" noChangeArrowheads="1"/>
          </p:cNvSpPr>
          <p:nvPr>
            <p:ph idx="1"/>
          </p:nvPr>
        </p:nvSpPr>
        <p:spPr>
          <a:xfrm>
            <a:off x="609600" y="1412777"/>
            <a:ext cx="10972800" cy="1396670"/>
          </a:xfrm>
        </p:spPr>
        <p:txBody>
          <a:bodyPr/>
          <a:lstStyle/>
          <a:p>
            <a:pPr eaLnBrk="1" hangingPunct="1">
              <a:lnSpc>
                <a:spcPct val="80000"/>
              </a:lnSpc>
            </a:pPr>
            <a:r>
              <a:rPr lang="en-US" sz="2800" noProof="0" dirty="0"/>
              <a:t>what about routers?</a:t>
            </a:r>
          </a:p>
          <a:p>
            <a:pPr eaLnBrk="1" hangingPunct="1">
              <a:lnSpc>
                <a:spcPct val="80000"/>
              </a:lnSpc>
            </a:pPr>
            <a:r>
              <a:rPr lang="en-US" sz="2800" noProof="0" dirty="0"/>
              <a:t>routers perform </a:t>
            </a:r>
            <a:r>
              <a:rPr lang="en-US" sz="2800" noProof="0" dirty="0" err="1"/>
              <a:t>arp</a:t>
            </a:r>
            <a:r>
              <a:rPr lang="en-US" sz="2800" noProof="0" dirty="0"/>
              <a:t> too (hence have </a:t>
            </a:r>
            <a:r>
              <a:rPr lang="en-US" sz="2800" noProof="0" dirty="0" err="1"/>
              <a:t>arp</a:t>
            </a:r>
            <a:r>
              <a:rPr lang="en-US" sz="2800" noProof="0" dirty="0"/>
              <a:t> caches) anytime they have to send </a:t>
            </a:r>
            <a:r>
              <a:rPr lang="en-US" sz="2800" noProof="0" dirty="0" err="1"/>
              <a:t>ip</a:t>
            </a:r>
            <a:r>
              <a:rPr lang="en-US" sz="2800" noProof="0" dirty="0"/>
              <a:t> packets on an ethernet lan</a:t>
            </a:r>
          </a:p>
        </p:txBody>
      </p:sp>
      <p:sp>
        <p:nvSpPr>
          <p:cNvPr id="60" name="Segnaposto data 3">
            <a:extLst>
              <a:ext uri="{FF2B5EF4-FFF2-40B4-BE49-F238E27FC236}">
                <a16:creationId xmlns:a16="http://schemas.microsoft.com/office/drawing/2014/main" id="{320875C6-0D5C-6F07-5FA7-88E028470790}"/>
              </a:ext>
            </a:extLst>
          </p:cNvPr>
          <p:cNvSpPr>
            <a:spLocks noGrp="1"/>
          </p:cNvSpPr>
          <p:nvPr>
            <p:ph type="dt" sz="half" idx="10"/>
          </p:nvPr>
        </p:nvSpPr>
        <p:spPr/>
        <p:txBody>
          <a:bodyPr/>
          <a:lstStyle/>
          <a:p>
            <a:pPr>
              <a:defRPr/>
            </a:pPr>
            <a:r>
              <a:rPr lang="en-US" noProof="0"/>
              <a:t>last update: Oct 2026</a:t>
            </a:r>
            <a:endParaRPr lang="en-US" noProof="0" dirty="0"/>
          </a:p>
        </p:txBody>
      </p:sp>
      <p:sp>
        <p:nvSpPr>
          <p:cNvPr id="61" name="Segnaposto piè di pagina 4">
            <a:extLst>
              <a:ext uri="{FF2B5EF4-FFF2-40B4-BE49-F238E27FC236}">
                <a16:creationId xmlns:a16="http://schemas.microsoft.com/office/drawing/2014/main" id="{96D5B185-E82B-863E-2304-1E2533E4F0D1}"/>
              </a:ext>
            </a:extLst>
          </p:cNvPr>
          <p:cNvSpPr>
            <a:spLocks noGrp="1"/>
          </p:cNvSpPr>
          <p:nvPr>
            <p:ph type="ftr" sz="quarter" idx="11"/>
          </p:nvPr>
        </p:nvSpPr>
        <p:spPr/>
        <p:txBody>
          <a:bodyPr/>
          <a:lstStyle/>
          <a:p>
            <a:pPr>
              <a:defRPr/>
            </a:pPr>
            <a:r>
              <a:rPr lang="en-US" noProof="0" dirty="0"/>
              <a:t>kathara – [ lab: basic-ipv4 ]</a:t>
            </a:r>
          </a:p>
        </p:txBody>
      </p:sp>
      <p:sp>
        <p:nvSpPr>
          <p:cNvPr id="28681" name="AutoShape 60">
            <a:extLst>
              <a:ext uri="{FF2B5EF4-FFF2-40B4-BE49-F238E27FC236}">
                <a16:creationId xmlns:a16="http://schemas.microsoft.com/office/drawing/2014/main" id="{5B74222B-803E-FF78-B884-E66E689E566E}"/>
              </a:ext>
            </a:extLst>
          </p:cNvPr>
          <p:cNvSpPr>
            <a:spLocks noChangeArrowheads="1"/>
          </p:cNvSpPr>
          <p:nvPr/>
        </p:nvSpPr>
        <p:spPr bwMode="auto">
          <a:xfrm>
            <a:off x="3734947" y="3287779"/>
            <a:ext cx="848885" cy="441453"/>
          </a:xfrm>
          <a:prstGeom prst="wedgeRoundRectCallout">
            <a:avLst>
              <a:gd name="adj1" fmla="val -158590"/>
              <a:gd name="adj2" fmla="val 74865"/>
              <a:gd name="adj3" fmla="val 16667"/>
            </a:avLst>
          </a:prstGeom>
          <a:solidFill>
            <a:schemeClr val="accent2"/>
          </a:solidFill>
          <a:ln w="9525">
            <a:solidFill>
              <a:schemeClr val="tx1"/>
            </a:solidFill>
            <a:miter lim="800000"/>
            <a:headEnd/>
            <a:tailEnd/>
          </a:ln>
          <a:effectLst/>
        </p:spPr>
        <p:txBody>
          <a:bodyPr lIns="90000" tIns="46800" rIns="90000" bIns="46800" anchor="ctr"/>
          <a:lstStyle>
            <a:lvl1pPr>
              <a:spcBef>
                <a:spcPct val="20000"/>
              </a:spcBef>
              <a:buClr>
                <a:schemeClr val="tx2"/>
              </a:buClr>
              <a:buSzPct val="7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algn="ctr" eaLnBrk="1" hangingPunct="1">
              <a:spcBef>
                <a:spcPct val="0"/>
              </a:spcBef>
              <a:buClrTx/>
              <a:buSzTx/>
              <a:buFontTx/>
              <a:buNone/>
            </a:pPr>
            <a:r>
              <a:rPr lang="en-US" sz="2000" noProof="0" dirty="0"/>
              <a:t>pc1</a:t>
            </a:r>
            <a:endParaRPr lang="en-US" sz="1600" noProof="0" dirty="0"/>
          </a:p>
        </p:txBody>
      </p:sp>
      <p:sp>
        <p:nvSpPr>
          <p:cNvPr id="28682" name="AutoShape 61">
            <a:extLst>
              <a:ext uri="{FF2B5EF4-FFF2-40B4-BE49-F238E27FC236}">
                <a16:creationId xmlns:a16="http://schemas.microsoft.com/office/drawing/2014/main" id="{977DC20A-B553-3521-D64A-1315F1D95E80}"/>
              </a:ext>
            </a:extLst>
          </p:cNvPr>
          <p:cNvSpPr>
            <a:spLocks noChangeArrowheads="1"/>
          </p:cNvSpPr>
          <p:nvPr/>
        </p:nvSpPr>
        <p:spPr bwMode="auto">
          <a:xfrm>
            <a:off x="3072160" y="4167197"/>
            <a:ext cx="1295400" cy="504825"/>
          </a:xfrm>
          <a:prstGeom prst="wedgeRoundRectCallout">
            <a:avLst>
              <a:gd name="adj1" fmla="val -85256"/>
              <a:gd name="adj2" fmla="val -37757"/>
              <a:gd name="adj3" fmla="val 16667"/>
            </a:avLst>
          </a:prstGeom>
          <a:solidFill>
            <a:schemeClr val="accent2"/>
          </a:solidFill>
          <a:ln w="9525">
            <a:solidFill>
              <a:schemeClr val="tx1"/>
            </a:solidFill>
            <a:miter lim="800000"/>
            <a:headEnd/>
            <a:tailEnd/>
          </a:ln>
          <a:effectLst/>
        </p:spPr>
        <p:txBody>
          <a:bodyPr lIns="90000" tIns="46800" rIns="90000" bIns="46800"/>
          <a:lstStyle>
            <a:lvl1pPr>
              <a:spcBef>
                <a:spcPct val="20000"/>
              </a:spcBef>
              <a:buClr>
                <a:schemeClr val="tx2"/>
              </a:buClr>
              <a:buSzPct val="7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algn="ctr" eaLnBrk="1" hangingPunct="1">
              <a:spcBef>
                <a:spcPct val="0"/>
              </a:spcBef>
              <a:buClrTx/>
              <a:buSzTx/>
              <a:buFontTx/>
              <a:buNone/>
            </a:pPr>
            <a:r>
              <a:rPr lang="en-US" sz="2000" noProof="0" dirty="0"/>
              <a:t>r2 (eth1)</a:t>
            </a:r>
          </a:p>
          <a:p>
            <a:pPr algn="ctr" eaLnBrk="1" hangingPunct="1">
              <a:spcBef>
                <a:spcPct val="0"/>
              </a:spcBef>
              <a:buClrTx/>
              <a:buSzTx/>
              <a:buFontTx/>
              <a:buNone/>
            </a:pPr>
            <a:endParaRPr lang="en-US" sz="2000" noProof="0" dirty="0"/>
          </a:p>
        </p:txBody>
      </p:sp>
      <p:grpSp>
        <p:nvGrpSpPr>
          <p:cNvPr id="77" name="Group 1">
            <a:extLst>
              <a:ext uri="{FF2B5EF4-FFF2-40B4-BE49-F238E27FC236}">
                <a16:creationId xmlns:a16="http://schemas.microsoft.com/office/drawing/2014/main" id="{A6225F15-4BC3-FAF1-5A29-8241D82A4D11}"/>
              </a:ext>
            </a:extLst>
          </p:cNvPr>
          <p:cNvGrpSpPr/>
          <p:nvPr/>
        </p:nvGrpSpPr>
        <p:grpSpPr>
          <a:xfrm>
            <a:off x="1143000" y="4764220"/>
            <a:ext cx="10216014" cy="1531072"/>
            <a:chOff x="1364266" y="2378845"/>
            <a:chExt cx="10216014" cy="1531072"/>
          </a:xfrm>
        </p:grpSpPr>
        <p:sp>
          <p:nvSpPr>
            <p:cNvPr id="78" name="Rectangle 4">
              <a:extLst>
                <a:ext uri="{FF2B5EF4-FFF2-40B4-BE49-F238E27FC236}">
                  <a16:creationId xmlns:a16="http://schemas.microsoft.com/office/drawing/2014/main" id="{F36FE27C-5297-B27F-5177-9A29E7AC289B}"/>
                </a:ext>
              </a:extLst>
            </p:cNvPr>
            <p:cNvSpPr/>
            <p:nvPr/>
          </p:nvSpPr>
          <p:spPr>
            <a:xfrm>
              <a:off x="1364266" y="2668295"/>
              <a:ext cx="10216014" cy="1241622"/>
            </a:xfrm>
            <a:prstGeom prst="rect">
              <a:avLst/>
            </a:prstGeom>
            <a:solidFill>
              <a:sysClr val="windowText" lastClr="000000"/>
            </a:solidFill>
            <a:ln w="57150" cap="flat" cmpd="sng" algn="ctr">
              <a:solidFill>
                <a:srgbClr val="4472C4"/>
              </a:solidFill>
              <a:prstDash val="solid"/>
              <a:miter lim="800000"/>
            </a:ln>
            <a:effectLst>
              <a:outerShdw blurRad="50800" dist="38100" dir="2700000" algn="tl" rotWithShape="0">
                <a:prstClr val="black">
                  <a:alpha val="40000"/>
                </a:prstClr>
              </a:outerShdw>
            </a:effectLst>
          </p:spPr>
          <p:txBody>
            <a:bodyPr rtlCol="0" anchor="t"/>
            <a:lstStyle/>
            <a:p>
              <a:pPr eaLnBrk="1" hangingPunct="1"/>
              <a:r>
                <a:rPr lang="en-US" noProof="0" dirty="0">
                  <a:solidFill>
                    <a:schemeClr val="bg2">
                      <a:lumMod val="60000"/>
                      <a:lumOff val="40000"/>
                    </a:schemeClr>
                  </a:solidFill>
                  <a:latin typeface="Lucida Console" panose="020B0609040504020204" pitchFamily="49" charset="0"/>
                </a:rPr>
                <a:t>root@r2:/# </a:t>
              </a:r>
              <a:r>
                <a:rPr lang="en-US" b="1" noProof="0" dirty="0" err="1">
                  <a:solidFill>
                    <a:schemeClr val="bg1"/>
                  </a:solidFill>
                  <a:latin typeface="Lucida Console" panose="020B0609040504020204" pitchFamily="49" charset="0"/>
                </a:rPr>
                <a:t>arp</a:t>
              </a:r>
              <a:r>
                <a:rPr lang="en-US" b="1" noProof="0" dirty="0">
                  <a:solidFill>
                    <a:schemeClr val="bg1"/>
                  </a:solidFill>
                  <a:latin typeface="Lucida Console" panose="020B0609040504020204" pitchFamily="49" charset="0"/>
                </a:rPr>
                <a:t> -n</a:t>
              </a:r>
            </a:p>
            <a:p>
              <a:pPr eaLnBrk="1" hangingPunct="1"/>
              <a:r>
                <a:rPr lang="en-US" noProof="0" dirty="0">
                  <a:solidFill>
                    <a:schemeClr val="bg1"/>
                  </a:solidFill>
                  <a:latin typeface="Lucida Console" panose="020B0609040504020204" pitchFamily="49" charset="0"/>
                </a:rPr>
                <a:t>Address                  </a:t>
              </a:r>
              <a:r>
                <a:rPr lang="en-US" noProof="0" dirty="0" err="1">
                  <a:solidFill>
                    <a:schemeClr val="bg1"/>
                  </a:solidFill>
                  <a:latin typeface="Lucida Console" panose="020B0609040504020204" pitchFamily="49" charset="0"/>
                </a:rPr>
                <a:t>HWtype</a:t>
              </a:r>
              <a:r>
                <a:rPr lang="en-US" noProof="0" dirty="0">
                  <a:solidFill>
                    <a:schemeClr val="bg1"/>
                  </a:solidFill>
                  <a:latin typeface="Lucida Console" panose="020B0609040504020204" pitchFamily="49" charset="0"/>
                </a:rPr>
                <a:t>  </a:t>
              </a:r>
              <a:r>
                <a:rPr lang="en-US" noProof="0" dirty="0" err="1">
                  <a:solidFill>
                    <a:schemeClr val="bg1"/>
                  </a:solidFill>
                  <a:latin typeface="Lucida Console" panose="020B0609040504020204" pitchFamily="49" charset="0"/>
                </a:rPr>
                <a:t>HWaddress</a:t>
              </a:r>
              <a:r>
                <a:rPr lang="en-US" noProof="0" dirty="0">
                  <a:solidFill>
                    <a:schemeClr val="bg1"/>
                  </a:solidFill>
                  <a:latin typeface="Lucida Console" panose="020B0609040504020204" pitchFamily="49" charset="0"/>
                </a:rPr>
                <a:t>           Flags Mask  </a:t>
              </a:r>
              <a:r>
                <a:rPr lang="en-US" noProof="0" dirty="0" err="1">
                  <a:solidFill>
                    <a:schemeClr val="bg1"/>
                  </a:solidFill>
                  <a:latin typeface="Lucida Console" panose="020B0609040504020204" pitchFamily="49" charset="0"/>
                </a:rPr>
                <a:t>Iface</a:t>
              </a:r>
              <a:endParaRPr lang="en-US" noProof="0" dirty="0">
                <a:solidFill>
                  <a:schemeClr val="bg1"/>
                </a:solidFill>
                <a:latin typeface="Lucida Console" panose="020B0609040504020204" pitchFamily="49" charset="0"/>
              </a:endParaRPr>
            </a:p>
            <a:p>
              <a:pPr eaLnBrk="1" hangingPunct="1"/>
              <a:r>
                <a:rPr lang="en-US" noProof="0" dirty="0">
                  <a:solidFill>
                    <a:schemeClr val="bg1"/>
                  </a:solidFill>
                  <a:latin typeface="Lucida Console" panose="020B0609040504020204" pitchFamily="49" charset="0"/>
                </a:rPr>
                <a:t>100.0.0.9                ether   00:00:00:00:00:b1   C           eth1</a:t>
              </a:r>
            </a:p>
            <a:p>
              <a:pPr eaLnBrk="1" hangingPunct="1"/>
              <a:r>
                <a:rPr lang="en-US" noProof="0" dirty="0">
                  <a:solidFill>
                    <a:schemeClr val="bg1"/>
                  </a:solidFill>
                  <a:latin typeface="Lucida Console" panose="020B0609040504020204" pitchFamily="49" charset="0"/>
                </a:rPr>
                <a:t>200.1.1.7                ether   00:00:00:00:00:02   C           eth0</a:t>
              </a:r>
            </a:p>
          </p:txBody>
        </p:sp>
        <p:sp>
          <p:nvSpPr>
            <p:cNvPr id="79" name="Rectangle 5">
              <a:extLst>
                <a:ext uri="{FF2B5EF4-FFF2-40B4-BE49-F238E27FC236}">
                  <a16:creationId xmlns:a16="http://schemas.microsoft.com/office/drawing/2014/main" id="{A40B1B01-1FAA-BEFE-8460-BDB9AE2B2CD5}"/>
                </a:ext>
              </a:extLst>
            </p:cNvPr>
            <p:cNvSpPr/>
            <p:nvPr/>
          </p:nvSpPr>
          <p:spPr>
            <a:xfrm>
              <a:off x="1364266" y="2378845"/>
              <a:ext cx="10216014" cy="286249"/>
            </a:xfrm>
            <a:prstGeom prst="rect">
              <a:avLst/>
            </a:prstGeom>
            <a:solidFill>
              <a:srgbClr val="4472C4"/>
            </a:solidFill>
            <a:ln w="57150" cap="flat" cmpd="sng" algn="ctr">
              <a:solidFill>
                <a:srgbClr val="4472C4"/>
              </a:solidFill>
              <a:prstDash val="solid"/>
              <a:miter lim="800000"/>
            </a:ln>
            <a:effectLst>
              <a:outerShdw blurRad="50800" dist="25400" algn="l" rotWithShape="0">
                <a:prstClr val="black">
                  <a:alpha val="32000"/>
                </a:prstClr>
              </a:outerShdw>
            </a:effectLst>
          </p:spPr>
          <p:txBody>
            <a:bodyPr rtlCol="0" anchor="ctr"/>
            <a:lstStyle/>
            <a:p>
              <a:pPr algn="ctr" eaLnBrk="1" fontAlgn="auto" hangingPunct="1">
                <a:spcBef>
                  <a:spcPts val="0"/>
                </a:spcBef>
                <a:spcAft>
                  <a:spcPts val="0"/>
                </a:spcAft>
                <a:defRPr/>
              </a:pPr>
              <a:r>
                <a:rPr lang="en-US" kern="0" noProof="0" dirty="0">
                  <a:solidFill>
                    <a:prstClr val="white"/>
                  </a:solidFill>
                  <a:latin typeface="Calibri" panose="020F0502020204030204"/>
                </a:rPr>
                <a:t>r2</a:t>
              </a:r>
            </a:p>
          </p:txBody>
        </p:sp>
        <p:grpSp>
          <p:nvGrpSpPr>
            <p:cNvPr id="80" name="Group 14">
              <a:extLst>
                <a:ext uri="{FF2B5EF4-FFF2-40B4-BE49-F238E27FC236}">
                  <a16:creationId xmlns:a16="http://schemas.microsoft.com/office/drawing/2014/main" id="{FB7C8FDF-6C85-A4FF-FF1B-4E1F747A529C}"/>
                </a:ext>
              </a:extLst>
            </p:cNvPr>
            <p:cNvGrpSpPr/>
            <p:nvPr/>
          </p:nvGrpSpPr>
          <p:grpSpPr>
            <a:xfrm>
              <a:off x="10920536" y="2466851"/>
              <a:ext cx="581348" cy="126235"/>
              <a:chOff x="8092857" y="2115830"/>
              <a:chExt cx="581348" cy="126235"/>
            </a:xfrm>
          </p:grpSpPr>
          <p:sp>
            <p:nvSpPr>
              <p:cNvPr id="81" name="Rectangle 15">
                <a:extLst>
                  <a:ext uri="{FF2B5EF4-FFF2-40B4-BE49-F238E27FC236}">
                    <a16:creationId xmlns:a16="http://schemas.microsoft.com/office/drawing/2014/main" id="{9C403AB4-B2A9-F229-C74C-2726296EEF71}"/>
                  </a:ext>
                </a:extLst>
              </p:cNvPr>
              <p:cNvSpPr>
                <a:spLocks noChangeAspect="1"/>
              </p:cNvSpPr>
              <p:nvPr/>
            </p:nvSpPr>
            <p:spPr>
              <a:xfrm>
                <a:off x="8548205" y="2116065"/>
                <a:ext cx="126000" cy="126000"/>
              </a:xfrm>
              <a:prstGeom prst="rect">
                <a:avLst/>
              </a:prstGeom>
              <a:solidFill>
                <a:srgbClr val="FF0000">
                  <a:alpha val="50196"/>
                </a:srgbClr>
              </a:solidFill>
              <a:ln w="12700" cap="flat" cmpd="sng" algn="ctr">
                <a:solidFill>
                  <a:srgbClr val="4472C4">
                    <a:shade val="50000"/>
                  </a:srgbClr>
                </a:solidFill>
                <a:prstDash val="solid"/>
                <a:miter lim="800000"/>
              </a:ln>
              <a:effectLst/>
            </p:spPr>
            <p:txBody>
              <a:bodyPr rtlCol="0" anchor="ctr"/>
              <a:lstStyle/>
              <a:p>
                <a:pPr algn="ctr" eaLnBrk="1" fontAlgn="auto" hangingPunct="1">
                  <a:spcBef>
                    <a:spcPts val="0"/>
                  </a:spcBef>
                  <a:spcAft>
                    <a:spcPts val="0"/>
                  </a:spcAft>
                  <a:defRPr/>
                </a:pPr>
                <a:endParaRPr lang="en-US" kern="0" noProof="0" dirty="0">
                  <a:solidFill>
                    <a:prstClr val="white"/>
                  </a:solidFill>
                  <a:latin typeface="Calibri" panose="020F0502020204030204"/>
                </a:endParaRPr>
              </a:p>
            </p:txBody>
          </p:sp>
          <p:sp>
            <p:nvSpPr>
              <p:cNvPr id="82" name="Rectangle 16">
                <a:extLst>
                  <a:ext uri="{FF2B5EF4-FFF2-40B4-BE49-F238E27FC236}">
                    <a16:creationId xmlns:a16="http://schemas.microsoft.com/office/drawing/2014/main" id="{C667253F-0D31-7620-1E34-E1EE0C5BE235}"/>
                  </a:ext>
                </a:extLst>
              </p:cNvPr>
              <p:cNvSpPr>
                <a:spLocks noChangeAspect="1"/>
              </p:cNvSpPr>
              <p:nvPr/>
            </p:nvSpPr>
            <p:spPr>
              <a:xfrm>
                <a:off x="8092857" y="2115830"/>
                <a:ext cx="126235" cy="126235"/>
              </a:xfrm>
              <a:prstGeom prst="rect">
                <a:avLst/>
              </a:prstGeom>
              <a:solidFill>
                <a:srgbClr val="4472C4">
                  <a:lumMod val="60000"/>
                  <a:lumOff val="40000"/>
                </a:srgbClr>
              </a:solidFill>
              <a:ln w="12700" cap="flat" cmpd="sng" algn="ctr">
                <a:solidFill>
                  <a:srgbClr val="4472C4">
                    <a:shade val="50000"/>
                  </a:srgbClr>
                </a:solidFill>
                <a:prstDash val="solid"/>
                <a:miter lim="800000"/>
              </a:ln>
              <a:effectLst/>
            </p:spPr>
            <p:txBody>
              <a:bodyPr rtlCol="0" anchor="ctr"/>
              <a:lstStyle/>
              <a:p>
                <a:pPr algn="r" eaLnBrk="1" fontAlgn="auto" hangingPunct="1">
                  <a:spcBef>
                    <a:spcPts val="0"/>
                  </a:spcBef>
                  <a:spcAft>
                    <a:spcPts val="0"/>
                  </a:spcAft>
                  <a:defRPr/>
                </a:pPr>
                <a:endParaRPr lang="en-US" kern="0" noProof="0" dirty="0">
                  <a:solidFill>
                    <a:prstClr val="white"/>
                  </a:solidFill>
                  <a:latin typeface="Calibri" panose="020F0502020204030204"/>
                </a:endParaRPr>
              </a:p>
            </p:txBody>
          </p:sp>
          <p:sp>
            <p:nvSpPr>
              <p:cNvPr id="83" name="Rectangle 17">
                <a:extLst>
                  <a:ext uri="{FF2B5EF4-FFF2-40B4-BE49-F238E27FC236}">
                    <a16:creationId xmlns:a16="http://schemas.microsoft.com/office/drawing/2014/main" id="{F083EEEF-4561-796E-C7B1-0B8A8929F4BE}"/>
                  </a:ext>
                </a:extLst>
              </p:cNvPr>
              <p:cNvSpPr>
                <a:spLocks noChangeAspect="1"/>
              </p:cNvSpPr>
              <p:nvPr/>
            </p:nvSpPr>
            <p:spPr>
              <a:xfrm>
                <a:off x="8320531" y="2115830"/>
                <a:ext cx="126235" cy="126235"/>
              </a:xfrm>
              <a:prstGeom prst="rect">
                <a:avLst/>
              </a:prstGeom>
              <a:solidFill>
                <a:srgbClr val="4472C4">
                  <a:lumMod val="60000"/>
                  <a:lumOff val="40000"/>
                </a:srgbClr>
              </a:solidFill>
              <a:ln w="12700" cap="flat" cmpd="sng" algn="ctr">
                <a:solidFill>
                  <a:srgbClr val="4472C4">
                    <a:shade val="50000"/>
                  </a:srgbClr>
                </a:solidFill>
                <a:prstDash val="solid"/>
                <a:miter lim="800000"/>
              </a:ln>
              <a:effectLst/>
            </p:spPr>
            <p:txBody>
              <a:bodyPr rtlCol="0" anchor="ctr"/>
              <a:lstStyle/>
              <a:p>
                <a:pPr algn="r" eaLnBrk="1" fontAlgn="auto" hangingPunct="1">
                  <a:spcBef>
                    <a:spcPts val="0"/>
                  </a:spcBef>
                  <a:spcAft>
                    <a:spcPts val="0"/>
                  </a:spcAft>
                  <a:defRPr/>
                </a:pPr>
                <a:endParaRPr lang="en-US" kern="0" noProof="0" dirty="0">
                  <a:solidFill>
                    <a:prstClr val="white"/>
                  </a:solidFill>
                  <a:latin typeface="Calibri" panose="020F0502020204030204"/>
                </a:endParaRPr>
              </a:p>
            </p:txBody>
          </p:sp>
        </p:grpSp>
      </p:grpSp>
      <p:sp>
        <p:nvSpPr>
          <p:cNvPr id="28683" name="AutoShape 62">
            <a:extLst>
              <a:ext uri="{FF2B5EF4-FFF2-40B4-BE49-F238E27FC236}">
                <a16:creationId xmlns:a16="http://schemas.microsoft.com/office/drawing/2014/main" id="{1E1DACFF-02D6-04DB-4809-339F31045513}"/>
              </a:ext>
            </a:extLst>
          </p:cNvPr>
          <p:cNvSpPr>
            <a:spLocks noChangeArrowheads="1"/>
          </p:cNvSpPr>
          <p:nvPr/>
        </p:nvSpPr>
        <p:spPr bwMode="auto">
          <a:xfrm>
            <a:off x="3180110" y="5821632"/>
            <a:ext cx="863600" cy="649287"/>
          </a:xfrm>
          <a:prstGeom prst="wedgeRoundRectCallout">
            <a:avLst>
              <a:gd name="adj1" fmla="val -131711"/>
              <a:gd name="adj2" fmla="val -20019"/>
              <a:gd name="adj3" fmla="val 16667"/>
            </a:avLst>
          </a:prstGeom>
          <a:solidFill>
            <a:schemeClr val="accent2"/>
          </a:solidFill>
          <a:ln w="9525">
            <a:solidFill>
              <a:schemeClr val="tx1"/>
            </a:solidFill>
            <a:miter lim="800000"/>
            <a:headEnd/>
            <a:tailEnd/>
          </a:ln>
          <a:effectLst/>
        </p:spPr>
        <p:txBody>
          <a:bodyPr lIns="90000" tIns="46800" rIns="90000" bIns="46800"/>
          <a:lstStyle>
            <a:lvl1pPr>
              <a:spcBef>
                <a:spcPct val="20000"/>
              </a:spcBef>
              <a:buClr>
                <a:schemeClr val="tx2"/>
              </a:buClr>
              <a:buSzPct val="7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algn="ctr" eaLnBrk="1" hangingPunct="1">
              <a:spcBef>
                <a:spcPct val="0"/>
              </a:spcBef>
              <a:buClrTx/>
              <a:buSzTx/>
              <a:buFontTx/>
              <a:buNone/>
            </a:pPr>
            <a:r>
              <a:rPr lang="en-US" sz="2000" noProof="0" dirty="0"/>
              <a:t>pc2</a:t>
            </a:r>
            <a:endParaRPr lang="en-US" sz="1600" noProof="0" dirty="0"/>
          </a:p>
        </p:txBody>
      </p:sp>
      <p:sp>
        <p:nvSpPr>
          <p:cNvPr id="28684" name="AutoShape 63">
            <a:extLst>
              <a:ext uri="{FF2B5EF4-FFF2-40B4-BE49-F238E27FC236}">
                <a16:creationId xmlns:a16="http://schemas.microsoft.com/office/drawing/2014/main" id="{68927D15-D282-C323-8AC4-6058D1D31CDC}"/>
              </a:ext>
            </a:extLst>
          </p:cNvPr>
          <p:cNvSpPr>
            <a:spLocks noChangeArrowheads="1"/>
          </p:cNvSpPr>
          <p:nvPr/>
        </p:nvSpPr>
        <p:spPr bwMode="auto">
          <a:xfrm>
            <a:off x="4199222" y="4617195"/>
            <a:ext cx="1087145" cy="725253"/>
          </a:xfrm>
          <a:prstGeom prst="wedgeRoundRectCallout">
            <a:avLst>
              <a:gd name="adj1" fmla="val -207258"/>
              <a:gd name="adj2" fmla="val 115216"/>
              <a:gd name="adj3" fmla="val 16667"/>
            </a:avLst>
          </a:prstGeom>
          <a:solidFill>
            <a:schemeClr val="accent2"/>
          </a:solidFill>
          <a:ln w="9525">
            <a:solidFill>
              <a:schemeClr val="tx1"/>
            </a:solidFill>
            <a:miter lim="800000"/>
            <a:headEnd/>
            <a:tailEnd/>
          </a:ln>
          <a:effectLst/>
        </p:spPr>
        <p:txBody>
          <a:bodyPr lIns="90000" tIns="46800" rIns="90000" bIns="46800"/>
          <a:lstStyle>
            <a:lvl1pPr>
              <a:spcBef>
                <a:spcPct val="20000"/>
              </a:spcBef>
              <a:buClr>
                <a:schemeClr val="tx2"/>
              </a:buClr>
              <a:buSzPct val="7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algn="ctr" eaLnBrk="1" hangingPunct="1">
              <a:spcBef>
                <a:spcPct val="0"/>
              </a:spcBef>
              <a:buClrTx/>
              <a:buSzTx/>
              <a:buFontTx/>
              <a:buNone/>
            </a:pPr>
            <a:r>
              <a:rPr lang="en-US" sz="2000" noProof="0" dirty="0"/>
              <a:t>r1 (eth1)</a:t>
            </a:r>
          </a:p>
          <a:p>
            <a:pPr algn="ctr" eaLnBrk="1" hangingPunct="1">
              <a:spcBef>
                <a:spcPct val="0"/>
              </a:spcBef>
              <a:buClrTx/>
              <a:buSzTx/>
              <a:buFontTx/>
              <a:buNone/>
            </a:pPr>
            <a:endParaRPr lang="en-US" sz="2000" noProof="0" dirty="0"/>
          </a:p>
        </p:txBody>
      </p:sp>
    </p:spTree>
    <p:extLst>
      <p:ext uri="{BB962C8B-B14F-4D97-AF65-F5344CB8AC3E}">
        <p14:creationId xmlns:p14="http://schemas.microsoft.com/office/powerpoint/2010/main" val="71401555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Titolo 1">
            <a:extLst>
              <a:ext uri="{FF2B5EF4-FFF2-40B4-BE49-F238E27FC236}">
                <a16:creationId xmlns:a16="http://schemas.microsoft.com/office/drawing/2014/main" id="{88B36BE0-8D70-45AF-F6E6-919D34A359B3}"/>
              </a:ext>
            </a:extLst>
          </p:cNvPr>
          <p:cNvSpPr>
            <a:spLocks noGrp="1" noChangeArrowheads="1"/>
          </p:cNvSpPr>
          <p:nvPr>
            <p:ph type="title"/>
          </p:nvPr>
        </p:nvSpPr>
        <p:spPr/>
        <p:txBody>
          <a:bodyPr/>
          <a:lstStyle/>
          <a:p>
            <a:r>
              <a:rPr lang="en-US" noProof="0" dirty="0" err="1"/>
              <a:t>wireshark</a:t>
            </a:r>
            <a:endParaRPr lang="en-US" noProof="0" dirty="0"/>
          </a:p>
        </p:txBody>
      </p:sp>
      <p:sp>
        <p:nvSpPr>
          <p:cNvPr id="4" name="Segnaposto data 3">
            <a:extLst>
              <a:ext uri="{FF2B5EF4-FFF2-40B4-BE49-F238E27FC236}">
                <a16:creationId xmlns:a16="http://schemas.microsoft.com/office/drawing/2014/main" id="{786B326D-D341-DF7E-A46A-768E09E0CAAA}"/>
              </a:ext>
            </a:extLst>
          </p:cNvPr>
          <p:cNvSpPr>
            <a:spLocks noGrp="1"/>
          </p:cNvSpPr>
          <p:nvPr>
            <p:ph type="dt" sz="half" idx="10"/>
          </p:nvPr>
        </p:nvSpPr>
        <p:spPr/>
        <p:txBody>
          <a:bodyPr/>
          <a:lstStyle/>
          <a:p>
            <a:pPr>
              <a:defRPr/>
            </a:pPr>
            <a:r>
              <a:rPr lang="en-US" noProof="0"/>
              <a:t>last update: Oct 2026</a:t>
            </a:r>
            <a:endParaRPr lang="en-US" noProof="0" dirty="0"/>
          </a:p>
        </p:txBody>
      </p:sp>
      <p:sp>
        <p:nvSpPr>
          <p:cNvPr id="5" name="Segnaposto piè di pagina 4">
            <a:extLst>
              <a:ext uri="{FF2B5EF4-FFF2-40B4-BE49-F238E27FC236}">
                <a16:creationId xmlns:a16="http://schemas.microsoft.com/office/drawing/2014/main" id="{DF948083-2C84-0256-2221-A7936D2DE2E3}"/>
              </a:ext>
            </a:extLst>
          </p:cNvPr>
          <p:cNvSpPr>
            <a:spLocks noGrp="1"/>
          </p:cNvSpPr>
          <p:nvPr>
            <p:ph type="ftr" sz="quarter" idx="11"/>
          </p:nvPr>
        </p:nvSpPr>
        <p:spPr/>
        <p:txBody>
          <a:bodyPr/>
          <a:lstStyle/>
          <a:p>
            <a:pPr>
              <a:defRPr/>
            </a:pPr>
            <a:r>
              <a:rPr lang="en-US" noProof="0" dirty="0"/>
              <a:t>kathara – [ lab: basic-ipv4 ]</a:t>
            </a:r>
          </a:p>
        </p:txBody>
      </p:sp>
      <p:pic>
        <p:nvPicPr>
          <p:cNvPr id="3" name="Immagine 2">
            <a:extLst>
              <a:ext uri="{FF2B5EF4-FFF2-40B4-BE49-F238E27FC236}">
                <a16:creationId xmlns:a16="http://schemas.microsoft.com/office/drawing/2014/main" id="{A1320403-A00A-27CC-7154-7D52E2B273E6}"/>
              </a:ext>
            </a:extLst>
          </p:cNvPr>
          <p:cNvPicPr>
            <a:picLocks noChangeAspect="1"/>
          </p:cNvPicPr>
          <p:nvPr/>
        </p:nvPicPr>
        <p:blipFill>
          <a:blip r:embed="rId2"/>
          <a:stretch>
            <a:fillRect/>
          </a:stretch>
        </p:blipFill>
        <p:spPr>
          <a:xfrm>
            <a:off x="743744" y="1053608"/>
            <a:ext cx="10704512" cy="5399583"/>
          </a:xfrm>
          <a:prstGeom prst="rect">
            <a:avLst/>
          </a:prstGeom>
        </p:spPr>
      </p:pic>
      <p:sp>
        <p:nvSpPr>
          <p:cNvPr id="8" name="AutoShape 62">
            <a:extLst>
              <a:ext uri="{FF2B5EF4-FFF2-40B4-BE49-F238E27FC236}">
                <a16:creationId xmlns:a16="http://schemas.microsoft.com/office/drawing/2014/main" id="{F517F7FD-68AB-9390-0FC0-85B05D162097}"/>
              </a:ext>
            </a:extLst>
          </p:cNvPr>
          <p:cNvSpPr>
            <a:spLocks noChangeArrowheads="1"/>
          </p:cNvSpPr>
          <p:nvPr/>
        </p:nvSpPr>
        <p:spPr bwMode="auto">
          <a:xfrm>
            <a:off x="8256240" y="344927"/>
            <a:ext cx="2736850" cy="779817"/>
          </a:xfrm>
          <a:prstGeom prst="wedgeRoundRectCallout">
            <a:avLst>
              <a:gd name="adj1" fmla="val -96104"/>
              <a:gd name="adj2" fmla="val 147813"/>
              <a:gd name="adj3" fmla="val 16667"/>
            </a:avLst>
          </a:prstGeom>
          <a:solidFill>
            <a:schemeClr val="accent2"/>
          </a:solidFill>
          <a:ln w="9525">
            <a:solidFill>
              <a:schemeClr val="tx1"/>
            </a:solidFill>
            <a:miter lim="800000"/>
            <a:headEnd/>
            <a:tailEnd/>
          </a:ln>
          <a:effectLst/>
        </p:spPr>
        <p:txBody>
          <a:bodyPr lIns="90000" tIns="46800" rIns="90000" bIns="46800"/>
          <a:lstStyle>
            <a:lvl1pPr>
              <a:spcBef>
                <a:spcPct val="20000"/>
              </a:spcBef>
              <a:buClr>
                <a:schemeClr val="tx2"/>
              </a:buClr>
              <a:buSzPct val="7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algn="ctr" eaLnBrk="1" hangingPunct="1">
              <a:spcBef>
                <a:spcPct val="0"/>
              </a:spcBef>
              <a:buClrTx/>
              <a:buSzTx/>
              <a:buFontTx/>
              <a:buNone/>
            </a:pPr>
            <a:r>
              <a:rPr lang="en-US" sz="2000" noProof="0" dirty="0"/>
              <a:t>which is the mac address of r1</a:t>
            </a:r>
          </a:p>
        </p:txBody>
      </p:sp>
    </p:spTree>
    <p:extLst>
      <p:ext uri="{BB962C8B-B14F-4D97-AF65-F5344CB8AC3E}">
        <p14:creationId xmlns:p14="http://schemas.microsoft.com/office/powerpoint/2010/main" val="2558970753"/>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9" name="Rectangle 42">
            <a:extLst>
              <a:ext uri="{FF2B5EF4-FFF2-40B4-BE49-F238E27FC236}">
                <a16:creationId xmlns:a16="http://schemas.microsoft.com/office/drawing/2014/main" id="{78BA95E1-DD9C-0DD8-974E-67CA12DD470F}"/>
              </a:ext>
            </a:extLst>
          </p:cNvPr>
          <p:cNvSpPr>
            <a:spLocks noGrp="1" noChangeArrowheads="1"/>
          </p:cNvSpPr>
          <p:nvPr>
            <p:ph type="title"/>
          </p:nvPr>
        </p:nvSpPr>
        <p:spPr>
          <a:xfrm>
            <a:off x="1143000" y="115893"/>
            <a:ext cx="9906000" cy="922337"/>
          </a:xfrm>
        </p:spPr>
        <p:txBody>
          <a:bodyPr/>
          <a:lstStyle/>
          <a:p>
            <a:pPr eaLnBrk="1" hangingPunct="1"/>
            <a:r>
              <a:rPr lang="en-US" sz="4000" noProof="0" dirty="0"/>
              <a:t>ping: understanding the whole picture</a:t>
            </a:r>
          </a:p>
        </p:txBody>
      </p:sp>
      <p:sp>
        <p:nvSpPr>
          <p:cNvPr id="43" name="Segnaposto data 2">
            <a:extLst>
              <a:ext uri="{FF2B5EF4-FFF2-40B4-BE49-F238E27FC236}">
                <a16:creationId xmlns:a16="http://schemas.microsoft.com/office/drawing/2014/main" id="{88EE1305-189C-F8DB-430C-3B88D2532410}"/>
              </a:ext>
            </a:extLst>
          </p:cNvPr>
          <p:cNvSpPr>
            <a:spLocks noGrp="1"/>
          </p:cNvSpPr>
          <p:nvPr>
            <p:ph type="dt" sz="half" idx="10"/>
          </p:nvPr>
        </p:nvSpPr>
        <p:spPr/>
        <p:txBody>
          <a:bodyPr/>
          <a:lstStyle/>
          <a:p>
            <a:pPr>
              <a:defRPr/>
            </a:pPr>
            <a:r>
              <a:rPr lang="en-US" noProof="0"/>
              <a:t>last update: Oct 2026</a:t>
            </a:r>
            <a:endParaRPr lang="en-US" noProof="0" dirty="0"/>
          </a:p>
        </p:txBody>
      </p:sp>
      <p:sp>
        <p:nvSpPr>
          <p:cNvPr id="44" name="Segnaposto piè di pagina 3">
            <a:extLst>
              <a:ext uri="{FF2B5EF4-FFF2-40B4-BE49-F238E27FC236}">
                <a16:creationId xmlns:a16="http://schemas.microsoft.com/office/drawing/2014/main" id="{15ED51FC-604E-7D81-4A2B-F1D33F4B1BF2}"/>
              </a:ext>
            </a:extLst>
          </p:cNvPr>
          <p:cNvSpPr>
            <a:spLocks noGrp="1"/>
          </p:cNvSpPr>
          <p:nvPr>
            <p:ph type="ftr" sz="quarter" idx="11"/>
          </p:nvPr>
        </p:nvSpPr>
        <p:spPr/>
        <p:txBody>
          <a:bodyPr/>
          <a:lstStyle/>
          <a:p>
            <a:pPr>
              <a:defRPr/>
            </a:pPr>
            <a:r>
              <a:rPr lang="en-US" noProof="0" dirty="0"/>
              <a:t>kathara – [ lab: basic-ipv4 ]</a:t>
            </a:r>
          </a:p>
        </p:txBody>
      </p:sp>
      <p:sp>
        <p:nvSpPr>
          <p:cNvPr id="36870" name="Rectangle 3">
            <a:extLst>
              <a:ext uri="{FF2B5EF4-FFF2-40B4-BE49-F238E27FC236}">
                <a16:creationId xmlns:a16="http://schemas.microsoft.com/office/drawing/2014/main" id="{24AACDF1-1DF6-00D0-2B01-4B756B83383F}"/>
              </a:ext>
            </a:extLst>
          </p:cNvPr>
          <p:cNvSpPr>
            <a:spLocks noChangeArrowheads="1"/>
          </p:cNvSpPr>
          <p:nvPr/>
        </p:nvSpPr>
        <p:spPr bwMode="auto">
          <a:xfrm>
            <a:off x="4354519" y="1281114"/>
            <a:ext cx="674687" cy="609600"/>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tx2"/>
              </a:buClr>
              <a:buSzPct val="7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algn="ctr">
              <a:spcBef>
                <a:spcPct val="0"/>
              </a:spcBef>
              <a:buClrTx/>
              <a:buSzTx/>
              <a:buFontTx/>
              <a:buNone/>
            </a:pPr>
            <a:r>
              <a:rPr lang="en-US" sz="2000" b="1" noProof="0" dirty="0"/>
              <a:t>r1</a:t>
            </a:r>
            <a:endParaRPr lang="en-US" sz="2400" noProof="0" dirty="0"/>
          </a:p>
        </p:txBody>
      </p:sp>
      <p:sp>
        <p:nvSpPr>
          <p:cNvPr id="36871" name="Rectangle 4">
            <a:extLst>
              <a:ext uri="{FF2B5EF4-FFF2-40B4-BE49-F238E27FC236}">
                <a16:creationId xmlns:a16="http://schemas.microsoft.com/office/drawing/2014/main" id="{C9041621-2FBC-6479-E8F1-4E8D5139DC4C}"/>
              </a:ext>
            </a:extLst>
          </p:cNvPr>
          <p:cNvSpPr>
            <a:spLocks noChangeArrowheads="1"/>
          </p:cNvSpPr>
          <p:nvPr/>
        </p:nvSpPr>
        <p:spPr bwMode="auto">
          <a:xfrm>
            <a:off x="7153282" y="1281114"/>
            <a:ext cx="695325" cy="609600"/>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tx2"/>
              </a:buClr>
              <a:buSzPct val="7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algn="ctr">
              <a:spcBef>
                <a:spcPct val="0"/>
              </a:spcBef>
              <a:buClrTx/>
              <a:buSzTx/>
              <a:buFontTx/>
              <a:buNone/>
            </a:pPr>
            <a:r>
              <a:rPr lang="en-US" sz="2000" b="1" noProof="0" dirty="0"/>
              <a:t>r2</a:t>
            </a:r>
            <a:endParaRPr lang="en-US" sz="2400" noProof="0" dirty="0"/>
          </a:p>
        </p:txBody>
      </p:sp>
      <p:sp>
        <p:nvSpPr>
          <p:cNvPr id="36872" name="Rectangle 5">
            <a:extLst>
              <a:ext uri="{FF2B5EF4-FFF2-40B4-BE49-F238E27FC236}">
                <a16:creationId xmlns:a16="http://schemas.microsoft.com/office/drawing/2014/main" id="{2D5CD78D-F5C5-6BFF-73C0-31BD41AC0184}"/>
              </a:ext>
            </a:extLst>
          </p:cNvPr>
          <p:cNvSpPr>
            <a:spLocks noChangeArrowheads="1"/>
          </p:cNvSpPr>
          <p:nvPr/>
        </p:nvSpPr>
        <p:spPr bwMode="auto">
          <a:xfrm>
            <a:off x="1525594" y="1281114"/>
            <a:ext cx="674687" cy="609600"/>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tx2"/>
              </a:buClr>
              <a:buSzPct val="7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algn="ctr">
              <a:spcBef>
                <a:spcPct val="0"/>
              </a:spcBef>
              <a:buClrTx/>
              <a:buSzTx/>
              <a:buFontTx/>
              <a:buNone/>
            </a:pPr>
            <a:r>
              <a:rPr lang="en-US" sz="2000" b="1" noProof="0" dirty="0"/>
              <a:t>pc1</a:t>
            </a:r>
            <a:endParaRPr lang="en-US" sz="2400" noProof="0" dirty="0"/>
          </a:p>
        </p:txBody>
      </p:sp>
      <p:sp>
        <p:nvSpPr>
          <p:cNvPr id="36873" name="Rectangle 6">
            <a:extLst>
              <a:ext uri="{FF2B5EF4-FFF2-40B4-BE49-F238E27FC236}">
                <a16:creationId xmlns:a16="http://schemas.microsoft.com/office/drawing/2014/main" id="{2C565433-54E4-9324-B6EE-3D255254AD37}"/>
              </a:ext>
            </a:extLst>
          </p:cNvPr>
          <p:cNvSpPr>
            <a:spLocks noChangeArrowheads="1"/>
          </p:cNvSpPr>
          <p:nvPr/>
        </p:nvSpPr>
        <p:spPr bwMode="auto">
          <a:xfrm>
            <a:off x="9993320" y="1281114"/>
            <a:ext cx="674687" cy="609600"/>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tx2"/>
              </a:buClr>
              <a:buSzPct val="7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algn="ctr">
              <a:spcBef>
                <a:spcPct val="0"/>
              </a:spcBef>
              <a:buClrTx/>
              <a:buSzTx/>
              <a:buFontTx/>
              <a:buNone/>
            </a:pPr>
            <a:r>
              <a:rPr lang="en-US" sz="2000" b="1" noProof="0" dirty="0"/>
              <a:t>pc2</a:t>
            </a:r>
            <a:endParaRPr lang="en-US" sz="2400" noProof="0" dirty="0"/>
          </a:p>
        </p:txBody>
      </p:sp>
      <p:sp>
        <p:nvSpPr>
          <p:cNvPr id="36874" name="Line 7">
            <a:extLst>
              <a:ext uri="{FF2B5EF4-FFF2-40B4-BE49-F238E27FC236}">
                <a16:creationId xmlns:a16="http://schemas.microsoft.com/office/drawing/2014/main" id="{08B17557-90A9-512B-7996-11D74E5A7DDF}"/>
              </a:ext>
            </a:extLst>
          </p:cNvPr>
          <p:cNvSpPr>
            <a:spLocks noChangeShapeType="1"/>
          </p:cNvSpPr>
          <p:nvPr/>
        </p:nvSpPr>
        <p:spPr bwMode="auto">
          <a:xfrm>
            <a:off x="2208215" y="1585913"/>
            <a:ext cx="2133600"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spAutoFit/>
          </a:bodyPr>
          <a:lstStyle/>
          <a:p>
            <a:endParaRPr lang="en-US" noProof="0" dirty="0"/>
          </a:p>
        </p:txBody>
      </p:sp>
      <p:sp>
        <p:nvSpPr>
          <p:cNvPr id="36875" name="Line 8">
            <a:extLst>
              <a:ext uri="{FF2B5EF4-FFF2-40B4-BE49-F238E27FC236}">
                <a16:creationId xmlns:a16="http://schemas.microsoft.com/office/drawing/2014/main" id="{F1F352DF-F1B5-414E-FC83-FA34370B7E9F}"/>
              </a:ext>
            </a:extLst>
          </p:cNvPr>
          <p:cNvSpPr>
            <a:spLocks noChangeShapeType="1"/>
          </p:cNvSpPr>
          <p:nvPr/>
        </p:nvSpPr>
        <p:spPr bwMode="auto">
          <a:xfrm>
            <a:off x="5016501" y="1585913"/>
            <a:ext cx="2133600"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spAutoFit/>
          </a:bodyPr>
          <a:lstStyle/>
          <a:p>
            <a:endParaRPr lang="en-US" noProof="0" dirty="0"/>
          </a:p>
        </p:txBody>
      </p:sp>
      <p:sp>
        <p:nvSpPr>
          <p:cNvPr id="36876" name="Line 9">
            <a:extLst>
              <a:ext uri="{FF2B5EF4-FFF2-40B4-BE49-F238E27FC236}">
                <a16:creationId xmlns:a16="http://schemas.microsoft.com/office/drawing/2014/main" id="{9D73932D-C7BF-1525-A42D-8F5C805B678F}"/>
              </a:ext>
            </a:extLst>
          </p:cNvPr>
          <p:cNvSpPr>
            <a:spLocks noChangeShapeType="1"/>
          </p:cNvSpPr>
          <p:nvPr/>
        </p:nvSpPr>
        <p:spPr bwMode="auto">
          <a:xfrm>
            <a:off x="7850189" y="1585913"/>
            <a:ext cx="2133600"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spAutoFit/>
          </a:bodyPr>
          <a:lstStyle/>
          <a:p>
            <a:endParaRPr lang="en-US" noProof="0" dirty="0"/>
          </a:p>
        </p:txBody>
      </p:sp>
      <p:sp>
        <p:nvSpPr>
          <p:cNvPr id="36877" name="Line 10">
            <a:extLst>
              <a:ext uri="{FF2B5EF4-FFF2-40B4-BE49-F238E27FC236}">
                <a16:creationId xmlns:a16="http://schemas.microsoft.com/office/drawing/2014/main" id="{4D116229-8773-C0F7-E8FB-AD05373A7FF5}"/>
              </a:ext>
            </a:extLst>
          </p:cNvPr>
          <p:cNvSpPr>
            <a:spLocks noChangeShapeType="1"/>
          </p:cNvSpPr>
          <p:nvPr/>
        </p:nvSpPr>
        <p:spPr bwMode="auto">
          <a:xfrm>
            <a:off x="1862138" y="1893894"/>
            <a:ext cx="0" cy="4537075"/>
          </a:xfrm>
          <a:prstGeom prst="line">
            <a:avLst/>
          </a:prstGeom>
          <a:noFill/>
          <a:ln w="12700">
            <a:solidFill>
              <a:schemeClr val="tx1"/>
            </a:solidFill>
            <a:round/>
            <a:headEnd/>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p>
            <a:endParaRPr lang="en-US" noProof="0" dirty="0"/>
          </a:p>
        </p:txBody>
      </p:sp>
      <p:sp>
        <p:nvSpPr>
          <p:cNvPr id="36878" name="Line 11">
            <a:extLst>
              <a:ext uri="{FF2B5EF4-FFF2-40B4-BE49-F238E27FC236}">
                <a16:creationId xmlns:a16="http://schemas.microsoft.com/office/drawing/2014/main" id="{2B42BBAC-4803-6731-A0FB-458ED85F02EB}"/>
              </a:ext>
            </a:extLst>
          </p:cNvPr>
          <p:cNvSpPr>
            <a:spLocks noChangeShapeType="1"/>
          </p:cNvSpPr>
          <p:nvPr/>
        </p:nvSpPr>
        <p:spPr bwMode="auto">
          <a:xfrm>
            <a:off x="4691063" y="1893894"/>
            <a:ext cx="0" cy="4537075"/>
          </a:xfrm>
          <a:prstGeom prst="line">
            <a:avLst/>
          </a:prstGeom>
          <a:noFill/>
          <a:ln w="12700">
            <a:solidFill>
              <a:schemeClr val="tx1"/>
            </a:solidFill>
            <a:round/>
            <a:headEnd/>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p>
            <a:endParaRPr lang="en-US" noProof="0" dirty="0"/>
          </a:p>
        </p:txBody>
      </p:sp>
      <p:sp>
        <p:nvSpPr>
          <p:cNvPr id="36879" name="Line 12">
            <a:extLst>
              <a:ext uri="{FF2B5EF4-FFF2-40B4-BE49-F238E27FC236}">
                <a16:creationId xmlns:a16="http://schemas.microsoft.com/office/drawing/2014/main" id="{5C6C2342-FF16-D747-1013-9CADDD7EC694}"/>
              </a:ext>
            </a:extLst>
          </p:cNvPr>
          <p:cNvSpPr>
            <a:spLocks noChangeShapeType="1"/>
          </p:cNvSpPr>
          <p:nvPr/>
        </p:nvSpPr>
        <p:spPr bwMode="auto">
          <a:xfrm>
            <a:off x="7500938" y="1893894"/>
            <a:ext cx="0" cy="4537075"/>
          </a:xfrm>
          <a:prstGeom prst="line">
            <a:avLst/>
          </a:prstGeom>
          <a:noFill/>
          <a:ln w="12700">
            <a:solidFill>
              <a:schemeClr val="tx1"/>
            </a:solidFill>
            <a:round/>
            <a:headEnd/>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p>
            <a:endParaRPr lang="en-US" noProof="0" dirty="0"/>
          </a:p>
        </p:txBody>
      </p:sp>
      <p:sp>
        <p:nvSpPr>
          <p:cNvPr id="36880" name="Line 13">
            <a:extLst>
              <a:ext uri="{FF2B5EF4-FFF2-40B4-BE49-F238E27FC236}">
                <a16:creationId xmlns:a16="http://schemas.microsoft.com/office/drawing/2014/main" id="{AE1BAF97-13D1-417A-2558-84E6CD17EC8C}"/>
              </a:ext>
            </a:extLst>
          </p:cNvPr>
          <p:cNvSpPr>
            <a:spLocks noChangeShapeType="1"/>
          </p:cNvSpPr>
          <p:nvPr/>
        </p:nvSpPr>
        <p:spPr bwMode="auto">
          <a:xfrm>
            <a:off x="10329863" y="1893894"/>
            <a:ext cx="0" cy="4537075"/>
          </a:xfrm>
          <a:prstGeom prst="line">
            <a:avLst/>
          </a:prstGeom>
          <a:noFill/>
          <a:ln w="12700">
            <a:solidFill>
              <a:schemeClr val="tx1"/>
            </a:solidFill>
            <a:round/>
            <a:headEnd/>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p>
            <a:endParaRPr lang="en-US" noProof="0" dirty="0"/>
          </a:p>
        </p:txBody>
      </p:sp>
      <p:sp>
        <p:nvSpPr>
          <p:cNvPr id="36881" name="Line 14">
            <a:extLst>
              <a:ext uri="{FF2B5EF4-FFF2-40B4-BE49-F238E27FC236}">
                <a16:creationId xmlns:a16="http://schemas.microsoft.com/office/drawing/2014/main" id="{DCE39F86-BB08-8769-18AD-E501E43D974E}"/>
              </a:ext>
            </a:extLst>
          </p:cNvPr>
          <p:cNvSpPr>
            <a:spLocks noChangeShapeType="1"/>
          </p:cNvSpPr>
          <p:nvPr/>
        </p:nvSpPr>
        <p:spPr bwMode="auto">
          <a:xfrm flipH="1">
            <a:off x="7535863" y="2424113"/>
            <a:ext cx="2817812" cy="0"/>
          </a:xfrm>
          <a:prstGeom prst="line">
            <a:avLst/>
          </a:prstGeom>
          <a:noFill/>
          <a:ln w="28575">
            <a:solidFill>
              <a:schemeClr val="tx2"/>
            </a:solidFill>
            <a:round/>
            <a:headEnd/>
            <a:tailEnd type="stealth"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spAutoFit/>
          </a:bodyPr>
          <a:lstStyle/>
          <a:p>
            <a:endParaRPr lang="en-US" noProof="0" dirty="0"/>
          </a:p>
        </p:txBody>
      </p:sp>
      <p:sp>
        <p:nvSpPr>
          <p:cNvPr id="36882" name="Line 15">
            <a:extLst>
              <a:ext uri="{FF2B5EF4-FFF2-40B4-BE49-F238E27FC236}">
                <a16:creationId xmlns:a16="http://schemas.microsoft.com/office/drawing/2014/main" id="{7984E0F1-DA64-D782-AB68-DE25DB2F337F}"/>
              </a:ext>
            </a:extLst>
          </p:cNvPr>
          <p:cNvSpPr>
            <a:spLocks noChangeShapeType="1"/>
          </p:cNvSpPr>
          <p:nvPr/>
        </p:nvSpPr>
        <p:spPr bwMode="auto">
          <a:xfrm flipH="1">
            <a:off x="7535863" y="2762250"/>
            <a:ext cx="2817812" cy="0"/>
          </a:xfrm>
          <a:prstGeom prst="line">
            <a:avLst/>
          </a:prstGeom>
          <a:noFill/>
          <a:ln w="28575">
            <a:solidFill>
              <a:schemeClr val="tx2"/>
            </a:solidFill>
            <a:round/>
            <a:headEnd type="stealth" w="lg" len="lg"/>
            <a:tailEnd type="non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spAutoFit/>
          </a:bodyPr>
          <a:lstStyle/>
          <a:p>
            <a:endParaRPr lang="en-US" noProof="0" dirty="0"/>
          </a:p>
        </p:txBody>
      </p:sp>
      <p:sp>
        <p:nvSpPr>
          <p:cNvPr id="36883" name="Line 16">
            <a:extLst>
              <a:ext uri="{FF2B5EF4-FFF2-40B4-BE49-F238E27FC236}">
                <a16:creationId xmlns:a16="http://schemas.microsoft.com/office/drawing/2014/main" id="{0ACDAF1D-9B84-EA56-AC85-C700B5F75DF3}"/>
              </a:ext>
            </a:extLst>
          </p:cNvPr>
          <p:cNvSpPr>
            <a:spLocks noChangeShapeType="1"/>
          </p:cNvSpPr>
          <p:nvPr/>
        </p:nvSpPr>
        <p:spPr bwMode="auto">
          <a:xfrm flipH="1">
            <a:off x="7535863" y="3101975"/>
            <a:ext cx="2817812" cy="0"/>
          </a:xfrm>
          <a:prstGeom prst="line">
            <a:avLst/>
          </a:prstGeom>
          <a:noFill/>
          <a:ln w="28575">
            <a:solidFill>
              <a:schemeClr val="accent1"/>
            </a:solidFill>
            <a:round/>
            <a:headEnd/>
            <a:tailEnd type="stealth"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spAutoFit/>
          </a:bodyPr>
          <a:lstStyle/>
          <a:p>
            <a:endParaRPr lang="en-US" noProof="0" dirty="0"/>
          </a:p>
        </p:txBody>
      </p:sp>
      <p:sp>
        <p:nvSpPr>
          <p:cNvPr id="36884" name="Line 17">
            <a:extLst>
              <a:ext uri="{FF2B5EF4-FFF2-40B4-BE49-F238E27FC236}">
                <a16:creationId xmlns:a16="http://schemas.microsoft.com/office/drawing/2014/main" id="{7505944B-230D-6681-BD9B-717D4C9435F0}"/>
              </a:ext>
            </a:extLst>
          </p:cNvPr>
          <p:cNvSpPr>
            <a:spLocks noChangeShapeType="1"/>
          </p:cNvSpPr>
          <p:nvPr/>
        </p:nvSpPr>
        <p:spPr bwMode="auto">
          <a:xfrm flipH="1">
            <a:off x="4672019" y="3441700"/>
            <a:ext cx="2820987" cy="0"/>
          </a:xfrm>
          <a:prstGeom prst="line">
            <a:avLst/>
          </a:prstGeom>
          <a:noFill/>
          <a:ln w="28575">
            <a:solidFill>
              <a:schemeClr val="tx2"/>
            </a:solidFill>
            <a:round/>
            <a:headEnd/>
            <a:tailEnd type="stealth"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spAutoFit/>
          </a:bodyPr>
          <a:lstStyle/>
          <a:p>
            <a:endParaRPr lang="en-US" noProof="0" dirty="0"/>
          </a:p>
        </p:txBody>
      </p:sp>
      <p:sp>
        <p:nvSpPr>
          <p:cNvPr id="36885" name="Line 18">
            <a:extLst>
              <a:ext uri="{FF2B5EF4-FFF2-40B4-BE49-F238E27FC236}">
                <a16:creationId xmlns:a16="http://schemas.microsoft.com/office/drawing/2014/main" id="{6ACF80A5-F8E5-A5DC-B353-1C4B318D8AA9}"/>
              </a:ext>
            </a:extLst>
          </p:cNvPr>
          <p:cNvSpPr>
            <a:spLocks noChangeShapeType="1"/>
          </p:cNvSpPr>
          <p:nvPr/>
        </p:nvSpPr>
        <p:spPr bwMode="auto">
          <a:xfrm flipH="1">
            <a:off x="4672019" y="3781425"/>
            <a:ext cx="2820987" cy="0"/>
          </a:xfrm>
          <a:prstGeom prst="line">
            <a:avLst/>
          </a:prstGeom>
          <a:noFill/>
          <a:ln w="28575">
            <a:solidFill>
              <a:schemeClr val="tx2"/>
            </a:solidFill>
            <a:round/>
            <a:headEnd type="stealth" w="lg" len="lg"/>
            <a:tailEnd type="non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spAutoFit/>
          </a:bodyPr>
          <a:lstStyle/>
          <a:p>
            <a:endParaRPr lang="en-US" noProof="0" dirty="0"/>
          </a:p>
        </p:txBody>
      </p:sp>
      <p:sp>
        <p:nvSpPr>
          <p:cNvPr id="36886" name="Line 19">
            <a:extLst>
              <a:ext uri="{FF2B5EF4-FFF2-40B4-BE49-F238E27FC236}">
                <a16:creationId xmlns:a16="http://schemas.microsoft.com/office/drawing/2014/main" id="{8E90BDCA-167A-7AA7-6DFA-25A057992391}"/>
              </a:ext>
            </a:extLst>
          </p:cNvPr>
          <p:cNvSpPr>
            <a:spLocks noChangeShapeType="1"/>
          </p:cNvSpPr>
          <p:nvPr/>
        </p:nvSpPr>
        <p:spPr bwMode="auto">
          <a:xfrm flipH="1">
            <a:off x="4672019" y="4121150"/>
            <a:ext cx="2820987" cy="0"/>
          </a:xfrm>
          <a:prstGeom prst="line">
            <a:avLst/>
          </a:prstGeom>
          <a:noFill/>
          <a:ln w="28575">
            <a:solidFill>
              <a:schemeClr val="accent1"/>
            </a:solidFill>
            <a:round/>
            <a:headEnd/>
            <a:tailEnd type="stealth"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spAutoFit/>
          </a:bodyPr>
          <a:lstStyle/>
          <a:p>
            <a:endParaRPr lang="en-US" noProof="0" dirty="0"/>
          </a:p>
        </p:txBody>
      </p:sp>
      <p:sp>
        <p:nvSpPr>
          <p:cNvPr id="36887" name="Line 20">
            <a:extLst>
              <a:ext uri="{FF2B5EF4-FFF2-40B4-BE49-F238E27FC236}">
                <a16:creationId xmlns:a16="http://schemas.microsoft.com/office/drawing/2014/main" id="{10058FD0-D76F-8795-3927-84A4243EDB4D}"/>
              </a:ext>
            </a:extLst>
          </p:cNvPr>
          <p:cNvSpPr>
            <a:spLocks noChangeShapeType="1"/>
          </p:cNvSpPr>
          <p:nvPr/>
        </p:nvSpPr>
        <p:spPr bwMode="auto">
          <a:xfrm flipH="1">
            <a:off x="1847852" y="4459288"/>
            <a:ext cx="2819400" cy="0"/>
          </a:xfrm>
          <a:prstGeom prst="line">
            <a:avLst/>
          </a:prstGeom>
          <a:noFill/>
          <a:ln w="28575">
            <a:solidFill>
              <a:schemeClr val="tx2"/>
            </a:solidFill>
            <a:round/>
            <a:headEnd/>
            <a:tailEnd type="stealth"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spAutoFit/>
          </a:bodyPr>
          <a:lstStyle/>
          <a:p>
            <a:endParaRPr lang="en-US" noProof="0" dirty="0"/>
          </a:p>
        </p:txBody>
      </p:sp>
      <p:sp>
        <p:nvSpPr>
          <p:cNvPr id="36888" name="Line 21">
            <a:extLst>
              <a:ext uri="{FF2B5EF4-FFF2-40B4-BE49-F238E27FC236}">
                <a16:creationId xmlns:a16="http://schemas.microsoft.com/office/drawing/2014/main" id="{CBEE35C6-8488-7ED7-57D6-4D01A48FBF1F}"/>
              </a:ext>
            </a:extLst>
          </p:cNvPr>
          <p:cNvSpPr>
            <a:spLocks noChangeShapeType="1"/>
          </p:cNvSpPr>
          <p:nvPr/>
        </p:nvSpPr>
        <p:spPr bwMode="auto">
          <a:xfrm flipH="1">
            <a:off x="1847852" y="4799013"/>
            <a:ext cx="2819400" cy="0"/>
          </a:xfrm>
          <a:prstGeom prst="line">
            <a:avLst/>
          </a:prstGeom>
          <a:noFill/>
          <a:ln w="28575">
            <a:solidFill>
              <a:schemeClr val="tx2"/>
            </a:solidFill>
            <a:round/>
            <a:headEnd type="stealth" w="lg" len="lg"/>
            <a:tailEnd type="non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spAutoFit/>
          </a:bodyPr>
          <a:lstStyle/>
          <a:p>
            <a:endParaRPr lang="en-US" noProof="0" dirty="0"/>
          </a:p>
        </p:txBody>
      </p:sp>
      <p:sp>
        <p:nvSpPr>
          <p:cNvPr id="36889" name="Line 22">
            <a:extLst>
              <a:ext uri="{FF2B5EF4-FFF2-40B4-BE49-F238E27FC236}">
                <a16:creationId xmlns:a16="http://schemas.microsoft.com/office/drawing/2014/main" id="{1257A15D-7BA2-FE8C-1A60-49128214ED98}"/>
              </a:ext>
            </a:extLst>
          </p:cNvPr>
          <p:cNvSpPr>
            <a:spLocks noChangeShapeType="1"/>
          </p:cNvSpPr>
          <p:nvPr/>
        </p:nvSpPr>
        <p:spPr bwMode="auto">
          <a:xfrm flipH="1">
            <a:off x="1836738" y="5138738"/>
            <a:ext cx="2819400" cy="0"/>
          </a:xfrm>
          <a:prstGeom prst="line">
            <a:avLst/>
          </a:prstGeom>
          <a:noFill/>
          <a:ln w="28575">
            <a:solidFill>
              <a:schemeClr val="accent1"/>
            </a:solidFill>
            <a:round/>
            <a:headEnd/>
            <a:tailEnd type="stealth"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spAutoFit/>
          </a:bodyPr>
          <a:lstStyle/>
          <a:p>
            <a:endParaRPr lang="en-US" noProof="0" dirty="0"/>
          </a:p>
        </p:txBody>
      </p:sp>
      <p:sp>
        <p:nvSpPr>
          <p:cNvPr id="36890" name="Line 23">
            <a:extLst>
              <a:ext uri="{FF2B5EF4-FFF2-40B4-BE49-F238E27FC236}">
                <a16:creationId xmlns:a16="http://schemas.microsoft.com/office/drawing/2014/main" id="{4707E341-4473-88A9-B5B3-1C328C9CA9BC}"/>
              </a:ext>
            </a:extLst>
          </p:cNvPr>
          <p:cNvSpPr>
            <a:spLocks noChangeShapeType="1"/>
          </p:cNvSpPr>
          <p:nvPr/>
        </p:nvSpPr>
        <p:spPr bwMode="auto">
          <a:xfrm flipH="1">
            <a:off x="1836738" y="5478463"/>
            <a:ext cx="2819400" cy="0"/>
          </a:xfrm>
          <a:prstGeom prst="line">
            <a:avLst/>
          </a:prstGeom>
          <a:noFill/>
          <a:ln w="28575">
            <a:solidFill>
              <a:schemeClr val="accent1"/>
            </a:solidFill>
            <a:round/>
            <a:headEnd type="stealth" w="lg" len="lg"/>
            <a:tailEnd type="non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spAutoFit/>
          </a:bodyPr>
          <a:lstStyle/>
          <a:p>
            <a:endParaRPr lang="en-US" noProof="0" dirty="0"/>
          </a:p>
        </p:txBody>
      </p:sp>
      <p:sp>
        <p:nvSpPr>
          <p:cNvPr id="36891" name="Line 24">
            <a:extLst>
              <a:ext uri="{FF2B5EF4-FFF2-40B4-BE49-F238E27FC236}">
                <a16:creationId xmlns:a16="http://schemas.microsoft.com/office/drawing/2014/main" id="{CE8FD797-58D9-BE9E-015E-AF71B155829E}"/>
              </a:ext>
            </a:extLst>
          </p:cNvPr>
          <p:cNvSpPr>
            <a:spLocks noChangeShapeType="1"/>
          </p:cNvSpPr>
          <p:nvPr/>
        </p:nvSpPr>
        <p:spPr bwMode="auto">
          <a:xfrm flipH="1">
            <a:off x="4705351" y="5818188"/>
            <a:ext cx="2820988" cy="0"/>
          </a:xfrm>
          <a:prstGeom prst="line">
            <a:avLst/>
          </a:prstGeom>
          <a:noFill/>
          <a:ln w="28575">
            <a:solidFill>
              <a:schemeClr val="accent1"/>
            </a:solidFill>
            <a:round/>
            <a:headEnd type="stealth" w="lg" len="lg"/>
            <a:tailEnd type="non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spAutoFit/>
          </a:bodyPr>
          <a:lstStyle/>
          <a:p>
            <a:endParaRPr lang="en-US" noProof="0" dirty="0"/>
          </a:p>
        </p:txBody>
      </p:sp>
      <p:sp>
        <p:nvSpPr>
          <p:cNvPr id="36892" name="Line 25">
            <a:extLst>
              <a:ext uri="{FF2B5EF4-FFF2-40B4-BE49-F238E27FC236}">
                <a16:creationId xmlns:a16="http://schemas.microsoft.com/office/drawing/2014/main" id="{DC9B2E2B-3757-E16B-493A-BDE3981A8E55}"/>
              </a:ext>
            </a:extLst>
          </p:cNvPr>
          <p:cNvSpPr>
            <a:spLocks noChangeShapeType="1"/>
          </p:cNvSpPr>
          <p:nvPr/>
        </p:nvSpPr>
        <p:spPr bwMode="auto">
          <a:xfrm flipH="1">
            <a:off x="7526338" y="6157913"/>
            <a:ext cx="2817812" cy="0"/>
          </a:xfrm>
          <a:prstGeom prst="line">
            <a:avLst/>
          </a:prstGeom>
          <a:noFill/>
          <a:ln w="28575">
            <a:solidFill>
              <a:schemeClr val="accent1"/>
            </a:solidFill>
            <a:round/>
            <a:headEnd type="stealth" w="lg" len="lg"/>
            <a:tailEnd type="non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spAutoFit/>
          </a:bodyPr>
          <a:lstStyle/>
          <a:p>
            <a:endParaRPr lang="en-US" noProof="0" dirty="0"/>
          </a:p>
        </p:txBody>
      </p:sp>
      <p:sp>
        <p:nvSpPr>
          <p:cNvPr id="36893" name="Text Box 26">
            <a:extLst>
              <a:ext uri="{FF2B5EF4-FFF2-40B4-BE49-F238E27FC236}">
                <a16:creationId xmlns:a16="http://schemas.microsoft.com/office/drawing/2014/main" id="{DBACB5F7-91D6-BC5D-C7AC-D29CDB9DCFA9}"/>
              </a:ext>
            </a:extLst>
          </p:cNvPr>
          <p:cNvSpPr txBox="1">
            <a:spLocks noChangeArrowheads="1"/>
          </p:cNvSpPr>
          <p:nvPr/>
        </p:nvSpPr>
        <p:spPr bwMode="auto">
          <a:xfrm>
            <a:off x="8356607" y="2360618"/>
            <a:ext cx="1185559" cy="402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spAutoFit/>
          </a:bodyPr>
          <a:lstStyle>
            <a:lvl1pPr>
              <a:spcBef>
                <a:spcPct val="20000"/>
              </a:spcBef>
              <a:buClr>
                <a:schemeClr val="tx2"/>
              </a:buClr>
              <a:buSzPct val="7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a:spcBef>
                <a:spcPct val="50000"/>
              </a:spcBef>
              <a:buClrTx/>
              <a:buSzTx/>
              <a:buFontTx/>
              <a:buNone/>
            </a:pPr>
            <a:r>
              <a:rPr lang="en-US" sz="2000" noProof="0" dirty="0" err="1"/>
              <a:t>arp</a:t>
            </a:r>
            <a:r>
              <a:rPr lang="en-US" sz="2000" noProof="0" dirty="0"/>
              <a:t> reply</a:t>
            </a:r>
          </a:p>
        </p:txBody>
      </p:sp>
      <p:sp>
        <p:nvSpPr>
          <p:cNvPr id="36894" name="Text Box 27">
            <a:extLst>
              <a:ext uri="{FF2B5EF4-FFF2-40B4-BE49-F238E27FC236}">
                <a16:creationId xmlns:a16="http://schemas.microsoft.com/office/drawing/2014/main" id="{1D05E185-5232-3969-A42A-301E3585C4E2}"/>
              </a:ext>
            </a:extLst>
          </p:cNvPr>
          <p:cNvSpPr txBox="1">
            <a:spLocks noChangeArrowheads="1"/>
          </p:cNvSpPr>
          <p:nvPr/>
        </p:nvSpPr>
        <p:spPr bwMode="auto">
          <a:xfrm>
            <a:off x="8448681" y="2043118"/>
            <a:ext cx="998007" cy="402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spAutoFit/>
          </a:bodyPr>
          <a:lstStyle>
            <a:lvl1pPr>
              <a:spcBef>
                <a:spcPct val="20000"/>
              </a:spcBef>
              <a:buClr>
                <a:schemeClr val="tx2"/>
              </a:buClr>
              <a:buSzPct val="7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a:spcBef>
                <a:spcPct val="50000"/>
              </a:spcBef>
              <a:buClrTx/>
              <a:buSzTx/>
              <a:buFontTx/>
              <a:buNone/>
            </a:pPr>
            <a:r>
              <a:rPr lang="en-US" sz="2000" noProof="0" dirty="0" err="1"/>
              <a:t>arp</a:t>
            </a:r>
            <a:r>
              <a:rPr lang="en-US" sz="2000" noProof="0" dirty="0"/>
              <a:t> req</a:t>
            </a:r>
          </a:p>
        </p:txBody>
      </p:sp>
      <p:sp>
        <p:nvSpPr>
          <p:cNvPr id="36895" name="Text Box 28">
            <a:extLst>
              <a:ext uri="{FF2B5EF4-FFF2-40B4-BE49-F238E27FC236}">
                <a16:creationId xmlns:a16="http://schemas.microsoft.com/office/drawing/2014/main" id="{F297F753-6565-6B7E-1185-EC0A646FFB72}"/>
              </a:ext>
            </a:extLst>
          </p:cNvPr>
          <p:cNvSpPr txBox="1">
            <a:spLocks noChangeArrowheads="1"/>
          </p:cNvSpPr>
          <p:nvPr/>
        </p:nvSpPr>
        <p:spPr bwMode="auto">
          <a:xfrm>
            <a:off x="5478470" y="3370268"/>
            <a:ext cx="1185559" cy="402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spAutoFit/>
          </a:bodyPr>
          <a:lstStyle>
            <a:lvl1pPr>
              <a:spcBef>
                <a:spcPct val="20000"/>
              </a:spcBef>
              <a:buClr>
                <a:schemeClr val="tx2"/>
              </a:buClr>
              <a:buSzPct val="7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a:spcBef>
                <a:spcPct val="50000"/>
              </a:spcBef>
              <a:buClrTx/>
              <a:buSzTx/>
              <a:buFontTx/>
              <a:buNone/>
            </a:pPr>
            <a:r>
              <a:rPr lang="en-US" sz="2000" noProof="0" dirty="0" err="1"/>
              <a:t>arp</a:t>
            </a:r>
            <a:r>
              <a:rPr lang="en-US" sz="2000" noProof="0" dirty="0"/>
              <a:t> reply</a:t>
            </a:r>
          </a:p>
        </p:txBody>
      </p:sp>
      <p:sp>
        <p:nvSpPr>
          <p:cNvPr id="36896" name="Text Box 29">
            <a:extLst>
              <a:ext uri="{FF2B5EF4-FFF2-40B4-BE49-F238E27FC236}">
                <a16:creationId xmlns:a16="http://schemas.microsoft.com/office/drawing/2014/main" id="{BBA2621F-859D-96FC-8AD1-9176FB2AE102}"/>
              </a:ext>
            </a:extLst>
          </p:cNvPr>
          <p:cNvSpPr txBox="1">
            <a:spLocks noChangeArrowheads="1"/>
          </p:cNvSpPr>
          <p:nvPr/>
        </p:nvSpPr>
        <p:spPr bwMode="auto">
          <a:xfrm>
            <a:off x="5570545" y="3033718"/>
            <a:ext cx="998007" cy="402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spAutoFit/>
          </a:bodyPr>
          <a:lstStyle>
            <a:lvl1pPr>
              <a:spcBef>
                <a:spcPct val="20000"/>
              </a:spcBef>
              <a:buClr>
                <a:schemeClr val="tx2"/>
              </a:buClr>
              <a:buSzPct val="7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a:spcBef>
                <a:spcPct val="50000"/>
              </a:spcBef>
              <a:buClrTx/>
              <a:buSzTx/>
              <a:buFontTx/>
              <a:buNone/>
            </a:pPr>
            <a:r>
              <a:rPr lang="en-US" sz="2000" noProof="0" dirty="0" err="1"/>
              <a:t>arp</a:t>
            </a:r>
            <a:r>
              <a:rPr lang="en-US" sz="2000" noProof="0" dirty="0"/>
              <a:t> req</a:t>
            </a:r>
          </a:p>
        </p:txBody>
      </p:sp>
      <p:sp>
        <p:nvSpPr>
          <p:cNvPr id="36897" name="Text Box 30">
            <a:extLst>
              <a:ext uri="{FF2B5EF4-FFF2-40B4-BE49-F238E27FC236}">
                <a16:creationId xmlns:a16="http://schemas.microsoft.com/office/drawing/2014/main" id="{0A7FFC1D-4CCB-BD71-7540-DF9F82DD1C15}"/>
              </a:ext>
            </a:extLst>
          </p:cNvPr>
          <p:cNvSpPr txBox="1">
            <a:spLocks noChangeArrowheads="1"/>
          </p:cNvSpPr>
          <p:nvPr/>
        </p:nvSpPr>
        <p:spPr bwMode="auto">
          <a:xfrm>
            <a:off x="2668595" y="4378330"/>
            <a:ext cx="1185559" cy="402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spAutoFit/>
          </a:bodyPr>
          <a:lstStyle>
            <a:lvl1pPr>
              <a:spcBef>
                <a:spcPct val="20000"/>
              </a:spcBef>
              <a:buClr>
                <a:schemeClr val="tx2"/>
              </a:buClr>
              <a:buSzPct val="7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a:spcBef>
                <a:spcPct val="50000"/>
              </a:spcBef>
              <a:buClrTx/>
              <a:buSzTx/>
              <a:buFontTx/>
              <a:buNone/>
            </a:pPr>
            <a:r>
              <a:rPr lang="en-US" sz="2000" noProof="0" dirty="0" err="1"/>
              <a:t>arp</a:t>
            </a:r>
            <a:r>
              <a:rPr lang="en-US" sz="2000" noProof="0" dirty="0"/>
              <a:t> reply</a:t>
            </a:r>
          </a:p>
        </p:txBody>
      </p:sp>
      <p:sp>
        <p:nvSpPr>
          <p:cNvPr id="36898" name="Text Box 31">
            <a:extLst>
              <a:ext uri="{FF2B5EF4-FFF2-40B4-BE49-F238E27FC236}">
                <a16:creationId xmlns:a16="http://schemas.microsoft.com/office/drawing/2014/main" id="{7046BFE3-6D25-9ABF-F905-30A8BB551139}"/>
              </a:ext>
            </a:extLst>
          </p:cNvPr>
          <p:cNvSpPr txBox="1">
            <a:spLocks noChangeArrowheads="1"/>
          </p:cNvSpPr>
          <p:nvPr/>
        </p:nvSpPr>
        <p:spPr bwMode="auto">
          <a:xfrm>
            <a:off x="2763845" y="4037018"/>
            <a:ext cx="998007" cy="402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spAutoFit/>
          </a:bodyPr>
          <a:lstStyle>
            <a:lvl1pPr>
              <a:spcBef>
                <a:spcPct val="20000"/>
              </a:spcBef>
              <a:buClr>
                <a:schemeClr val="tx2"/>
              </a:buClr>
              <a:buSzPct val="7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a:spcBef>
                <a:spcPct val="50000"/>
              </a:spcBef>
              <a:buClrTx/>
              <a:buSzTx/>
              <a:buFontTx/>
              <a:buNone/>
            </a:pPr>
            <a:r>
              <a:rPr lang="en-US" sz="2000" noProof="0" dirty="0" err="1"/>
              <a:t>arp</a:t>
            </a:r>
            <a:r>
              <a:rPr lang="en-US" sz="2000" noProof="0" dirty="0"/>
              <a:t> req</a:t>
            </a:r>
          </a:p>
        </p:txBody>
      </p:sp>
      <p:sp>
        <p:nvSpPr>
          <p:cNvPr id="36899" name="Text Box 32">
            <a:extLst>
              <a:ext uri="{FF2B5EF4-FFF2-40B4-BE49-F238E27FC236}">
                <a16:creationId xmlns:a16="http://schemas.microsoft.com/office/drawing/2014/main" id="{5739D47F-B753-D071-95AE-BC55D6010DFD}"/>
              </a:ext>
            </a:extLst>
          </p:cNvPr>
          <p:cNvSpPr txBox="1">
            <a:spLocks noChangeArrowheads="1"/>
          </p:cNvSpPr>
          <p:nvPr/>
        </p:nvSpPr>
        <p:spPr bwMode="auto">
          <a:xfrm>
            <a:off x="8055434" y="2720980"/>
            <a:ext cx="1778670" cy="402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spAutoFit/>
          </a:bodyPr>
          <a:lstStyle>
            <a:lvl1pPr>
              <a:spcBef>
                <a:spcPct val="20000"/>
              </a:spcBef>
              <a:buClr>
                <a:schemeClr val="tx2"/>
              </a:buClr>
              <a:buSzPct val="7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algn="ctr">
              <a:spcBef>
                <a:spcPct val="50000"/>
              </a:spcBef>
              <a:buClrTx/>
              <a:buSzTx/>
              <a:buFontTx/>
              <a:buNone/>
            </a:pPr>
            <a:r>
              <a:rPr lang="en-US" sz="2000" noProof="0" dirty="0" err="1"/>
              <a:t>icmp</a:t>
            </a:r>
            <a:r>
              <a:rPr lang="en-US" sz="2000" noProof="0" dirty="0"/>
              <a:t> echo req</a:t>
            </a:r>
          </a:p>
        </p:txBody>
      </p:sp>
      <p:sp>
        <p:nvSpPr>
          <p:cNvPr id="36900" name="Text Box 33">
            <a:extLst>
              <a:ext uri="{FF2B5EF4-FFF2-40B4-BE49-F238E27FC236}">
                <a16:creationId xmlns:a16="http://schemas.microsoft.com/office/drawing/2014/main" id="{D8F3409A-9BF3-593F-DF05-BF70B8CDBF47}"/>
              </a:ext>
            </a:extLst>
          </p:cNvPr>
          <p:cNvSpPr txBox="1">
            <a:spLocks noChangeArrowheads="1"/>
          </p:cNvSpPr>
          <p:nvPr/>
        </p:nvSpPr>
        <p:spPr bwMode="auto">
          <a:xfrm>
            <a:off x="5177297" y="3719518"/>
            <a:ext cx="1778670" cy="402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spAutoFit/>
          </a:bodyPr>
          <a:lstStyle>
            <a:lvl1pPr>
              <a:spcBef>
                <a:spcPct val="20000"/>
              </a:spcBef>
              <a:buClr>
                <a:schemeClr val="tx2"/>
              </a:buClr>
              <a:buSzPct val="7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algn="ctr">
              <a:spcBef>
                <a:spcPct val="50000"/>
              </a:spcBef>
              <a:buClrTx/>
              <a:buSzTx/>
              <a:buFontTx/>
              <a:buNone/>
            </a:pPr>
            <a:r>
              <a:rPr lang="en-US" sz="2000" noProof="0" dirty="0" err="1"/>
              <a:t>icmp</a:t>
            </a:r>
            <a:r>
              <a:rPr lang="en-US" sz="2000" noProof="0" dirty="0"/>
              <a:t> echo req</a:t>
            </a:r>
          </a:p>
        </p:txBody>
      </p:sp>
      <p:sp>
        <p:nvSpPr>
          <p:cNvPr id="36901" name="Text Box 34">
            <a:extLst>
              <a:ext uri="{FF2B5EF4-FFF2-40B4-BE49-F238E27FC236}">
                <a16:creationId xmlns:a16="http://schemas.microsoft.com/office/drawing/2014/main" id="{31F33150-0883-3BC3-7AB2-E95699D299A2}"/>
              </a:ext>
            </a:extLst>
          </p:cNvPr>
          <p:cNvSpPr txBox="1">
            <a:spLocks noChangeArrowheads="1"/>
          </p:cNvSpPr>
          <p:nvPr/>
        </p:nvSpPr>
        <p:spPr bwMode="auto">
          <a:xfrm>
            <a:off x="2356309" y="4737105"/>
            <a:ext cx="1778670" cy="402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spAutoFit/>
          </a:bodyPr>
          <a:lstStyle>
            <a:lvl1pPr>
              <a:spcBef>
                <a:spcPct val="20000"/>
              </a:spcBef>
              <a:buClr>
                <a:schemeClr val="tx2"/>
              </a:buClr>
              <a:buSzPct val="7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algn="ctr">
              <a:spcBef>
                <a:spcPct val="50000"/>
              </a:spcBef>
              <a:buClrTx/>
              <a:buSzTx/>
              <a:buFontTx/>
              <a:buNone/>
            </a:pPr>
            <a:r>
              <a:rPr lang="en-US" sz="2000" noProof="0" dirty="0" err="1"/>
              <a:t>icmp</a:t>
            </a:r>
            <a:r>
              <a:rPr lang="en-US" sz="2000" noProof="0" dirty="0"/>
              <a:t> echo req</a:t>
            </a:r>
          </a:p>
        </p:txBody>
      </p:sp>
      <p:sp>
        <p:nvSpPr>
          <p:cNvPr id="36902" name="Text Box 35">
            <a:extLst>
              <a:ext uri="{FF2B5EF4-FFF2-40B4-BE49-F238E27FC236}">
                <a16:creationId xmlns:a16="http://schemas.microsoft.com/office/drawing/2014/main" id="{3C6E925C-7AC3-EC07-C63E-BEF2C5C7FEA8}"/>
              </a:ext>
            </a:extLst>
          </p:cNvPr>
          <p:cNvSpPr txBox="1">
            <a:spLocks noChangeArrowheads="1"/>
          </p:cNvSpPr>
          <p:nvPr/>
        </p:nvSpPr>
        <p:spPr bwMode="auto">
          <a:xfrm>
            <a:off x="2263334" y="5091118"/>
            <a:ext cx="1966221" cy="402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spAutoFit/>
          </a:bodyPr>
          <a:lstStyle>
            <a:lvl1pPr>
              <a:spcBef>
                <a:spcPct val="20000"/>
              </a:spcBef>
              <a:buClr>
                <a:schemeClr val="tx2"/>
              </a:buClr>
              <a:buSzPct val="7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algn="ctr">
              <a:spcBef>
                <a:spcPct val="50000"/>
              </a:spcBef>
              <a:buClrTx/>
              <a:buSzTx/>
              <a:buFontTx/>
              <a:buNone/>
            </a:pPr>
            <a:r>
              <a:rPr lang="en-US" sz="2000" noProof="0" dirty="0" err="1"/>
              <a:t>icmp</a:t>
            </a:r>
            <a:r>
              <a:rPr lang="en-US" sz="2000" noProof="0" dirty="0"/>
              <a:t> echo reply</a:t>
            </a:r>
          </a:p>
        </p:txBody>
      </p:sp>
      <p:sp>
        <p:nvSpPr>
          <p:cNvPr id="36903" name="Text Box 36">
            <a:extLst>
              <a:ext uri="{FF2B5EF4-FFF2-40B4-BE49-F238E27FC236}">
                <a16:creationId xmlns:a16="http://schemas.microsoft.com/office/drawing/2014/main" id="{0D1C6007-379B-0A65-A967-185C9FC88FB6}"/>
              </a:ext>
            </a:extLst>
          </p:cNvPr>
          <p:cNvSpPr txBox="1">
            <a:spLocks noChangeArrowheads="1"/>
          </p:cNvSpPr>
          <p:nvPr/>
        </p:nvSpPr>
        <p:spPr bwMode="auto">
          <a:xfrm>
            <a:off x="5131947" y="5422905"/>
            <a:ext cx="1966221" cy="402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spAutoFit/>
          </a:bodyPr>
          <a:lstStyle>
            <a:lvl1pPr>
              <a:spcBef>
                <a:spcPct val="20000"/>
              </a:spcBef>
              <a:buClr>
                <a:schemeClr val="tx2"/>
              </a:buClr>
              <a:buSzPct val="7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algn="ctr">
              <a:spcBef>
                <a:spcPct val="50000"/>
              </a:spcBef>
              <a:buClrTx/>
              <a:buSzTx/>
              <a:buFontTx/>
              <a:buNone/>
            </a:pPr>
            <a:r>
              <a:rPr lang="en-US" sz="2000" noProof="0" dirty="0" err="1"/>
              <a:t>icmp</a:t>
            </a:r>
            <a:r>
              <a:rPr lang="en-US" sz="2000" noProof="0" dirty="0"/>
              <a:t> echo reply</a:t>
            </a:r>
          </a:p>
        </p:txBody>
      </p:sp>
      <p:sp>
        <p:nvSpPr>
          <p:cNvPr id="36904" name="Text Box 37">
            <a:extLst>
              <a:ext uri="{FF2B5EF4-FFF2-40B4-BE49-F238E27FC236}">
                <a16:creationId xmlns:a16="http://schemas.microsoft.com/office/drawing/2014/main" id="{89E7C680-B360-80E9-FCC6-25D6F60369CB}"/>
              </a:ext>
            </a:extLst>
          </p:cNvPr>
          <p:cNvSpPr txBox="1">
            <a:spLocks noChangeArrowheads="1"/>
          </p:cNvSpPr>
          <p:nvPr/>
        </p:nvSpPr>
        <p:spPr bwMode="auto">
          <a:xfrm>
            <a:off x="7973571" y="5745168"/>
            <a:ext cx="1966221" cy="402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spAutoFit/>
          </a:bodyPr>
          <a:lstStyle>
            <a:lvl1pPr>
              <a:spcBef>
                <a:spcPct val="20000"/>
              </a:spcBef>
              <a:buClr>
                <a:schemeClr val="tx2"/>
              </a:buClr>
              <a:buSzPct val="7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algn="ctr">
              <a:spcBef>
                <a:spcPct val="50000"/>
              </a:spcBef>
              <a:buClrTx/>
              <a:buSzTx/>
              <a:buFontTx/>
              <a:buNone/>
            </a:pPr>
            <a:r>
              <a:rPr lang="en-US" sz="2000" noProof="0" dirty="0" err="1"/>
              <a:t>icmp</a:t>
            </a:r>
            <a:r>
              <a:rPr lang="en-US" sz="2000" noProof="0" dirty="0"/>
              <a:t> echo reply</a:t>
            </a:r>
          </a:p>
        </p:txBody>
      </p:sp>
      <p:sp>
        <p:nvSpPr>
          <p:cNvPr id="36905" name="Text Box 38">
            <a:extLst>
              <a:ext uri="{FF2B5EF4-FFF2-40B4-BE49-F238E27FC236}">
                <a16:creationId xmlns:a16="http://schemas.microsoft.com/office/drawing/2014/main" id="{33DCD8A0-8C42-5C02-5E29-D90C79726E65}"/>
              </a:ext>
            </a:extLst>
          </p:cNvPr>
          <p:cNvSpPr txBox="1">
            <a:spLocks noChangeArrowheads="1"/>
          </p:cNvSpPr>
          <p:nvPr/>
        </p:nvSpPr>
        <p:spPr bwMode="auto">
          <a:xfrm rot="16200000">
            <a:off x="1211184" y="3486004"/>
            <a:ext cx="774869" cy="46384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spAutoFit/>
          </a:bodyPr>
          <a:lstStyle>
            <a:lvl1pPr>
              <a:spcBef>
                <a:spcPct val="20000"/>
              </a:spcBef>
              <a:buClr>
                <a:schemeClr val="tx2"/>
              </a:buClr>
              <a:buSzPct val="7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a:spcBef>
                <a:spcPct val="50000"/>
              </a:spcBef>
              <a:buClrTx/>
              <a:buSzTx/>
              <a:buFontTx/>
              <a:buNone/>
            </a:pPr>
            <a:r>
              <a:rPr lang="en-US" sz="2400" noProof="0" dirty="0"/>
              <a:t>time</a:t>
            </a:r>
          </a:p>
        </p:txBody>
      </p:sp>
      <p:sp>
        <p:nvSpPr>
          <p:cNvPr id="36906" name="Text Box 41">
            <a:extLst>
              <a:ext uri="{FF2B5EF4-FFF2-40B4-BE49-F238E27FC236}">
                <a16:creationId xmlns:a16="http://schemas.microsoft.com/office/drawing/2014/main" id="{DC448842-A5C5-32D6-E449-D28B11A0A315}"/>
              </a:ext>
            </a:extLst>
          </p:cNvPr>
          <p:cNvSpPr txBox="1">
            <a:spLocks noChangeArrowheads="1"/>
          </p:cNvSpPr>
          <p:nvPr/>
        </p:nvSpPr>
        <p:spPr bwMode="auto">
          <a:xfrm>
            <a:off x="3079750" y="1052518"/>
            <a:ext cx="427018" cy="52540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spAutoFit/>
          </a:bodyPr>
          <a:lstStyle>
            <a:lvl1pPr>
              <a:spcBef>
                <a:spcPct val="20000"/>
              </a:spcBef>
              <a:buClr>
                <a:schemeClr val="tx2"/>
              </a:buClr>
              <a:buSzPct val="7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a:spcBef>
                <a:spcPct val="50000"/>
              </a:spcBef>
              <a:buClrTx/>
              <a:buSzTx/>
              <a:buFontTx/>
              <a:buNone/>
            </a:pPr>
            <a:r>
              <a:rPr lang="en-US" sz="2800" b="1" noProof="0" dirty="0">
                <a:solidFill>
                  <a:schemeClr val="accent1"/>
                </a:solidFill>
              </a:rPr>
              <a:t>A</a:t>
            </a:r>
            <a:endParaRPr lang="en-US" sz="2800" noProof="0" dirty="0">
              <a:solidFill>
                <a:schemeClr val="accent1"/>
              </a:solidFill>
            </a:endParaRPr>
          </a:p>
        </p:txBody>
      </p:sp>
      <p:sp>
        <p:nvSpPr>
          <p:cNvPr id="36907" name="Text Box 43">
            <a:extLst>
              <a:ext uri="{FF2B5EF4-FFF2-40B4-BE49-F238E27FC236}">
                <a16:creationId xmlns:a16="http://schemas.microsoft.com/office/drawing/2014/main" id="{B5723FDC-496E-9F5C-52CA-1E6ABF5FA7D1}"/>
              </a:ext>
            </a:extLst>
          </p:cNvPr>
          <p:cNvSpPr txBox="1">
            <a:spLocks noChangeArrowheads="1"/>
          </p:cNvSpPr>
          <p:nvPr/>
        </p:nvSpPr>
        <p:spPr bwMode="auto">
          <a:xfrm>
            <a:off x="5888038" y="1052518"/>
            <a:ext cx="428620" cy="52540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spAutoFit/>
          </a:bodyPr>
          <a:lstStyle>
            <a:lvl1pPr>
              <a:spcBef>
                <a:spcPct val="20000"/>
              </a:spcBef>
              <a:buClr>
                <a:schemeClr val="tx2"/>
              </a:buClr>
              <a:buSzPct val="7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a:spcBef>
                <a:spcPct val="50000"/>
              </a:spcBef>
              <a:buClrTx/>
              <a:buSzTx/>
              <a:buFontTx/>
              <a:buNone/>
            </a:pPr>
            <a:r>
              <a:rPr lang="en-US" sz="2800" b="1" noProof="0" dirty="0">
                <a:solidFill>
                  <a:schemeClr val="accent1"/>
                </a:solidFill>
              </a:rPr>
              <a:t>B</a:t>
            </a:r>
            <a:endParaRPr lang="en-US" sz="2800" noProof="0" dirty="0">
              <a:solidFill>
                <a:schemeClr val="accent1"/>
              </a:solidFill>
            </a:endParaRPr>
          </a:p>
        </p:txBody>
      </p:sp>
      <p:sp>
        <p:nvSpPr>
          <p:cNvPr id="36908" name="Text Box 44">
            <a:extLst>
              <a:ext uri="{FF2B5EF4-FFF2-40B4-BE49-F238E27FC236}">
                <a16:creationId xmlns:a16="http://schemas.microsoft.com/office/drawing/2014/main" id="{4B1F4800-15FC-0C87-9C3A-4E0B49263228}"/>
              </a:ext>
            </a:extLst>
          </p:cNvPr>
          <p:cNvSpPr txBox="1">
            <a:spLocks noChangeArrowheads="1"/>
          </p:cNvSpPr>
          <p:nvPr/>
        </p:nvSpPr>
        <p:spPr bwMode="auto">
          <a:xfrm>
            <a:off x="8724900" y="1052518"/>
            <a:ext cx="422208" cy="52540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spAutoFit/>
          </a:bodyPr>
          <a:lstStyle>
            <a:lvl1pPr>
              <a:spcBef>
                <a:spcPct val="20000"/>
              </a:spcBef>
              <a:buClr>
                <a:schemeClr val="tx2"/>
              </a:buClr>
              <a:buSzPct val="7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a:spcBef>
                <a:spcPct val="50000"/>
              </a:spcBef>
              <a:buClrTx/>
              <a:buSzTx/>
              <a:buFontTx/>
              <a:buNone/>
            </a:pPr>
            <a:r>
              <a:rPr lang="en-US" sz="2800" b="1" noProof="0" dirty="0">
                <a:solidFill>
                  <a:schemeClr val="accent1"/>
                </a:solidFill>
              </a:rPr>
              <a:t>C</a:t>
            </a:r>
            <a:endParaRPr lang="en-US" sz="2800" noProof="0" dirty="0">
              <a:solidFill>
                <a:schemeClr val="accent1"/>
              </a:solidFill>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60">
            <a:extLst>
              <a:ext uri="{FF2B5EF4-FFF2-40B4-BE49-F238E27FC236}">
                <a16:creationId xmlns:a16="http://schemas.microsoft.com/office/drawing/2014/main" id="{D52C1193-E72F-9504-F8A2-1C3CD7C9A60A}"/>
              </a:ext>
            </a:extLst>
          </p:cNvPr>
          <p:cNvSpPr>
            <a:spLocks noGrp="1" noChangeArrowheads="1"/>
          </p:cNvSpPr>
          <p:nvPr>
            <p:ph type="ctrTitle"/>
          </p:nvPr>
        </p:nvSpPr>
        <p:spPr>
          <a:xfrm>
            <a:off x="914400" y="2995612"/>
            <a:ext cx="10363200" cy="866775"/>
          </a:xfrm>
        </p:spPr>
        <p:txBody>
          <a:bodyPr/>
          <a:lstStyle/>
          <a:p>
            <a:pPr eaLnBrk="1" hangingPunct="1"/>
            <a:r>
              <a:rPr lang="en-US" noProof="0" dirty="0"/>
              <a:t>traceroute from pc2 to pc1 and related </a:t>
            </a:r>
            <a:r>
              <a:rPr lang="en-US" noProof="0" dirty="0" err="1"/>
              <a:t>arp</a:t>
            </a:r>
            <a:r>
              <a:rPr lang="en-US" noProof="0" dirty="0"/>
              <a:t> behavior</a:t>
            </a:r>
          </a:p>
        </p:txBody>
      </p:sp>
    </p:spTree>
    <p:extLst>
      <p:ext uri="{BB962C8B-B14F-4D97-AF65-F5344CB8AC3E}">
        <p14:creationId xmlns:p14="http://schemas.microsoft.com/office/powerpoint/2010/main" val="2708625525"/>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6" name="Rectangle 2">
            <a:extLst>
              <a:ext uri="{FF2B5EF4-FFF2-40B4-BE49-F238E27FC236}">
                <a16:creationId xmlns:a16="http://schemas.microsoft.com/office/drawing/2014/main" id="{FB2E0A32-A59E-7612-9251-F9780ACA9F1D}"/>
              </a:ext>
            </a:extLst>
          </p:cNvPr>
          <p:cNvSpPr>
            <a:spLocks noGrp="1" noChangeArrowheads="1"/>
          </p:cNvSpPr>
          <p:nvPr>
            <p:ph type="title"/>
          </p:nvPr>
        </p:nvSpPr>
        <p:spPr/>
        <p:txBody>
          <a:bodyPr/>
          <a:lstStyle/>
          <a:p>
            <a:pPr eaLnBrk="1" hangingPunct="1"/>
            <a:r>
              <a:rPr lang="en-US" noProof="0" dirty="0"/>
              <a:t>sniff the traffic</a:t>
            </a:r>
          </a:p>
        </p:txBody>
      </p:sp>
      <p:sp>
        <p:nvSpPr>
          <p:cNvPr id="18437" name="Rectangle 10">
            <a:extLst>
              <a:ext uri="{FF2B5EF4-FFF2-40B4-BE49-F238E27FC236}">
                <a16:creationId xmlns:a16="http://schemas.microsoft.com/office/drawing/2014/main" id="{AFF8E2DB-E1FE-B10A-80D1-645659F9A094}"/>
              </a:ext>
            </a:extLst>
          </p:cNvPr>
          <p:cNvSpPr>
            <a:spLocks noGrp="1" noChangeArrowheads="1"/>
          </p:cNvSpPr>
          <p:nvPr>
            <p:ph idx="1"/>
          </p:nvPr>
        </p:nvSpPr>
        <p:spPr/>
        <p:txBody>
          <a:bodyPr>
            <a:noAutofit/>
          </a:bodyPr>
          <a:lstStyle/>
          <a:p>
            <a:pPr eaLnBrk="1" hangingPunct="1"/>
            <a:r>
              <a:rPr lang="en-US" sz="2800" noProof="0" dirty="0"/>
              <a:t>the </a:t>
            </a:r>
            <a:r>
              <a:rPr lang="en-US" sz="2800" noProof="0" dirty="0" err="1"/>
              <a:t>wireshark</a:t>
            </a:r>
            <a:r>
              <a:rPr lang="en-US" sz="2800" noProof="0" dirty="0"/>
              <a:t> host is already connected to collision domain C</a:t>
            </a:r>
          </a:p>
          <a:p>
            <a:pPr eaLnBrk="1" hangingPunct="1"/>
            <a:r>
              <a:rPr lang="en-US" sz="2800" noProof="0" dirty="0"/>
              <a:t>open any browser on the host machine </a:t>
            </a:r>
          </a:p>
          <a:p>
            <a:pPr lvl="1"/>
            <a:r>
              <a:rPr lang="en-US" sz="2400" noProof="0" dirty="0"/>
              <a:t>on </a:t>
            </a:r>
            <a:r>
              <a:rPr lang="en-US" sz="2400" b="1" noProof="0" dirty="0"/>
              <a:t>localhost:3000 </a:t>
            </a:r>
          </a:p>
          <a:p>
            <a:pPr lvl="1"/>
            <a:r>
              <a:rPr lang="en-US" sz="2400" noProof="0" dirty="0"/>
              <a:t>sniff eth1</a:t>
            </a:r>
          </a:p>
        </p:txBody>
      </p:sp>
      <p:sp>
        <p:nvSpPr>
          <p:cNvPr id="35" name="Segnaposto data 3">
            <a:extLst>
              <a:ext uri="{FF2B5EF4-FFF2-40B4-BE49-F238E27FC236}">
                <a16:creationId xmlns:a16="http://schemas.microsoft.com/office/drawing/2014/main" id="{7B1F9DF1-1F0D-8325-DDE9-67D58F707DBA}"/>
              </a:ext>
            </a:extLst>
          </p:cNvPr>
          <p:cNvSpPr>
            <a:spLocks noGrp="1"/>
          </p:cNvSpPr>
          <p:nvPr>
            <p:ph type="dt" sz="half" idx="10"/>
          </p:nvPr>
        </p:nvSpPr>
        <p:spPr/>
        <p:txBody>
          <a:bodyPr/>
          <a:lstStyle/>
          <a:p>
            <a:pPr>
              <a:defRPr/>
            </a:pPr>
            <a:r>
              <a:rPr lang="en-US" noProof="0"/>
              <a:t>last update: Oct 2026</a:t>
            </a:r>
            <a:endParaRPr lang="en-US" noProof="0" dirty="0"/>
          </a:p>
        </p:txBody>
      </p:sp>
      <p:sp>
        <p:nvSpPr>
          <p:cNvPr id="36" name="Segnaposto piè di pagina 4">
            <a:extLst>
              <a:ext uri="{FF2B5EF4-FFF2-40B4-BE49-F238E27FC236}">
                <a16:creationId xmlns:a16="http://schemas.microsoft.com/office/drawing/2014/main" id="{AE3C7413-D9D4-2179-C5E9-5224B2E2C498}"/>
              </a:ext>
            </a:extLst>
          </p:cNvPr>
          <p:cNvSpPr>
            <a:spLocks noGrp="1"/>
          </p:cNvSpPr>
          <p:nvPr>
            <p:ph type="ftr" sz="quarter" idx="11"/>
          </p:nvPr>
        </p:nvSpPr>
        <p:spPr/>
        <p:txBody>
          <a:bodyPr/>
          <a:lstStyle/>
          <a:p>
            <a:pPr>
              <a:defRPr/>
            </a:pPr>
            <a:r>
              <a:rPr lang="en-US" noProof="0" dirty="0"/>
              <a:t>kathara – [ lab: basic-ipv4 ]</a:t>
            </a:r>
          </a:p>
        </p:txBody>
      </p:sp>
    </p:spTree>
    <p:extLst>
      <p:ext uri="{BB962C8B-B14F-4D97-AF65-F5344CB8AC3E}">
        <p14:creationId xmlns:p14="http://schemas.microsoft.com/office/powerpoint/2010/main" val="2477228291"/>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Titolo 1">
            <a:extLst>
              <a:ext uri="{FF2B5EF4-FFF2-40B4-BE49-F238E27FC236}">
                <a16:creationId xmlns:a16="http://schemas.microsoft.com/office/drawing/2014/main" id="{633D7D6F-BDE8-F6E5-A601-6B96EDCD2338}"/>
              </a:ext>
            </a:extLst>
          </p:cNvPr>
          <p:cNvSpPr>
            <a:spLocks noGrp="1" noChangeArrowheads="1"/>
          </p:cNvSpPr>
          <p:nvPr>
            <p:ph type="title"/>
          </p:nvPr>
        </p:nvSpPr>
        <p:spPr/>
        <p:txBody>
          <a:bodyPr/>
          <a:lstStyle/>
          <a:p>
            <a:r>
              <a:rPr lang="en-US" noProof="0" dirty="0"/>
              <a:t>on pc2</a:t>
            </a:r>
          </a:p>
        </p:txBody>
      </p:sp>
      <p:sp>
        <p:nvSpPr>
          <p:cNvPr id="25603" name="Segnaposto contenuto 2">
            <a:extLst>
              <a:ext uri="{FF2B5EF4-FFF2-40B4-BE49-F238E27FC236}">
                <a16:creationId xmlns:a16="http://schemas.microsoft.com/office/drawing/2014/main" id="{1DC740A0-D38F-F586-C1EB-2B886DAF27E3}"/>
              </a:ext>
            </a:extLst>
          </p:cNvPr>
          <p:cNvSpPr>
            <a:spLocks noGrp="1" noChangeArrowheads="1"/>
          </p:cNvSpPr>
          <p:nvPr>
            <p:ph idx="1"/>
          </p:nvPr>
        </p:nvSpPr>
        <p:spPr/>
        <p:txBody>
          <a:bodyPr/>
          <a:lstStyle/>
          <a:p>
            <a:r>
              <a:rPr lang="en-US" noProof="0" dirty="0"/>
              <a:t>execute a traceroute command towards pc1 </a:t>
            </a:r>
          </a:p>
        </p:txBody>
      </p:sp>
      <p:sp>
        <p:nvSpPr>
          <p:cNvPr id="4" name="Segnaposto data 3">
            <a:extLst>
              <a:ext uri="{FF2B5EF4-FFF2-40B4-BE49-F238E27FC236}">
                <a16:creationId xmlns:a16="http://schemas.microsoft.com/office/drawing/2014/main" id="{6EB04D9C-67BA-2AE5-C0D6-6C13AF5F4A80}"/>
              </a:ext>
            </a:extLst>
          </p:cNvPr>
          <p:cNvSpPr>
            <a:spLocks noGrp="1"/>
          </p:cNvSpPr>
          <p:nvPr>
            <p:ph type="dt" sz="half" idx="10"/>
          </p:nvPr>
        </p:nvSpPr>
        <p:spPr/>
        <p:txBody>
          <a:bodyPr/>
          <a:lstStyle/>
          <a:p>
            <a:pPr>
              <a:defRPr/>
            </a:pPr>
            <a:r>
              <a:rPr lang="en-US" noProof="0"/>
              <a:t>last update: Oct 2026</a:t>
            </a:r>
            <a:endParaRPr lang="en-US" noProof="0" dirty="0"/>
          </a:p>
        </p:txBody>
      </p:sp>
      <p:sp>
        <p:nvSpPr>
          <p:cNvPr id="5" name="Segnaposto piè di pagina 4">
            <a:extLst>
              <a:ext uri="{FF2B5EF4-FFF2-40B4-BE49-F238E27FC236}">
                <a16:creationId xmlns:a16="http://schemas.microsoft.com/office/drawing/2014/main" id="{18C913AA-4B55-596E-FB50-3272ED259215}"/>
              </a:ext>
            </a:extLst>
          </p:cNvPr>
          <p:cNvSpPr>
            <a:spLocks noGrp="1"/>
          </p:cNvSpPr>
          <p:nvPr>
            <p:ph type="ftr" sz="quarter" idx="11"/>
          </p:nvPr>
        </p:nvSpPr>
        <p:spPr/>
        <p:txBody>
          <a:bodyPr/>
          <a:lstStyle/>
          <a:p>
            <a:pPr>
              <a:defRPr/>
            </a:pPr>
            <a:r>
              <a:rPr lang="en-US" noProof="0" dirty="0"/>
              <a:t>kathara – [ lab: basic-ipv4 ]</a:t>
            </a:r>
          </a:p>
        </p:txBody>
      </p:sp>
      <p:grpSp>
        <p:nvGrpSpPr>
          <p:cNvPr id="6" name="Group 1">
            <a:extLst>
              <a:ext uri="{FF2B5EF4-FFF2-40B4-BE49-F238E27FC236}">
                <a16:creationId xmlns:a16="http://schemas.microsoft.com/office/drawing/2014/main" id="{161D985A-233F-B26D-D64D-2D8E03838BF8}"/>
              </a:ext>
            </a:extLst>
          </p:cNvPr>
          <p:cNvGrpSpPr/>
          <p:nvPr/>
        </p:nvGrpSpPr>
        <p:grpSpPr>
          <a:xfrm>
            <a:off x="1366386" y="2503403"/>
            <a:ext cx="10216014" cy="2532138"/>
            <a:chOff x="1364266" y="2378845"/>
            <a:chExt cx="10216014" cy="2532138"/>
          </a:xfrm>
        </p:grpSpPr>
        <p:sp>
          <p:nvSpPr>
            <p:cNvPr id="7" name="Rectangle 4">
              <a:extLst>
                <a:ext uri="{FF2B5EF4-FFF2-40B4-BE49-F238E27FC236}">
                  <a16:creationId xmlns:a16="http://schemas.microsoft.com/office/drawing/2014/main" id="{F0B87276-EE02-17B7-3370-3168133C8736}"/>
                </a:ext>
              </a:extLst>
            </p:cNvPr>
            <p:cNvSpPr/>
            <p:nvPr/>
          </p:nvSpPr>
          <p:spPr>
            <a:xfrm>
              <a:off x="1364266" y="2668295"/>
              <a:ext cx="10216014" cy="2242688"/>
            </a:xfrm>
            <a:prstGeom prst="rect">
              <a:avLst/>
            </a:prstGeom>
            <a:solidFill>
              <a:sysClr val="windowText" lastClr="000000"/>
            </a:solidFill>
            <a:ln w="57150" cap="flat" cmpd="sng" algn="ctr">
              <a:solidFill>
                <a:srgbClr val="4472C4"/>
              </a:solidFill>
              <a:prstDash val="solid"/>
              <a:miter lim="800000"/>
            </a:ln>
            <a:effectLst>
              <a:outerShdw blurRad="50800" dist="38100" dir="2700000" algn="tl" rotWithShape="0">
                <a:prstClr val="black">
                  <a:alpha val="40000"/>
                </a:prstClr>
              </a:outerShdw>
            </a:effectLst>
          </p:spPr>
          <p:txBody>
            <a:bodyPr rtlCol="0" anchor="t"/>
            <a:lstStyle/>
            <a:p>
              <a:pPr eaLnBrk="1" hangingPunct="1"/>
              <a:r>
                <a:rPr lang="en-US" noProof="0" dirty="0">
                  <a:solidFill>
                    <a:schemeClr val="bg2">
                      <a:lumMod val="60000"/>
                      <a:lumOff val="40000"/>
                    </a:schemeClr>
                  </a:solidFill>
                  <a:latin typeface="Lucida Console" panose="020B0609040504020204" pitchFamily="49" charset="0"/>
                </a:rPr>
                <a:t>root@pc2:/# </a:t>
              </a:r>
              <a:r>
                <a:rPr lang="en-US" b="1" noProof="0" dirty="0">
                  <a:solidFill>
                    <a:schemeClr val="bg1"/>
                  </a:solidFill>
                  <a:latin typeface="Lucida Console" panose="020B0609040504020204" pitchFamily="49" charset="0"/>
                </a:rPr>
                <a:t>traceroute 195.11.14.5 -z 1</a:t>
              </a:r>
            </a:p>
            <a:p>
              <a:pPr eaLnBrk="1" hangingPunct="1"/>
              <a:r>
                <a:rPr lang="en-US" noProof="0" dirty="0">
                  <a:solidFill>
                    <a:schemeClr val="bg1"/>
                  </a:solidFill>
                  <a:latin typeface="Lucida Console" panose="020B0609040504020204" pitchFamily="49" charset="0"/>
                </a:rPr>
                <a:t>traceroute to 195.11.14.5 (195.11.14.5), 30 hops max, 60 byte packets</a:t>
              </a:r>
            </a:p>
            <a:p>
              <a:pPr eaLnBrk="1" hangingPunct="1"/>
              <a:r>
                <a:rPr lang="en-US" noProof="0" dirty="0">
                  <a:solidFill>
                    <a:schemeClr val="bg1"/>
                  </a:solidFill>
                  <a:latin typeface="Lucida Console" panose="020B0609040504020204" pitchFamily="49" charset="0"/>
                </a:rPr>
                <a:t> 1  200.1.1.1 (200.1.1.1)  0.882 </a:t>
              </a:r>
              <a:r>
                <a:rPr lang="en-US" noProof="0" dirty="0" err="1">
                  <a:solidFill>
                    <a:schemeClr val="bg1"/>
                  </a:solidFill>
                  <a:latin typeface="Lucida Console" panose="020B0609040504020204" pitchFamily="49" charset="0"/>
                </a:rPr>
                <a:t>ms</a:t>
              </a:r>
              <a:r>
                <a:rPr lang="en-US" noProof="0" dirty="0">
                  <a:solidFill>
                    <a:schemeClr val="bg1"/>
                  </a:solidFill>
                  <a:latin typeface="Lucida Console" panose="020B0609040504020204" pitchFamily="49" charset="0"/>
                </a:rPr>
                <a:t>  0.662 </a:t>
              </a:r>
              <a:r>
                <a:rPr lang="en-US" noProof="0" dirty="0" err="1">
                  <a:solidFill>
                    <a:schemeClr val="bg1"/>
                  </a:solidFill>
                  <a:latin typeface="Lucida Console" panose="020B0609040504020204" pitchFamily="49" charset="0"/>
                </a:rPr>
                <a:t>ms</a:t>
              </a:r>
              <a:r>
                <a:rPr lang="en-US" noProof="0" dirty="0">
                  <a:solidFill>
                    <a:schemeClr val="bg1"/>
                  </a:solidFill>
                  <a:latin typeface="Lucida Console" panose="020B0609040504020204" pitchFamily="49" charset="0"/>
                </a:rPr>
                <a:t>  0.456 </a:t>
              </a:r>
              <a:r>
                <a:rPr lang="en-US" noProof="0" dirty="0" err="1">
                  <a:solidFill>
                    <a:schemeClr val="bg1"/>
                  </a:solidFill>
                  <a:latin typeface="Lucida Console" panose="020B0609040504020204" pitchFamily="49" charset="0"/>
                </a:rPr>
                <a:t>ms</a:t>
              </a:r>
              <a:endParaRPr lang="en-US" noProof="0" dirty="0">
                <a:solidFill>
                  <a:schemeClr val="bg1"/>
                </a:solidFill>
                <a:latin typeface="Lucida Console" panose="020B0609040504020204" pitchFamily="49" charset="0"/>
              </a:endParaRPr>
            </a:p>
            <a:p>
              <a:pPr eaLnBrk="1" hangingPunct="1"/>
              <a:r>
                <a:rPr lang="en-US" noProof="0" dirty="0">
                  <a:solidFill>
                    <a:schemeClr val="bg1"/>
                  </a:solidFill>
                  <a:latin typeface="Lucida Console" panose="020B0609040504020204" pitchFamily="49" charset="0"/>
                </a:rPr>
                <a:t> 2  100.0.0.9 (100.0.0.9)  0.903 </a:t>
              </a:r>
              <a:r>
                <a:rPr lang="en-US" noProof="0" dirty="0" err="1">
                  <a:solidFill>
                    <a:schemeClr val="bg1"/>
                  </a:solidFill>
                  <a:latin typeface="Lucida Console" panose="020B0609040504020204" pitchFamily="49" charset="0"/>
                </a:rPr>
                <a:t>ms</a:t>
              </a:r>
              <a:r>
                <a:rPr lang="en-US" noProof="0" dirty="0">
                  <a:solidFill>
                    <a:schemeClr val="bg1"/>
                  </a:solidFill>
                  <a:latin typeface="Lucida Console" panose="020B0609040504020204" pitchFamily="49" charset="0"/>
                </a:rPr>
                <a:t>  0.877 </a:t>
              </a:r>
              <a:r>
                <a:rPr lang="en-US" noProof="0" dirty="0" err="1">
                  <a:solidFill>
                    <a:schemeClr val="bg1"/>
                  </a:solidFill>
                  <a:latin typeface="Lucida Console" panose="020B0609040504020204" pitchFamily="49" charset="0"/>
                </a:rPr>
                <a:t>ms</a:t>
              </a:r>
              <a:r>
                <a:rPr lang="en-US" noProof="0" dirty="0">
                  <a:solidFill>
                    <a:schemeClr val="bg1"/>
                  </a:solidFill>
                  <a:latin typeface="Lucida Console" panose="020B0609040504020204" pitchFamily="49" charset="0"/>
                </a:rPr>
                <a:t>  1.218 </a:t>
              </a:r>
              <a:r>
                <a:rPr lang="en-US" noProof="0" dirty="0" err="1">
                  <a:solidFill>
                    <a:schemeClr val="bg1"/>
                  </a:solidFill>
                  <a:latin typeface="Lucida Console" panose="020B0609040504020204" pitchFamily="49" charset="0"/>
                </a:rPr>
                <a:t>ms</a:t>
              </a:r>
              <a:endParaRPr lang="en-US" noProof="0" dirty="0">
                <a:solidFill>
                  <a:schemeClr val="bg1"/>
                </a:solidFill>
                <a:latin typeface="Lucida Console" panose="020B0609040504020204" pitchFamily="49" charset="0"/>
              </a:endParaRPr>
            </a:p>
            <a:p>
              <a:pPr eaLnBrk="1" hangingPunct="1"/>
              <a:r>
                <a:rPr lang="en-US" noProof="0" dirty="0">
                  <a:solidFill>
                    <a:schemeClr val="bg1"/>
                  </a:solidFill>
                  <a:latin typeface="Lucida Console" panose="020B0609040504020204" pitchFamily="49" charset="0"/>
                </a:rPr>
                <a:t> 3  195.11.14.5 (195.11.14.5)  0.987 </a:t>
              </a:r>
              <a:r>
                <a:rPr lang="en-US" noProof="0" dirty="0" err="1">
                  <a:solidFill>
                    <a:schemeClr val="bg1"/>
                  </a:solidFill>
                  <a:latin typeface="Lucida Console" panose="020B0609040504020204" pitchFamily="49" charset="0"/>
                </a:rPr>
                <a:t>ms</a:t>
              </a:r>
              <a:r>
                <a:rPr lang="en-US" noProof="0" dirty="0">
                  <a:solidFill>
                    <a:schemeClr val="bg1"/>
                  </a:solidFill>
                  <a:latin typeface="Lucida Console" panose="020B0609040504020204" pitchFamily="49" charset="0"/>
                </a:rPr>
                <a:t>  1.354 </a:t>
              </a:r>
              <a:r>
                <a:rPr lang="en-US" noProof="0" dirty="0" err="1">
                  <a:solidFill>
                    <a:schemeClr val="bg1"/>
                  </a:solidFill>
                  <a:latin typeface="Lucida Console" panose="020B0609040504020204" pitchFamily="49" charset="0"/>
                </a:rPr>
                <a:t>ms</a:t>
              </a:r>
              <a:r>
                <a:rPr lang="en-US" noProof="0" dirty="0">
                  <a:solidFill>
                    <a:schemeClr val="bg1"/>
                  </a:solidFill>
                  <a:latin typeface="Lucida Console" panose="020B0609040504020204" pitchFamily="49" charset="0"/>
                </a:rPr>
                <a:t>  1.015 </a:t>
              </a:r>
              <a:r>
                <a:rPr lang="en-US" noProof="0" dirty="0" err="1">
                  <a:solidFill>
                    <a:schemeClr val="bg1"/>
                  </a:solidFill>
                  <a:latin typeface="Lucida Console" panose="020B0609040504020204" pitchFamily="49" charset="0"/>
                </a:rPr>
                <a:t>ms</a:t>
              </a:r>
              <a:endParaRPr lang="en-US" noProof="0" dirty="0">
                <a:solidFill>
                  <a:schemeClr val="bg1"/>
                </a:solidFill>
                <a:latin typeface="Lucida Console" panose="020B0609040504020204" pitchFamily="49" charset="0"/>
              </a:endParaRPr>
            </a:p>
            <a:p>
              <a:pPr eaLnBrk="1" hangingPunct="1"/>
              <a:r>
                <a:rPr lang="en-US" noProof="0" dirty="0">
                  <a:solidFill>
                    <a:schemeClr val="bg2">
                      <a:lumMod val="60000"/>
                      <a:lumOff val="40000"/>
                    </a:schemeClr>
                  </a:solidFill>
                  <a:latin typeface="Lucida Console" panose="020B0609040504020204" pitchFamily="49" charset="0"/>
                </a:rPr>
                <a:t>root@pc2:/#</a:t>
              </a:r>
            </a:p>
          </p:txBody>
        </p:sp>
        <p:sp>
          <p:nvSpPr>
            <p:cNvPr id="8" name="Rectangle 5">
              <a:extLst>
                <a:ext uri="{FF2B5EF4-FFF2-40B4-BE49-F238E27FC236}">
                  <a16:creationId xmlns:a16="http://schemas.microsoft.com/office/drawing/2014/main" id="{7AD1EB8D-4F6E-2852-D528-80016DA99004}"/>
                </a:ext>
              </a:extLst>
            </p:cNvPr>
            <p:cNvSpPr/>
            <p:nvPr/>
          </p:nvSpPr>
          <p:spPr>
            <a:xfrm>
              <a:off x="1364266" y="2378845"/>
              <a:ext cx="10216014" cy="286249"/>
            </a:xfrm>
            <a:prstGeom prst="rect">
              <a:avLst/>
            </a:prstGeom>
            <a:solidFill>
              <a:srgbClr val="4472C4"/>
            </a:solidFill>
            <a:ln w="57150" cap="flat" cmpd="sng" algn="ctr">
              <a:solidFill>
                <a:srgbClr val="4472C4"/>
              </a:solidFill>
              <a:prstDash val="solid"/>
              <a:miter lim="800000"/>
            </a:ln>
            <a:effectLst>
              <a:outerShdw blurRad="50800" dist="25400" algn="l" rotWithShape="0">
                <a:prstClr val="black">
                  <a:alpha val="32000"/>
                </a:prstClr>
              </a:outerShdw>
            </a:effectLst>
          </p:spPr>
          <p:txBody>
            <a:bodyPr rtlCol="0" anchor="ctr"/>
            <a:lstStyle/>
            <a:p>
              <a:pPr algn="ctr" eaLnBrk="1" fontAlgn="auto" hangingPunct="1">
                <a:spcBef>
                  <a:spcPts val="0"/>
                </a:spcBef>
                <a:spcAft>
                  <a:spcPts val="0"/>
                </a:spcAft>
                <a:defRPr/>
              </a:pPr>
              <a:r>
                <a:rPr lang="en-US" kern="0" noProof="0" dirty="0">
                  <a:solidFill>
                    <a:prstClr val="white"/>
                  </a:solidFill>
                  <a:latin typeface="Calibri" panose="020F0502020204030204"/>
                </a:rPr>
                <a:t>pc2</a:t>
              </a:r>
            </a:p>
          </p:txBody>
        </p:sp>
        <p:grpSp>
          <p:nvGrpSpPr>
            <p:cNvPr id="9" name="Group 14">
              <a:extLst>
                <a:ext uri="{FF2B5EF4-FFF2-40B4-BE49-F238E27FC236}">
                  <a16:creationId xmlns:a16="http://schemas.microsoft.com/office/drawing/2014/main" id="{23BD7D5B-DED5-C257-5995-DA18CAFD1791}"/>
                </a:ext>
              </a:extLst>
            </p:cNvPr>
            <p:cNvGrpSpPr/>
            <p:nvPr/>
          </p:nvGrpSpPr>
          <p:grpSpPr>
            <a:xfrm>
              <a:off x="10920536" y="2466851"/>
              <a:ext cx="581348" cy="126235"/>
              <a:chOff x="8092857" y="2115830"/>
              <a:chExt cx="581348" cy="126235"/>
            </a:xfrm>
          </p:grpSpPr>
          <p:sp>
            <p:nvSpPr>
              <p:cNvPr id="10" name="Rectangle 15">
                <a:extLst>
                  <a:ext uri="{FF2B5EF4-FFF2-40B4-BE49-F238E27FC236}">
                    <a16:creationId xmlns:a16="http://schemas.microsoft.com/office/drawing/2014/main" id="{F1BD07D4-1F7B-2116-384A-6E0A40061B96}"/>
                  </a:ext>
                </a:extLst>
              </p:cNvPr>
              <p:cNvSpPr>
                <a:spLocks noChangeAspect="1"/>
              </p:cNvSpPr>
              <p:nvPr/>
            </p:nvSpPr>
            <p:spPr>
              <a:xfrm>
                <a:off x="8548205" y="2116065"/>
                <a:ext cx="126000" cy="126000"/>
              </a:xfrm>
              <a:prstGeom prst="rect">
                <a:avLst/>
              </a:prstGeom>
              <a:solidFill>
                <a:srgbClr val="FF0000">
                  <a:alpha val="50196"/>
                </a:srgbClr>
              </a:solidFill>
              <a:ln w="12700" cap="flat" cmpd="sng" algn="ctr">
                <a:solidFill>
                  <a:srgbClr val="4472C4">
                    <a:shade val="50000"/>
                  </a:srgbClr>
                </a:solidFill>
                <a:prstDash val="solid"/>
                <a:miter lim="800000"/>
              </a:ln>
              <a:effectLst/>
            </p:spPr>
            <p:txBody>
              <a:bodyPr rtlCol="0" anchor="ctr"/>
              <a:lstStyle/>
              <a:p>
                <a:pPr algn="ctr" eaLnBrk="1" fontAlgn="auto" hangingPunct="1">
                  <a:spcBef>
                    <a:spcPts val="0"/>
                  </a:spcBef>
                  <a:spcAft>
                    <a:spcPts val="0"/>
                  </a:spcAft>
                  <a:defRPr/>
                </a:pPr>
                <a:endParaRPr lang="en-US" kern="0" noProof="0" dirty="0">
                  <a:solidFill>
                    <a:prstClr val="white"/>
                  </a:solidFill>
                  <a:latin typeface="Calibri" panose="020F0502020204030204"/>
                </a:endParaRPr>
              </a:p>
            </p:txBody>
          </p:sp>
          <p:sp>
            <p:nvSpPr>
              <p:cNvPr id="11" name="Rectangle 16">
                <a:extLst>
                  <a:ext uri="{FF2B5EF4-FFF2-40B4-BE49-F238E27FC236}">
                    <a16:creationId xmlns:a16="http://schemas.microsoft.com/office/drawing/2014/main" id="{C4C02BE1-4F2E-8194-AACD-ED9A5984CC4E}"/>
                  </a:ext>
                </a:extLst>
              </p:cNvPr>
              <p:cNvSpPr>
                <a:spLocks noChangeAspect="1"/>
              </p:cNvSpPr>
              <p:nvPr/>
            </p:nvSpPr>
            <p:spPr>
              <a:xfrm>
                <a:off x="8092857" y="2115830"/>
                <a:ext cx="126235" cy="126235"/>
              </a:xfrm>
              <a:prstGeom prst="rect">
                <a:avLst/>
              </a:prstGeom>
              <a:solidFill>
                <a:srgbClr val="4472C4">
                  <a:lumMod val="60000"/>
                  <a:lumOff val="40000"/>
                </a:srgbClr>
              </a:solidFill>
              <a:ln w="12700" cap="flat" cmpd="sng" algn="ctr">
                <a:solidFill>
                  <a:srgbClr val="4472C4">
                    <a:shade val="50000"/>
                  </a:srgbClr>
                </a:solidFill>
                <a:prstDash val="solid"/>
                <a:miter lim="800000"/>
              </a:ln>
              <a:effectLst/>
            </p:spPr>
            <p:txBody>
              <a:bodyPr rtlCol="0" anchor="ctr"/>
              <a:lstStyle/>
              <a:p>
                <a:pPr algn="r" eaLnBrk="1" fontAlgn="auto" hangingPunct="1">
                  <a:spcBef>
                    <a:spcPts val="0"/>
                  </a:spcBef>
                  <a:spcAft>
                    <a:spcPts val="0"/>
                  </a:spcAft>
                  <a:defRPr/>
                </a:pPr>
                <a:endParaRPr lang="en-US" kern="0" noProof="0" dirty="0">
                  <a:solidFill>
                    <a:prstClr val="white"/>
                  </a:solidFill>
                  <a:latin typeface="Calibri" panose="020F0502020204030204"/>
                </a:endParaRPr>
              </a:p>
            </p:txBody>
          </p:sp>
          <p:sp>
            <p:nvSpPr>
              <p:cNvPr id="12" name="Rectangle 17">
                <a:extLst>
                  <a:ext uri="{FF2B5EF4-FFF2-40B4-BE49-F238E27FC236}">
                    <a16:creationId xmlns:a16="http://schemas.microsoft.com/office/drawing/2014/main" id="{3AC3874A-6D85-9C42-28F6-61E49DB74788}"/>
                  </a:ext>
                </a:extLst>
              </p:cNvPr>
              <p:cNvSpPr>
                <a:spLocks noChangeAspect="1"/>
              </p:cNvSpPr>
              <p:nvPr/>
            </p:nvSpPr>
            <p:spPr>
              <a:xfrm>
                <a:off x="8320531" y="2115830"/>
                <a:ext cx="126235" cy="126235"/>
              </a:xfrm>
              <a:prstGeom prst="rect">
                <a:avLst/>
              </a:prstGeom>
              <a:solidFill>
                <a:srgbClr val="4472C4">
                  <a:lumMod val="60000"/>
                  <a:lumOff val="40000"/>
                </a:srgbClr>
              </a:solidFill>
              <a:ln w="12700" cap="flat" cmpd="sng" algn="ctr">
                <a:solidFill>
                  <a:srgbClr val="4472C4">
                    <a:shade val="50000"/>
                  </a:srgbClr>
                </a:solidFill>
                <a:prstDash val="solid"/>
                <a:miter lim="800000"/>
              </a:ln>
              <a:effectLst/>
            </p:spPr>
            <p:txBody>
              <a:bodyPr rtlCol="0" anchor="ctr"/>
              <a:lstStyle/>
              <a:p>
                <a:pPr algn="r" eaLnBrk="1" fontAlgn="auto" hangingPunct="1">
                  <a:spcBef>
                    <a:spcPts val="0"/>
                  </a:spcBef>
                  <a:spcAft>
                    <a:spcPts val="0"/>
                  </a:spcAft>
                  <a:defRPr/>
                </a:pPr>
                <a:endParaRPr lang="en-US" kern="0" noProof="0" dirty="0">
                  <a:solidFill>
                    <a:prstClr val="white"/>
                  </a:solidFill>
                  <a:latin typeface="Calibri" panose="020F0502020204030204"/>
                </a:endParaRPr>
              </a:p>
            </p:txBody>
          </p:sp>
        </p:grpSp>
      </p:grpSp>
      <p:sp>
        <p:nvSpPr>
          <p:cNvPr id="13" name="AutoShape 62">
            <a:extLst>
              <a:ext uri="{FF2B5EF4-FFF2-40B4-BE49-F238E27FC236}">
                <a16:creationId xmlns:a16="http://schemas.microsoft.com/office/drawing/2014/main" id="{7891E944-08CB-9065-1C20-3F78FD98BF4D}"/>
              </a:ext>
            </a:extLst>
          </p:cNvPr>
          <p:cNvSpPr>
            <a:spLocks noChangeArrowheads="1"/>
          </p:cNvSpPr>
          <p:nvPr/>
        </p:nvSpPr>
        <p:spPr bwMode="auto">
          <a:xfrm>
            <a:off x="281882" y="1945678"/>
            <a:ext cx="1230659" cy="721973"/>
          </a:xfrm>
          <a:prstGeom prst="wedgeRoundRectCallout">
            <a:avLst>
              <a:gd name="adj1" fmla="val 85296"/>
              <a:gd name="adj2" fmla="val 174179"/>
              <a:gd name="adj3" fmla="val 16667"/>
            </a:avLst>
          </a:prstGeom>
          <a:solidFill>
            <a:schemeClr val="accent2"/>
          </a:solidFill>
          <a:ln w="9525">
            <a:solidFill>
              <a:schemeClr val="tx1"/>
            </a:solidFill>
            <a:miter lim="800000"/>
            <a:headEnd/>
            <a:tailEnd/>
          </a:ln>
          <a:effectLst/>
        </p:spPr>
        <p:txBody>
          <a:bodyPr lIns="90000" tIns="46800" rIns="90000" bIns="46800"/>
          <a:lstStyle>
            <a:lvl1pPr>
              <a:spcBef>
                <a:spcPct val="20000"/>
              </a:spcBef>
              <a:buClr>
                <a:schemeClr val="tx2"/>
              </a:buClr>
              <a:buSzPct val="7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algn="ctr" eaLnBrk="1" hangingPunct="1">
              <a:spcBef>
                <a:spcPct val="0"/>
              </a:spcBef>
              <a:buClrTx/>
              <a:buSzTx/>
              <a:buFontTx/>
              <a:buNone/>
            </a:pPr>
            <a:r>
              <a:rPr lang="en-US" sz="2000" noProof="0" dirty="0"/>
              <a:t>eth0 of r2</a:t>
            </a:r>
          </a:p>
        </p:txBody>
      </p:sp>
      <p:sp>
        <p:nvSpPr>
          <p:cNvPr id="3" name="AutoShape 62">
            <a:extLst>
              <a:ext uri="{FF2B5EF4-FFF2-40B4-BE49-F238E27FC236}">
                <a16:creationId xmlns:a16="http://schemas.microsoft.com/office/drawing/2014/main" id="{7C844860-9324-3C34-AA58-EF2736366FA3}"/>
              </a:ext>
            </a:extLst>
          </p:cNvPr>
          <p:cNvSpPr>
            <a:spLocks noChangeArrowheads="1"/>
          </p:cNvSpPr>
          <p:nvPr/>
        </p:nvSpPr>
        <p:spPr bwMode="auto">
          <a:xfrm>
            <a:off x="135727" y="3190463"/>
            <a:ext cx="1230659" cy="721973"/>
          </a:xfrm>
          <a:prstGeom prst="wedgeRoundRectCallout">
            <a:avLst>
              <a:gd name="adj1" fmla="val 88089"/>
              <a:gd name="adj2" fmla="val 33242"/>
              <a:gd name="adj3" fmla="val 16667"/>
            </a:avLst>
          </a:prstGeom>
          <a:solidFill>
            <a:schemeClr val="accent2"/>
          </a:solidFill>
          <a:ln w="9525">
            <a:solidFill>
              <a:schemeClr val="tx1"/>
            </a:solidFill>
            <a:miter lim="800000"/>
            <a:headEnd/>
            <a:tailEnd/>
          </a:ln>
          <a:effectLst/>
        </p:spPr>
        <p:txBody>
          <a:bodyPr lIns="90000" tIns="46800" rIns="90000" bIns="46800"/>
          <a:lstStyle>
            <a:lvl1pPr>
              <a:spcBef>
                <a:spcPct val="20000"/>
              </a:spcBef>
              <a:buClr>
                <a:schemeClr val="tx2"/>
              </a:buClr>
              <a:buSzPct val="7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algn="ctr" eaLnBrk="1" hangingPunct="1">
              <a:spcBef>
                <a:spcPct val="0"/>
              </a:spcBef>
              <a:buClrTx/>
              <a:buSzTx/>
              <a:buFontTx/>
              <a:buNone/>
            </a:pPr>
            <a:r>
              <a:rPr lang="en-US" sz="2000" noProof="0" dirty="0"/>
              <a:t>eth1 of r1</a:t>
            </a:r>
          </a:p>
        </p:txBody>
      </p:sp>
      <p:sp>
        <p:nvSpPr>
          <p:cNvPr id="14" name="AutoShape 62">
            <a:extLst>
              <a:ext uri="{FF2B5EF4-FFF2-40B4-BE49-F238E27FC236}">
                <a16:creationId xmlns:a16="http://schemas.microsoft.com/office/drawing/2014/main" id="{E6526BCF-E7EA-46A0-3D5E-98E945A2144E}"/>
              </a:ext>
            </a:extLst>
          </p:cNvPr>
          <p:cNvSpPr>
            <a:spLocks noChangeArrowheads="1"/>
          </p:cNvSpPr>
          <p:nvPr/>
        </p:nvSpPr>
        <p:spPr bwMode="auto">
          <a:xfrm>
            <a:off x="135726" y="4297328"/>
            <a:ext cx="1230659" cy="721973"/>
          </a:xfrm>
          <a:prstGeom prst="wedgeRoundRectCallout">
            <a:avLst>
              <a:gd name="adj1" fmla="val 96469"/>
              <a:gd name="adj2" fmla="val -78175"/>
              <a:gd name="adj3" fmla="val 16667"/>
            </a:avLst>
          </a:prstGeom>
          <a:solidFill>
            <a:schemeClr val="accent2"/>
          </a:solidFill>
          <a:ln w="9525">
            <a:solidFill>
              <a:schemeClr val="tx1"/>
            </a:solidFill>
            <a:miter lim="800000"/>
            <a:headEnd/>
            <a:tailEnd/>
          </a:ln>
          <a:effectLst/>
        </p:spPr>
        <p:txBody>
          <a:bodyPr lIns="90000" tIns="46800" rIns="90000" bIns="46800"/>
          <a:lstStyle>
            <a:lvl1pPr>
              <a:spcBef>
                <a:spcPct val="20000"/>
              </a:spcBef>
              <a:buClr>
                <a:schemeClr val="tx2"/>
              </a:buClr>
              <a:buSzPct val="7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algn="ctr" eaLnBrk="1" hangingPunct="1">
              <a:spcBef>
                <a:spcPct val="0"/>
              </a:spcBef>
              <a:buClrTx/>
              <a:buSzTx/>
              <a:buFontTx/>
              <a:buNone/>
            </a:pPr>
            <a:r>
              <a:rPr lang="en-US" sz="2000" noProof="0" dirty="0"/>
              <a:t>eth0 of pc1</a:t>
            </a:r>
          </a:p>
        </p:txBody>
      </p:sp>
      <p:sp>
        <p:nvSpPr>
          <p:cNvPr id="15" name="AutoShape 62">
            <a:extLst>
              <a:ext uri="{FF2B5EF4-FFF2-40B4-BE49-F238E27FC236}">
                <a16:creationId xmlns:a16="http://schemas.microsoft.com/office/drawing/2014/main" id="{D1FD8314-7175-A0E2-DB77-1204892D1C3C}"/>
              </a:ext>
            </a:extLst>
          </p:cNvPr>
          <p:cNvSpPr>
            <a:spLocks noChangeArrowheads="1"/>
          </p:cNvSpPr>
          <p:nvPr/>
        </p:nvSpPr>
        <p:spPr bwMode="auto">
          <a:xfrm>
            <a:off x="9074119" y="1412777"/>
            <a:ext cx="2508281" cy="1557304"/>
          </a:xfrm>
          <a:prstGeom prst="wedgeRoundRectCallout">
            <a:avLst>
              <a:gd name="adj1" fmla="val -137136"/>
              <a:gd name="adj2" fmla="val 46774"/>
              <a:gd name="adj3" fmla="val 16667"/>
            </a:avLst>
          </a:prstGeom>
          <a:solidFill>
            <a:schemeClr val="accent2"/>
          </a:solidFill>
          <a:ln w="9525">
            <a:solidFill>
              <a:schemeClr val="tx1"/>
            </a:solidFill>
            <a:miter lim="800000"/>
            <a:headEnd/>
            <a:tailEnd/>
          </a:ln>
          <a:effectLst/>
        </p:spPr>
        <p:txBody>
          <a:bodyPr lIns="90000" tIns="46800" rIns="90000" bIns="46800"/>
          <a:lstStyle>
            <a:lvl1pPr>
              <a:spcBef>
                <a:spcPct val="20000"/>
              </a:spcBef>
              <a:buClr>
                <a:schemeClr val="tx2"/>
              </a:buClr>
              <a:buSzPct val="7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algn="ctr" eaLnBrk="1" hangingPunct="1">
              <a:spcBef>
                <a:spcPct val="0"/>
              </a:spcBef>
              <a:buClrTx/>
              <a:buSzTx/>
              <a:buFontTx/>
              <a:buNone/>
            </a:pPr>
            <a:r>
              <a:rPr lang="en-US" sz="2000" noProof="0" dirty="0"/>
              <a:t>Minimal time (sec. if ≤10, </a:t>
            </a:r>
            <a:r>
              <a:rPr lang="en-US" sz="2000" noProof="0" dirty="0" err="1"/>
              <a:t>ms</a:t>
            </a:r>
            <a:r>
              <a:rPr lang="en-US" sz="2000" noProof="0" dirty="0"/>
              <a:t> if &gt;10) interval between probes (default 0)</a:t>
            </a:r>
          </a:p>
        </p:txBody>
      </p:sp>
    </p:spTree>
    <p:extLst>
      <p:ext uri="{BB962C8B-B14F-4D97-AF65-F5344CB8AC3E}">
        <p14:creationId xmlns:p14="http://schemas.microsoft.com/office/powerpoint/2010/main" val="1894322204"/>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647C5EBA-E3A2-275C-CA4E-BEB55BCF19C7}"/>
              </a:ext>
            </a:extLst>
          </p:cNvPr>
          <p:cNvPicPr>
            <a:picLocks noChangeAspect="1"/>
          </p:cNvPicPr>
          <p:nvPr/>
        </p:nvPicPr>
        <p:blipFill>
          <a:blip r:embed="rId2"/>
          <a:stretch>
            <a:fillRect/>
          </a:stretch>
        </p:blipFill>
        <p:spPr>
          <a:xfrm>
            <a:off x="772211" y="1093462"/>
            <a:ext cx="10695501" cy="5397128"/>
          </a:xfrm>
          <a:prstGeom prst="rect">
            <a:avLst/>
          </a:prstGeom>
        </p:spPr>
      </p:pic>
      <p:sp>
        <p:nvSpPr>
          <p:cNvPr id="24578" name="Titolo 1">
            <a:extLst>
              <a:ext uri="{FF2B5EF4-FFF2-40B4-BE49-F238E27FC236}">
                <a16:creationId xmlns:a16="http://schemas.microsoft.com/office/drawing/2014/main" id="{88B36BE0-8D70-45AF-F6E6-919D34A359B3}"/>
              </a:ext>
            </a:extLst>
          </p:cNvPr>
          <p:cNvSpPr>
            <a:spLocks noGrp="1" noChangeArrowheads="1"/>
          </p:cNvSpPr>
          <p:nvPr>
            <p:ph type="title"/>
          </p:nvPr>
        </p:nvSpPr>
        <p:spPr/>
        <p:txBody>
          <a:bodyPr/>
          <a:lstStyle/>
          <a:p>
            <a:r>
              <a:rPr lang="en-US" noProof="0" dirty="0" err="1"/>
              <a:t>wireshark</a:t>
            </a:r>
            <a:endParaRPr lang="en-US" noProof="0" dirty="0"/>
          </a:p>
        </p:txBody>
      </p:sp>
      <p:sp>
        <p:nvSpPr>
          <p:cNvPr id="4" name="Segnaposto data 3">
            <a:extLst>
              <a:ext uri="{FF2B5EF4-FFF2-40B4-BE49-F238E27FC236}">
                <a16:creationId xmlns:a16="http://schemas.microsoft.com/office/drawing/2014/main" id="{786B326D-D341-DF7E-A46A-768E09E0CAAA}"/>
              </a:ext>
            </a:extLst>
          </p:cNvPr>
          <p:cNvSpPr>
            <a:spLocks noGrp="1"/>
          </p:cNvSpPr>
          <p:nvPr>
            <p:ph type="dt" sz="half" idx="10"/>
          </p:nvPr>
        </p:nvSpPr>
        <p:spPr/>
        <p:txBody>
          <a:bodyPr/>
          <a:lstStyle/>
          <a:p>
            <a:pPr>
              <a:defRPr/>
            </a:pPr>
            <a:r>
              <a:rPr lang="en-US" noProof="0"/>
              <a:t>last update: Oct 2026</a:t>
            </a:r>
            <a:endParaRPr lang="en-US" noProof="0" dirty="0"/>
          </a:p>
        </p:txBody>
      </p:sp>
      <p:sp>
        <p:nvSpPr>
          <p:cNvPr id="5" name="Segnaposto piè di pagina 4">
            <a:extLst>
              <a:ext uri="{FF2B5EF4-FFF2-40B4-BE49-F238E27FC236}">
                <a16:creationId xmlns:a16="http://schemas.microsoft.com/office/drawing/2014/main" id="{DF948083-2C84-0256-2221-A7936D2DE2E3}"/>
              </a:ext>
            </a:extLst>
          </p:cNvPr>
          <p:cNvSpPr>
            <a:spLocks noGrp="1"/>
          </p:cNvSpPr>
          <p:nvPr>
            <p:ph type="ftr" sz="quarter" idx="11"/>
          </p:nvPr>
        </p:nvSpPr>
        <p:spPr/>
        <p:txBody>
          <a:bodyPr/>
          <a:lstStyle/>
          <a:p>
            <a:pPr>
              <a:defRPr/>
            </a:pPr>
            <a:r>
              <a:rPr lang="en-US" noProof="0" dirty="0"/>
              <a:t>kathara – [ lab: basic-ipv4 ]</a:t>
            </a:r>
          </a:p>
        </p:txBody>
      </p:sp>
      <p:sp>
        <p:nvSpPr>
          <p:cNvPr id="8" name="AutoShape 62">
            <a:extLst>
              <a:ext uri="{FF2B5EF4-FFF2-40B4-BE49-F238E27FC236}">
                <a16:creationId xmlns:a16="http://schemas.microsoft.com/office/drawing/2014/main" id="{F517F7FD-68AB-9390-0FC0-85B05D162097}"/>
              </a:ext>
            </a:extLst>
          </p:cNvPr>
          <p:cNvSpPr>
            <a:spLocks noChangeArrowheads="1"/>
          </p:cNvSpPr>
          <p:nvPr/>
        </p:nvSpPr>
        <p:spPr bwMode="auto">
          <a:xfrm>
            <a:off x="137442" y="688132"/>
            <a:ext cx="3676911" cy="838160"/>
          </a:xfrm>
          <a:prstGeom prst="wedgeRoundRectCallout">
            <a:avLst>
              <a:gd name="adj1" fmla="val -24833"/>
              <a:gd name="adj2" fmla="val 112581"/>
              <a:gd name="adj3" fmla="val 16667"/>
            </a:avLst>
          </a:prstGeom>
          <a:solidFill>
            <a:schemeClr val="accent2"/>
          </a:solidFill>
          <a:ln w="9525">
            <a:solidFill>
              <a:schemeClr val="tx1"/>
            </a:solidFill>
            <a:miter lim="800000"/>
            <a:headEnd/>
            <a:tailEnd/>
          </a:ln>
          <a:effectLst/>
        </p:spPr>
        <p:txBody>
          <a:bodyPr lIns="90000" tIns="46800" rIns="90000" bIns="46800"/>
          <a:lstStyle>
            <a:lvl1pPr>
              <a:spcBef>
                <a:spcPct val="20000"/>
              </a:spcBef>
              <a:buClr>
                <a:schemeClr val="tx2"/>
              </a:buClr>
              <a:buSzPct val="7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algn="ctr" eaLnBrk="1" hangingPunct="1">
              <a:spcBef>
                <a:spcPct val="0"/>
              </a:spcBef>
              <a:buClrTx/>
              <a:buSzTx/>
              <a:buFontTx/>
              <a:buNone/>
            </a:pPr>
            <a:r>
              <a:rPr lang="en-US" sz="2000" noProof="0" dirty="0" err="1"/>
              <a:t>udp</a:t>
            </a:r>
            <a:r>
              <a:rPr lang="en-US" sz="2000" noProof="0" dirty="0"/>
              <a:t> packet and corresponding ICMP Time-to-live exceeded</a:t>
            </a:r>
          </a:p>
        </p:txBody>
      </p:sp>
      <p:sp>
        <p:nvSpPr>
          <p:cNvPr id="10" name="AutoShape 62">
            <a:extLst>
              <a:ext uri="{FF2B5EF4-FFF2-40B4-BE49-F238E27FC236}">
                <a16:creationId xmlns:a16="http://schemas.microsoft.com/office/drawing/2014/main" id="{A5FB6C8D-CDE2-A416-B1DB-890E932FB492}"/>
              </a:ext>
            </a:extLst>
          </p:cNvPr>
          <p:cNvSpPr>
            <a:spLocks noChangeArrowheads="1"/>
          </p:cNvSpPr>
          <p:nvPr/>
        </p:nvSpPr>
        <p:spPr bwMode="auto">
          <a:xfrm>
            <a:off x="3525931" y="4786890"/>
            <a:ext cx="3129251" cy="513879"/>
          </a:xfrm>
          <a:prstGeom prst="wedgeRoundRectCallout">
            <a:avLst>
              <a:gd name="adj1" fmla="val -24833"/>
              <a:gd name="adj2" fmla="val 112581"/>
              <a:gd name="adj3" fmla="val 16667"/>
            </a:avLst>
          </a:prstGeom>
          <a:solidFill>
            <a:schemeClr val="accent2"/>
          </a:solidFill>
          <a:ln w="9525">
            <a:solidFill>
              <a:schemeClr val="tx1"/>
            </a:solidFill>
            <a:miter lim="800000"/>
            <a:headEnd/>
            <a:tailEnd/>
          </a:ln>
          <a:effectLst/>
        </p:spPr>
        <p:txBody>
          <a:bodyPr lIns="90000" tIns="46800" rIns="90000" bIns="46800"/>
          <a:lstStyle>
            <a:lvl1pPr>
              <a:spcBef>
                <a:spcPct val="20000"/>
              </a:spcBef>
              <a:buClr>
                <a:schemeClr val="tx2"/>
              </a:buClr>
              <a:buSzPct val="7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algn="ctr" eaLnBrk="1" hangingPunct="1">
              <a:spcBef>
                <a:spcPct val="0"/>
              </a:spcBef>
              <a:buClrTx/>
              <a:buSzTx/>
              <a:buFontTx/>
              <a:buNone/>
            </a:pPr>
            <a:r>
              <a:rPr lang="en-US" sz="2000" noProof="0" dirty="0"/>
              <a:t>Time to live: 1</a:t>
            </a:r>
          </a:p>
        </p:txBody>
      </p:sp>
    </p:spTree>
    <p:extLst>
      <p:ext uri="{BB962C8B-B14F-4D97-AF65-F5344CB8AC3E}">
        <p14:creationId xmlns:p14="http://schemas.microsoft.com/office/powerpoint/2010/main" val="1541065102"/>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5CBCCCFF-6DD4-8F60-AD60-8676B96BD21F}"/>
              </a:ext>
            </a:extLst>
          </p:cNvPr>
          <p:cNvPicPr>
            <a:picLocks noChangeAspect="1"/>
          </p:cNvPicPr>
          <p:nvPr/>
        </p:nvPicPr>
        <p:blipFill>
          <a:blip r:embed="rId2"/>
          <a:stretch>
            <a:fillRect/>
          </a:stretch>
        </p:blipFill>
        <p:spPr>
          <a:xfrm>
            <a:off x="772210" y="1100337"/>
            <a:ext cx="10695501" cy="5401551"/>
          </a:xfrm>
          <a:prstGeom prst="rect">
            <a:avLst/>
          </a:prstGeom>
        </p:spPr>
      </p:pic>
      <p:sp>
        <p:nvSpPr>
          <p:cNvPr id="24578" name="Titolo 1">
            <a:extLst>
              <a:ext uri="{FF2B5EF4-FFF2-40B4-BE49-F238E27FC236}">
                <a16:creationId xmlns:a16="http://schemas.microsoft.com/office/drawing/2014/main" id="{88B36BE0-8D70-45AF-F6E6-919D34A359B3}"/>
              </a:ext>
            </a:extLst>
          </p:cNvPr>
          <p:cNvSpPr>
            <a:spLocks noGrp="1" noChangeArrowheads="1"/>
          </p:cNvSpPr>
          <p:nvPr>
            <p:ph type="title"/>
          </p:nvPr>
        </p:nvSpPr>
        <p:spPr/>
        <p:txBody>
          <a:bodyPr/>
          <a:lstStyle/>
          <a:p>
            <a:r>
              <a:rPr lang="en-US" noProof="0" dirty="0" err="1"/>
              <a:t>wireshark</a:t>
            </a:r>
            <a:endParaRPr lang="en-US" noProof="0" dirty="0"/>
          </a:p>
        </p:txBody>
      </p:sp>
      <p:sp>
        <p:nvSpPr>
          <p:cNvPr id="4" name="Segnaposto data 3">
            <a:extLst>
              <a:ext uri="{FF2B5EF4-FFF2-40B4-BE49-F238E27FC236}">
                <a16:creationId xmlns:a16="http://schemas.microsoft.com/office/drawing/2014/main" id="{786B326D-D341-DF7E-A46A-768E09E0CAAA}"/>
              </a:ext>
            </a:extLst>
          </p:cNvPr>
          <p:cNvSpPr>
            <a:spLocks noGrp="1"/>
          </p:cNvSpPr>
          <p:nvPr>
            <p:ph type="dt" sz="half" idx="10"/>
          </p:nvPr>
        </p:nvSpPr>
        <p:spPr/>
        <p:txBody>
          <a:bodyPr/>
          <a:lstStyle/>
          <a:p>
            <a:pPr>
              <a:defRPr/>
            </a:pPr>
            <a:r>
              <a:rPr lang="en-US" noProof="0"/>
              <a:t>last update: Oct 2026</a:t>
            </a:r>
            <a:endParaRPr lang="en-US" noProof="0" dirty="0"/>
          </a:p>
        </p:txBody>
      </p:sp>
      <p:sp>
        <p:nvSpPr>
          <p:cNvPr id="5" name="Segnaposto piè di pagina 4">
            <a:extLst>
              <a:ext uri="{FF2B5EF4-FFF2-40B4-BE49-F238E27FC236}">
                <a16:creationId xmlns:a16="http://schemas.microsoft.com/office/drawing/2014/main" id="{DF948083-2C84-0256-2221-A7936D2DE2E3}"/>
              </a:ext>
            </a:extLst>
          </p:cNvPr>
          <p:cNvSpPr>
            <a:spLocks noGrp="1"/>
          </p:cNvSpPr>
          <p:nvPr>
            <p:ph type="ftr" sz="quarter" idx="11"/>
          </p:nvPr>
        </p:nvSpPr>
        <p:spPr/>
        <p:txBody>
          <a:bodyPr/>
          <a:lstStyle/>
          <a:p>
            <a:pPr>
              <a:defRPr/>
            </a:pPr>
            <a:r>
              <a:rPr lang="en-US" noProof="0" dirty="0"/>
              <a:t>kathara – [ lab: basic-ipv4 ]</a:t>
            </a:r>
          </a:p>
        </p:txBody>
      </p:sp>
      <p:sp>
        <p:nvSpPr>
          <p:cNvPr id="6" name="AutoShape 62">
            <a:extLst>
              <a:ext uri="{FF2B5EF4-FFF2-40B4-BE49-F238E27FC236}">
                <a16:creationId xmlns:a16="http://schemas.microsoft.com/office/drawing/2014/main" id="{5B24A21A-28FB-2954-3768-7289BA725FE5}"/>
              </a:ext>
            </a:extLst>
          </p:cNvPr>
          <p:cNvSpPr>
            <a:spLocks noChangeArrowheads="1"/>
          </p:cNvSpPr>
          <p:nvPr/>
        </p:nvSpPr>
        <p:spPr bwMode="auto">
          <a:xfrm>
            <a:off x="9136802" y="2035922"/>
            <a:ext cx="2782277" cy="513905"/>
          </a:xfrm>
          <a:prstGeom prst="wedgeRoundRectCallout">
            <a:avLst>
              <a:gd name="adj1" fmla="val -54082"/>
              <a:gd name="adj2" fmla="val 5555"/>
              <a:gd name="adj3" fmla="val 16667"/>
            </a:avLst>
          </a:prstGeom>
          <a:solidFill>
            <a:schemeClr val="accent2"/>
          </a:solidFill>
          <a:ln w="9525">
            <a:solidFill>
              <a:schemeClr val="tx1"/>
            </a:solidFill>
            <a:miter lim="800000"/>
            <a:headEnd/>
            <a:tailEnd/>
          </a:ln>
          <a:effectLst/>
        </p:spPr>
        <p:txBody>
          <a:bodyPr lIns="90000" tIns="46800" rIns="90000" bIns="46800"/>
          <a:lstStyle>
            <a:lvl1pPr>
              <a:spcBef>
                <a:spcPct val="20000"/>
              </a:spcBef>
              <a:buClr>
                <a:schemeClr val="tx2"/>
              </a:buClr>
              <a:buSzPct val="7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algn="ctr" eaLnBrk="1" hangingPunct="1">
              <a:spcBef>
                <a:spcPct val="0"/>
              </a:spcBef>
              <a:buClrTx/>
              <a:buSzTx/>
              <a:buFontTx/>
              <a:buNone/>
            </a:pPr>
            <a:r>
              <a:rPr lang="en-US" sz="2000" noProof="0" dirty="0"/>
              <a:t>3 probes for each </a:t>
            </a:r>
            <a:r>
              <a:rPr lang="en-US" sz="2000" i="1" noProof="0" dirty="0" err="1"/>
              <a:t>ttl</a:t>
            </a:r>
            <a:endParaRPr lang="en-US" sz="2000" i="1" noProof="0" dirty="0"/>
          </a:p>
        </p:txBody>
      </p:sp>
      <p:sp>
        <p:nvSpPr>
          <p:cNvPr id="7" name="Right Brace 6">
            <a:extLst>
              <a:ext uri="{FF2B5EF4-FFF2-40B4-BE49-F238E27FC236}">
                <a16:creationId xmlns:a16="http://schemas.microsoft.com/office/drawing/2014/main" id="{8BE961B6-ECDA-07DC-8660-D8102C5D9332}"/>
              </a:ext>
            </a:extLst>
          </p:cNvPr>
          <p:cNvSpPr/>
          <p:nvPr/>
        </p:nvSpPr>
        <p:spPr>
          <a:xfrm>
            <a:off x="8318977" y="1925053"/>
            <a:ext cx="666894" cy="831897"/>
          </a:xfrm>
          <a:prstGeom prst="rightBrace">
            <a:avLst/>
          </a:prstGeom>
        </p:spPr>
        <p:style>
          <a:lnRef idx="3">
            <a:schemeClr val="accent2"/>
          </a:lnRef>
          <a:fillRef idx="0">
            <a:schemeClr val="accent2"/>
          </a:fillRef>
          <a:effectRef idx="2">
            <a:schemeClr val="accent2"/>
          </a:effectRef>
          <a:fontRef idx="minor">
            <a:schemeClr val="tx1"/>
          </a:fontRef>
        </p:style>
        <p:txBody>
          <a:bodyPr rtlCol="0" anchor="ctr"/>
          <a:lstStyle/>
          <a:p>
            <a:pPr algn="ctr"/>
            <a:endParaRPr lang="en-US" noProof="0" dirty="0"/>
          </a:p>
        </p:txBody>
      </p:sp>
      <p:sp>
        <p:nvSpPr>
          <p:cNvPr id="2" name="AutoShape 62">
            <a:extLst>
              <a:ext uri="{FF2B5EF4-FFF2-40B4-BE49-F238E27FC236}">
                <a16:creationId xmlns:a16="http://schemas.microsoft.com/office/drawing/2014/main" id="{E149C99A-1E18-A46D-5EDF-4C4C3CE145E9}"/>
              </a:ext>
            </a:extLst>
          </p:cNvPr>
          <p:cNvSpPr>
            <a:spLocks noChangeArrowheads="1"/>
          </p:cNvSpPr>
          <p:nvPr/>
        </p:nvSpPr>
        <p:spPr bwMode="auto">
          <a:xfrm>
            <a:off x="192506" y="840552"/>
            <a:ext cx="3676911" cy="838160"/>
          </a:xfrm>
          <a:prstGeom prst="wedgeRoundRectCallout">
            <a:avLst>
              <a:gd name="adj1" fmla="val -24833"/>
              <a:gd name="adj2" fmla="val 112581"/>
              <a:gd name="adj3" fmla="val 16667"/>
            </a:avLst>
          </a:prstGeom>
          <a:solidFill>
            <a:schemeClr val="accent2"/>
          </a:solidFill>
          <a:ln w="9525">
            <a:solidFill>
              <a:schemeClr val="tx1"/>
            </a:solidFill>
            <a:miter lim="800000"/>
            <a:headEnd/>
            <a:tailEnd/>
          </a:ln>
          <a:effectLst/>
        </p:spPr>
        <p:txBody>
          <a:bodyPr lIns="90000" tIns="46800" rIns="90000" bIns="46800"/>
          <a:lstStyle>
            <a:lvl1pPr>
              <a:spcBef>
                <a:spcPct val="20000"/>
              </a:spcBef>
              <a:buClr>
                <a:schemeClr val="tx2"/>
              </a:buClr>
              <a:buSzPct val="7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algn="ctr" eaLnBrk="1" hangingPunct="1">
              <a:spcBef>
                <a:spcPct val="0"/>
              </a:spcBef>
              <a:buClrTx/>
              <a:buSzTx/>
              <a:buFontTx/>
              <a:buNone/>
            </a:pPr>
            <a:r>
              <a:rPr lang="en-US" sz="2000" noProof="0" dirty="0" err="1"/>
              <a:t>udp</a:t>
            </a:r>
            <a:r>
              <a:rPr lang="en-US" sz="2000" noProof="0" dirty="0"/>
              <a:t> packet and corresponding ICMP Time-to-live exceeded</a:t>
            </a:r>
          </a:p>
        </p:txBody>
      </p:sp>
    </p:spTree>
    <p:extLst>
      <p:ext uri="{BB962C8B-B14F-4D97-AF65-F5344CB8AC3E}">
        <p14:creationId xmlns:p14="http://schemas.microsoft.com/office/powerpoint/2010/main" val="3600540262"/>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AB233F73-894D-0C39-A4CF-11EE27660298}"/>
              </a:ext>
            </a:extLst>
          </p:cNvPr>
          <p:cNvPicPr>
            <a:picLocks noChangeAspect="1"/>
          </p:cNvPicPr>
          <p:nvPr/>
        </p:nvPicPr>
        <p:blipFill>
          <a:blip r:embed="rId2"/>
          <a:stretch>
            <a:fillRect/>
          </a:stretch>
        </p:blipFill>
        <p:spPr>
          <a:xfrm>
            <a:off x="772211" y="1107212"/>
            <a:ext cx="10695501" cy="5408080"/>
          </a:xfrm>
          <a:prstGeom prst="rect">
            <a:avLst/>
          </a:prstGeom>
        </p:spPr>
      </p:pic>
      <p:sp>
        <p:nvSpPr>
          <p:cNvPr id="24578" name="Titolo 1">
            <a:extLst>
              <a:ext uri="{FF2B5EF4-FFF2-40B4-BE49-F238E27FC236}">
                <a16:creationId xmlns:a16="http://schemas.microsoft.com/office/drawing/2014/main" id="{88B36BE0-8D70-45AF-F6E6-919D34A359B3}"/>
              </a:ext>
            </a:extLst>
          </p:cNvPr>
          <p:cNvSpPr>
            <a:spLocks noGrp="1" noChangeArrowheads="1"/>
          </p:cNvSpPr>
          <p:nvPr>
            <p:ph type="title"/>
          </p:nvPr>
        </p:nvSpPr>
        <p:spPr/>
        <p:txBody>
          <a:bodyPr/>
          <a:lstStyle/>
          <a:p>
            <a:r>
              <a:rPr lang="en-US" noProof="0" dirty="0" err="1"/>
              <a:t>wireshark</a:t>
            </a:r>
            <a:endParaRPr lang="en-US" noProof="0" dirty="0"/>
          </a:p>
        </p:txBody>
      </p:sp>
      <p:sp>
        <p:nvSpPr>
          <p:cNvPr id="4" name="Segnaposto data 3">
            <a:extLst>
              <a:ext uri="{FF2B5EF4-FFF2-40B4-BE49-F238E27FC236}">
                <a16:creationId xmlns:a16="http://schemas.microsoft.com/office/drawing/2014/main" id="{786B326D-D341-DF7E-A46A-768E09E0CAAA}"/>
              </a:ext>
            </a:extLst>
          </p:cNvPr>
          <p:cNvSpPr>
            <a:spLocks noGrp="1"/>
          </p:cNvSpPr>
          <p:nvPr>
            <p:ph type="dt" sz="half" idx="10"/>
          </p:nvPr>
        </p:nvSpPr>
        <p:spPr/>
        <p:txBody>
          <a:bodyPr/>
          <a:lstStyle/>
          <a:p>
            <a:pPr>
              <a:defRPr/>
            </a:pPr>
            <a:r>
              <a:rPr lang="en-US" noProof="0"/>
              <a:t>last update: Oct 2026</a:t>
            </a:r>
            <a:endParaRPr lang="en-US" noProof="0" dirty="0"/>
          </a:p>
        </p:txBody>
      </p:sp>
      <p:sp>
        <p:nvSpPr>
          <p:cNvPr id="5" name="Segnaposto piè di pagina 4">
            <a:extLst>
              <a:ext uri="{FF2B5EF4-FFF2-40B4-BE49-F238E27FC236}">
                <a16:creationId xmlns:a16="http://schemas.microsoft.com/office/drawing/2014/main" id="{DF948083-2C84-0256-2221-A7936D2DE2E3}"/>
              </a:ext>
            </a:extLst>
          </p:cNvPr>
          <p:cNvSpPr>
            <a:spLocks noGrp="1"/>
          </p:cNvSpPr>
          <p:nvPr>
            <p:ph type="ftr" sz="quarter" idx="11"/>
          </p:nvPr>
        </p:nvSpPr>
        <p:spPr/>
        <p:txBody>
          <a:bodyPr/>
          <a:lstStyle/>
          <a:p>
            <a:pPr>
              <a:defRPr/>
            </a:pPr>
            <a:r>
              <a:rPr lang="en-US" noProof="0" dirty="0"/>
              <a:t>kathara – [ lab: basic-ipv4 ]</a:t>
            </a:r>
          </a:p>
        </p:txBody>
      </p:sp>
      <p:sp>
        <p:nvSpPr>
          <p:cNvPr id="10" name="AutoShape 62">
            <a:extLst>
              <a:ext uri="{FF2B5EF4-FFF2-40B4-BE49-F238E27FC236}">
                <a16:creationId xmlns:a16="http://schemas.microsoft.com/office/drawing/2014/main" id="{C7F2A27E-A828-3906-2442-E2E9B5EA6477}"/>
              </a:ext>
            </a:extLst>
          </p:cNvPr>
          <p:cNvSpPr>
            <a:spLocks noChangeArrowheads="1"/>
          </p:cNvSpPr>
          <p:nvPr/>
        </p:nvSpPr>
        <p:spPr bwMode="auto">
          <a:xfrm>
            <a:off x="3525931" y="4786890"/>
            <a:ext cx="3129251" cy="513879"/>
          </a:xfrm>
          <a:prstGeom prst="wedgeRoundRectCallout">
            <a:avLst>
              <a:gd name="adj1" fmla="val -24833"/>
              <a:gd name="adj2" fmla="val 112581"/>
              <a:gd name="adj3" fmla="val 16667"/>
            </a:avLst>
          </a:prstGeom>
          <a:solidFill>
            <a:schemeClr val="accent2"/>
          </a:solidFill>
          <a:ln w="9525">
            <a:solidFill>
              <a:schemeClr val="tx1"/>
            </a:solidFill>
            <a:miter lim="800000"/>
            <a:headEnd/>
            <a:tailEnd/>
          </a:ln>
          <a:effectLst/>
        </p:spPr>
        <p:txBody>
          <a:bodyPr lIns="90000" tIns="46800" rIns="90000" bIns="46800"/>
          <a:lstStyle>
            <a:lvl1pPr>
              <a:spcBef>
                <a:spcPct val="20000"/>
              </a:spcBef>
              <a:buClr>
                <a:schemeClr val="tx2"/>
              </a:buClr>
              <a:buSzPct val="7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algn="ctr" eaLnBrk="1" hangingPunct="1">
              <a:spcBef>
                <a:spcPct val="0"/>
              </a:spcBef>
              <a:buClrTx/>
              <a:buSzTx/>
              <a:buFontTx/>
              <a:buNone/>
            </a:pPr>
            <a:r>
              <a:rPr lang="en-US" sz="2000" noProof="0" dirty="0"/>
              <a:t>Time to live: 2</a:t>
            </a:r>
          </a:p>
        </p:txBody>
      </p:sp>
      <p:sp>
        <p:nvSpPr>
          <p:cNvPr id="2" name="AutoShape 62">
            <a:extLst>
              <a:ext uri="{FF2B5EF4-FFF2-40B4-BE49-F238E27FC236}">
                <a16:creationId xmlns:a16="http://schemas.microsoft.com/office/drawing/2014/main" id="{3E4950EA-7FB3-8AA2-3BAF-FAA79AB4B32C}"/>
              </a:ext>
            </a:extLst>
          </p:cNvPr>
          <p:cNvSpPr>
            <a:spLocks noChangeArrowheads="1"/>
          </p:cNvSpPr>
          <p:nvPr/>
        </p:nvSpPr>
        <p:spPr bwMode="auto">
          <a:xfrm>
            <a:off x="192508" y="1412052"/>
            <a:ext cx="3676911" cy="838160"/>
          </a:xfrm>
          <a:prstGeom prst="wedgeRoundRectCallout">
            <a:avLst>
              <a:gd name="adj1" fmla="val -24833"/>
              <a:gd name="adj2" fmla="val 112581"/>
              <a:gd name="adj3" fmla="val 16667"/>
            </a:avLst>
          </a:prstGeom>
          <a:solidFill>
            <a:schemeClr val="accent2"/>
          </a:solidFill>
          <a:ln w="9525">
            <a:solidFill>
              <a:schemeClr val="tx1"/>
            </a:solidFill>
            <a:miter lim="800000"/>
            <a:headEnd/>
            <a:tailEnd/>
          </a:ln>
          <a:effectLst/>
        </p:spPr>
        <p:txBody>
          <a:bodyPr lIns="90000" tIns="46800" rIns="90000" bIns="46800"/>
          <a:lstStyle>
            <a:lvl1pPr>
              <a:spcBef>
                <a:spcPct val="20000"/>
              </a:spcBef>
              <a:buClr>
                <a:schemeClr val="tx2"/>
              </a:buClr>
              <a:buSzPct val="7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algn="ctr" eaLnBrk="1" hangingPunct="1">
              <a:spcBef>
                <a:spcPct val="0"/>
              </a:spcBef>
              <a:buClrTx/>
              <a:buSzTx/>
              <a:buFontTx/>
              <a:buNone/>
            </a:pPr>
            <a:r>
              <a:rPr lang="en-US" sz="2000" noProof="0" dirty="0" err="1"/>
              <a:t>udp</a:t>
            </a:r>
            <a:r>
              <a:rPr lang="en-US" sz="2000" noProof="0" dirty="0"/>
              <a:t> packet and corresponding ICMP Time-to-live exceeded</a:t>
            </a:r>
          </a:p>
        </p:txBody>
      </p:sp>
    </p:spTree>
    <p:extLst>
      <p:ext uri="{BB962C8B-B14F-4D97-AF65-F5344CB8AC3E}">
        <p14:creationId xmlns:p14="http://schemas.microsoft.com/office/powerpoint/2010/main" val="1890092552"/>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3483F0D0-EC95-5CFC-EF1F-4E66A2B29F14}"/>
              </a:ext>
            </a:extLst>
          </p:cNvPr>
          <p:cNvPicPr>
            <a:picLocks noChangeAspect="1"/>
          </p:cNvPicPr>
          <p:nvPr/>
        </p:nvPicPr>
        <p:blipFill>
          <a:blip r:embed="rId2"/>
          <a:stretch>
            <a:fillRect/>
          </a:stretch>
        </p:blipFill>
        <p:spPr>
          <a:xfrm>
            <a:off x="779086" y="1107212"/>
            <a:ext cx="10695501" cy="5401551"/>
          </a:xfrm>
          <a:prstGeom prst="rect">
            <a:avLst/>
          </a:prstGeom>
        </p:spPr>
      </p:pic>
      <p:sp>
        <p:nvSpPr>
          <p:cNvPr id="24578" name="Titolo 1">
            <a:extLst>
              <a:ext uri="{FF2B5EF4-FFF2-40B4-BE49-F238E27FC236}">
                <a16:creationId xmlns:a16="http://schemas.microsoft.com/office/drawing/2014/main" id="{88B36BE0-8D70-45AF-F6E6-919D34A359B3}"/>
              </a:ext>
            </a:extLst>
          </p:cNvPr>
          <p:cNvSpPr>
            <a:spLocks noGrp="1" noChangeArrowheads="1"/>
          </p:cNvSpPr>
          <p:nvPr>
            <p:ph type="title"/>
          </p:nvPr>
        </p:nvSpPr>
        <p:spPr/>
        <p:txBody>
          <a:bodyPr/>
          <a:lstStyle/>
          <a:p>
            <a:r>
              <a:rPr lang="en-US" noProof="0" dirty="0" err="1"/>
              <a:t>wireshark</a:t>
            </a:r>
            <a:endParaRPr lang="en-US" noProof="0" dirty="0"/>
          </a:p>
        </p:txBody>
      </p:sp>
      <p:sp>
        <p:nvSpPr>
          <p:cNvPr id="4" name="Segnaposto data 3">
            <a:extLst>
              <a:ext uri="{FF2B5EF4-FFF2-40B4-BE49-F238E27FC236}">
                <a16:creationId xmlns:a16="http://schemas.microsoft.com/office/drawing/2014/main" id="{786B326D-D341-DF7E-A46A-768E09E0CAAA}"/>
              </a:ext>
            </a:extLst>
          </p:cNvPr>
          <p:cNvSpPr>
            <a:spLocks noGrp="1"/>
          </p:cNvSpPr>
          <p:nvPr>
            <p:ph type="dt" sz="half" idx="10"/>
          </p:nvPr>
        </p:nvSpPr>
        <p:spPr/>
        <p:txBody>
          <a:bodyPr/>
          <a:lstStyle/>
          <a:p>
            <a:pPr>
              <a:defRPr/>
            </a:pPr>
            <a:r>
              <a:rPr lang="en-US" noProof="0"/>
              <a:t>last update: Oct 2026</a:t>
            </a:r>
            <a:endParaRPr lang="en-US" noProof="0" dirty="0"/>
          </a:p>
        </p:txBody>
      </p:sp>
      <p:sp>
        <p:nvSpPr>
          <p:cNvPr id="5" name="Segnaposto piè di pagina 4">
            <a:extLst>
              <a:ext uri="{FF2B5EF4-FFF2-40B4-BE49-F238E27FC236}">
                <a16:creationId xmlns:a16="http://schemas.microsoft.com/office/drawing/2014/main" id="{DF948083-2C84-0256-2221-A7936D2DE2E3}"/>
              </a:ext>
            </a:extLst>
          </p:cNvPr>
          <p:cNvSpPr>
            <a:spLocks noGrp="1"/>
          </p:cNvSpPr>
          <p:nvPr>
            <p:ph type="ftr" sz="quarter" idx="11"/>
          </p:nvPr>
        </p:nvSpPr>
        <p:spPr/>
        <p:txBody>
          <a:bodyPr/>
          <a:lstStyle/>
          <a:p>
            <a:pPr>
              <a:defRPr/>
            </a:pPr>
            <a:r>
              <a:rPr lang="en-US" noProof="0" dirty="0"/>
              <a:t>kathara – [ lab: basic-ipv4 ]</a:t>
            </a:r>
          </a:p>
        </p:txBody>
      </p:sp>
      <p:sp>
        <p:nvSpPr>
          <p:cNvPr id="8" name="AutoShape 62">
            <a:extLst>
              <a:ext uri="{FF2B5EF4-FFF2-40B4-BE49-F238E27FC236}">
                <a16:creationId xmlns:a16="http://schemas.microsoft.com/office/drawing/2014/main" id="{F517F7FD-68AB-9390-0FC0-85B05D162097}"/>
              </a:ext>
            </a:extLst>
          </p:cNvPr>
          <p:cNvSpPr>
            <a:spLocks noChangeArrowheads="1"/>
          </p:cNvSpPr>
          <p:nvPr/>
        </p:nvSpPr>
        <p:spPr bwMode="auto">
          <a:xfrm>
            <a:off x="1938805" y="3595723"/>
            <a:ext cx="3293213" cy="432270"/>
          </a:xfrm>
          <a:prstGeom prst="wedgeRoundRectCallout">
            <a:avLst>
              <a:gd name="adj1" fmla="val -24833"/>
              <a:gd name="adj2" fmla="val 112581"/>
              <a:gd name="adj3" fmla="val 16667"/>
            </a:avLst>
          </a:prstGeom>
          <a:solidFill>
            <a:schemeClr val="accent2"/>
          </a:solidFill>
          <a:ln w="9525">
            <a:solidFill>
              <a:schemeClr val="tx1"/>
            </a:solidFill>
            <a:miter lim="800000"/>
            <a:headEnd/>
            <a:tailEnd/>
          </a:ln>
          <a:effectLst/>
        </p:spPr>
        <p:txBody>
          <a:bodyPr lIns="90000" tIns="46800" rIns="90000" bIns="46800"/>
          <a:lstStyle>
            <a:lvl1pPr>
              <a:spcBef>
                <a:spcPct val="20000"/>
              </a:spcBef>
              <a:buClr>
                <a:schemeClr val="tx2"/>
              </a:buClr>
              <a:buSzPct val="7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algn="ctr" eaLnBrk="1" hangingPunct="1">
              <a:spcBef>
                <a:spcPct val="0"/>
              </a:spcBef>
              <a:buClrTx/>
              <a:buSzTx/>
              <a:buFontTx/>
              <a:buNone/>
            </a:pPr>
            <a:r>
              <a:rPr lang="en-US" sz="2000" noProof="0" dirty="0"/>
              <a:t>destination reached!</a:t>
            </a:r>
          </a:p>
        </p:txBody>
      </p:sp>
    </p:spTree>
    <p:extLst>
      <p:ext uri="{BB962C8B-B14F-4D97-AF65-F5344CB8AC3E}">
        <p14:creationId xmlns:p14="http://schemas.microsoft.com/office/powerpoint/2010/main" val="2880052102"/>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3483F0D0-EC95-5CFC-EF1F-4E66A2B29F14}"/>
              </a:ext>
            </a:extLst>
          </p:cNvPr>
          <p:cNvPicPr>
            <a:picLocks noChangeAspect="1"/>
          </p:cNvPicPr>
          <p:nvPr/>
        </p:nvPicPr>
        <p:blipFill>
          <a:blip r:embed="rId2"/>
          <a:stretch>
            <a:fillRect/>
          </a:stretch>
        </p:blipFill>
        <p:spPr>
          <a:xfrm>
            <a:off x="779086" y="1107212"/>
            <a:ext cx="10695501" cy="5401551"/>
          </a:xfrm>
          <a:prstGeom prst="rect">
            <a:avLst/>
          </a:prstGeom>
        </p:spPr>
      </p:pic>
      <p:sp>
        <p:nvSpPr>
          <p:cNvPr id="24578" name="Titolo 1">
            <a:extLst>
              <a:ext uri="{FF2B5EF4-FFF2-40B4-BE49-F238E27FC236}">
                <a16:creationId xmlns:a16="http://schemas.microsoft.com/office/drawing/2014/main" id="{88B36BE0-8D70-45AF-F6E6-919D34A359B3}"/>
              </a:ext>
            </a:extLst>
          </p:cNvPr>
          <p:cNvSpPr>
            <a:spLocks noGrp="1" noChangeArrowheads="1"/>
          </p:cNvSpPr>
          <p:nvPr>
            <p:ph type="title"/>
          </p:nvPr>
        </p:nvSpPr>
        <p:spPr/>
        <p:txBody>
          <a:bodyPr/>
          <a:lstStyle/>
          <a:p>
            <a:r>
              <a:rPr lang="en-US" noProof="0" dirty="0" err="1"/>
              <a:t>wireshark</a:t>
            </a:r>
            <a:endParaRPr lang="en-US" noProof="0" dirty="0"/>
          </a:p>
        </p:txBody>
      </p:sp>
      <p:sp>
        <p:nvSpPr>
          <p:cNvPr id="4" name="Segnaposto data 3">
            <a:extLst>
              <a:ext uri="{FF2B5EF4-FFF2-40B4-BE49-F238E27FC236}">
                <a16:creationId xmlns:a16="http://schemas.microsoft.com/office/drawing/2014/main" id="{786B326D-D341-DF7E-A46A-768E09E0CAAA}"/>
              </a:ext>
            </a:extLst>
          </p:cNvPr>
          <p:cNvSpPr>
            <a:spLocks noGrp="1"/>
          </p:cNvSpPr>
          <p:nvPr>
            <p:ph type="dt" sz="half" idx="10"/>
          </p:nvPr>
        </p:nvSpPr>
        <p:spPr/>
        <p:txBody>
          <a:bodyPr/>
          <a:lstStyle/>
          <a:p>
            <a:pPr>
              <a:defRPr/>
            </a:pPr>
            <a:r>
              <a:rPr lang="en-US" noProof="0"/>
              <a:t>last update: Oct 2026</a:t>
            </a:r>
            <a:endParaRPr lang="en-US" noProof="0" dirty="0"/>
          </a:p>
        </p:txBody>
      </p:sp>
      <p:sp>
        <p:nvSpPr>
          <p:cNvPr id="5" name="Segnaposto piè di pagina 4">
            <a:extLst>
              <a:ext uri="{FF2B5EF4-FFF2-40B4-BE49-F238E27FC236}">
                <a16:creationId xmlns:a16="http://schemas.microsoft.com/office/drawing/2014/main" id="{DF948083-2C84-0256-2221-A7936D2DE2E3}"/>
              </a:ext>
            </a:extLst>
          </p:cNvPr>
          <p:cNvSpPr>
            <a:spLocks noGrp="1"/>
          </p:cNvSpPr>
          <p:nvPr>
            <p:ph type="ftr" sz="quarter" idx="11"/>
          </p:nvPr>
        </p:nvSpPr>
        <p:spPr/>
        <p:txBody>
          <a:bodyPr/>
          <a:lstStyle/>
          <a:p>
            <a:pPr>
              <a:defRPr/>
            </a:pPr>
            <a:r>
              <a:rPr lang="en-US" noProof="0" dirty="0"/>
              <a:t>kathara – [ lab: basic-ipv4 ]</a:t>
            </a:r>
          </a:p>
        </p:txBody>
      </p:sp>
      <p:sp>
        <p:nvSpPr>
          <p:cNvPr id="2" name="AutoShape 62">
            <a:extLst>
              <a:ext uri="{FF2B5EF4-FFF2-40B4-BE49-F238E27FC236}">
                <a16:creationId xmlns:a16="http://schemas.microsoft.com/office/drawing/2014/main" id="{161FF6DE-2EF0-2146-2083-AB19E22C45A7}"/>
              </a:ext>
            </a:extLst>
          </p:cNvPr>
          <p:cNvSpPr>
            <a:spLocks noChangeArrowheads="1"/>
          </p:cNvSpPr>
          <p:nvPr/>
        </p:nvSpPr>
        <p:spPr bwMode="auto">
          <a:xfrm>
            <a:off x="7248128" y="5013176"/>
            <a:ext cx="3744962" cy="1089103"/>
          </a:xfrm>
          <a:prstGeom prst="wedgeRoundRectCallout">
            <a:avLst>
              <a:gd name="adj1" fmla="val -58088"/>
              <a:gd name="adj2" fmla="val -155069"/>
              <a:gd name="adj3" fmla="val 16667"/>
            </a:avLst>
          </a:prstGeom>
          <a:solidFill>
            <a:schemeClr val="accent2"/>
          </a:solidFill>
          <a:ln w="9525">
            <a:solidFill>
              <a:schemeClr val="tx1"/>
            </a:solidFill>
            <a:miter lim="800000"/>
            <a:headEnd/>
            <a:tailEnd/>
          </a:ln>
          <a:effectLst/>
        </p:spPr>
        <p:txBody>
          <a:bodyPr lIns="90000" tIns="46800" rIns="90000" bIns="46800"/>
          <a:lstStyle>
            <a:lvl1pPr>
              <a:spcBef>
                <a:spcPct val="20000"/>
              </a:spcBef>
              <a:buClr>
                <a:schemeClr val="tx2"/>
              </a:buClr>
              <a:buSzPct val="7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algn="ctr" eaLnBrk="1" hangingPunct="1">
              <a:spcBef>
                <a:spcPct val="0"/>
              </a:spcBef>
              <a:buClrTx/>
              <a:buSzTx/>
              <a:buFontTx/>
              <a:buNone/>
            </a:pPr>
            <a:r>
              <a:rPr lang="en-US" sz="2000" noProof="0" dirty="0" err="1"/>
              <a:t>arp</a:t>
            </a:r>
            <a:r>
              <a:rPr lang="en-US" sz="2000" noProof="0" dirty="0"/>
              <a:t> unicast queries are issued during the dialogue</a:t>
            </a:r>
          </a:p>
        </p:txBody>
      </p:sp>
    </p:spTree>
    <p:extLst>
      <p:ext uri="{BB962C8B-B14F-4D97-AF65-F5344CB8AC3E}">
        <p14:creationId xmlns:p14="http://schemas.microsoft.com/office/powerpoint/2010/main" val="1493998727"/>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B5B534-3070-B5C9-A419-58A629A8E57F}"/>
            </a:ext>
          </a:extLst>
        </p:cNvPr>
        <p:cNvGrpSpPr/>
        <p:nvPr/>
      </p:nvGrpSpPr>
      <p:grpSpPr>
        <a:xfrm>
          <a:off x="0" y="0"/>
          <a:ext cx="0" cy="0"/>
          <a:chOff x="0" y="0"/>
          <a:chExt cx="0" cy="0"/>
        </a:xfrm>
      </p:grpSpPr>
      <p:sp>
        <p:nvSpPr>
          <p:cNvPr id="36869" name="Rectangle 42">
            <a:extLst>
              <a:ext uri="{FF2B5EF4-FFF2-40B4-BE49-F238E27FC236}">
                <a16:creationId xmlns:a16="http://schemas.microsoft.com/office/drawing/2014/main" id="{08DF9FAF-DAC9-565A-50FA-E6AD46E9434B}"/>
              </a:ext>
            </a:extLst>
          </p:cNvPr>
          <p:cNvSpPr>
            <a:spLocks noGrp="1" noChangeArrowheads="1"/>
          </p:cNvSpPr>
          <p:nvPr>
            <p:ph type="title"/>
          </p:nvPr>
        </p:nvSpPr>
        <p:spPr>
          <a:xfrm>
            <a:off x="1409699" y="115893"/>
            <a:ext cx="10125075" cy="922337"/>
          </a:xfrm>
        </p:spPr>
        <p:txBody>
          <a:bodyPr/>
          <a:lstStyle/>
          <a:p>
            <a:pPr eaLnBrk="1" hangingPunct="1"/>
            <a:r>
              <a:rPr lang="en-US" sz="4000" noProof="0" dirty="0"/>
              <a:t>traceroute: understanding the whole picture</a:t>
            </a:r>
          </a:p>
        </p:txBody>
      </p:sp>
      <p:sp>
        <p:nvSpPr>
          <p:cNvPr id="43" name="Segnaposto data 2">
            <a:extLst>
              <a:ext uri="{FF2B5EF4-FFF2-40B4-BE49-F238E27FC236}">
                <a16:creationId xmlns:a16="http://schemas.microsoft.com/office/drawing/2014/main" id="{83D4F9BB-FCDB-13C7-1C79-651D93E3A21F}"/>
              </a:ext>
            </a:extLst>
          </p:cNvPr>
          <p:cNvSpPr>
            <a:spLocks noGrp="1"/>
          </p:cNvSpPr>
          <p:nvPr>
            <p:ph type="dt" sz="half" idx="10"/>
          </p:nvPr>
        </p:nvSpPr>
        <p:spPr/>
        <p:txBody>
          <a:bodyPr/>
          <a:lstStyle/>
          <a:p>
            <a:pPr>
              <a:defRPr/>
            </a:pPr>
            <a:r>
              <a:rPr lang="en-US" noProof="0"/>
              <a:t>last update: Oct 2026</a:t>
            </a:r>
            <a:endParaRPr lang="en-US" noProof="0" dirty="0"/>
          </a:p>
        </p:txBody>
      </p:sp>
      <p:sp>
        <p:nvSpPr>
          <p:cNvPr id="44" name="Segnaposto piè di pagina 3">
            <a:extLst>
              <a:ext uri="{FF2B5EF4-FFF2-40B4-BE49-F238E27FC236}">
                <a16:creationId xmlns:a16="http://schemas.microsoft.com/office/drawing/2014/main" id="{A81ACBF6-E0A3-5411-1968-413FCB238E78}"/>
              </a:ext>
            </a:extLst>
          </p:cNvPr>
          <p:cNvSpPr>
            <a:spLocks noGrp="1"/>
          </p:cNvSpPr>
          <p:nvPr>
            <p:ph type="ftr" sz="quarter" idx="11"/>
          </p:nvPr>
        </p:nvSpPr>
        <p:spPr/>
        <p:txBody>
          <a:bodyPr/>
          <a:lstStyle/>
          <a:p>
            <a:pPr>
              <a:defRPr/>
            </a:pPr>
            <a:r>
              <a:rPr lang="en-US" noProof="0" dirty="0"/>
              <a:t>kathara – [ lab: basic-ipv4 ]</a:t>
            </a:r>
          </a:p>
        </p:txBody>
      </p:sp>
      <p:sp>
        <p:nvSpPr>
          <p:cNvPr id="36870" name="Rectangle 3">
            <a:extLst>
              <a:ext uri="{FF2B5EF4-FFF2-40B4-BE49-F238E27FC236}">
                <a16:creationId xmlns:a16="http://schemas.microsoft.com/office/drawing/2014/main" id="{BF7083A8-2090-00DA-CDD3-00CFBB5C191B}"/>
              </a:ext>
            </a:extLst>
          </p:cNvPr>
          <p:cNvSpPr>
            <a:spLocks noChangeArrowheads="1"/>
          </p:cNvSpPr>
          <p:nvPr/>
        </p:nvSpPr>
        <p:spPr bwMode="auto">
          <a:xfrm>
            <a:off x="4354519" y="1281114"/>
            <a:ext cx="674687" cy="609600"/>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tx2"/>
              </a:buClr>
              <a:buSzPct val="7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algn="ctr">
              <a:spcBef>
                <a:spcPct val="0"/>
              </a:spcBef>
              <a:buClrTx/>
              <a:buSzTx/>
              <a:buFontTx/>
              <a:buNone/>
            </a:pPr>
            <a:r>
              <a:rPr lang="en-US" sz="2000" b="1" noProof="0" dirty="0"/>
              <a:t>r1</a:t>
            </a:r>
            <a:endParaRPr lang="en-US" sz="2400" noProof="0" dirty="0"/>
          </a:p>
        </p:txBody>
      </p:sp>
      <p:sp>
        <p:nvSpPr>
          <p:cNvPr id="36871" name="Rectangle 4">
            <a:extLst>
              <a:ext uri="{FF2B5EF4-FFF2-40B4-BE49-F238E27FC236}">
                <a16:creationId xmlns:a16="http://schemas.microsoft.com/office/drawing/2014/main" id="{50EDF852-211A-A314-F114-352B10161645}"/>
              </a:ext>
            </a:extLst>
          </p:cNvPr>
          <p:cNvSpPr>
            <a:spLocks noChangeArrowheads="1"/>
          </p:cNvSpPr>
          <p:nvPr/>
        </p:nvSpPr>
        <p:spPr bwMode="auto">
          <a:xfrm>
            <a:off x="7153282" y="1281114"/>
            <a:ext cx="695325" cy="609600"/>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tx2"/>
              </a:buClr>
              <a:buSzPct val="7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algn="ctr">
              <a:spcBef>
                <a:spcPct val="0"/>
              </a:spcBef>
              <a:buClrTx/>
              <a:buSzTx/>
              <a:buFontTx/>
              <a:buNone/>
            </a:pPr>
            <a:r>
              <a:rPr lang="en-US" sz="2000" b="1" noProof="0" dirty="0"/>
              <a:t>r2</a:t>
            </a:r>
            <a:endParaRPr lang="en-US" sz="2400" noProof="0" dirty="0"/>
          </a:p>
        </p:txBody>
      </p:sp>
      <p:sp>
        <p:nvSpPr>
          <p:cNvPr id="36872" name="Rectangle 5">
            <a:extLst>
              <a:ext uri="{FF2B5EF4-FFF2-40B4-BE49-F238E27FC236}">
                <a16:creationId xmlns:a16="http://schemas.microsoft.com/office/drawing/2014/main" id="{6E9A3AD8-3147-895D-17DB-510E4A61735A}"/>
              </a:ext>
            </a:extLst>
          </p:cNvPr>
          <p:cNvSpPr>
            <a:spLocks noChangeArrowheads="1"/>
          </p:cNvSpPr>
          <p:nvPr/>
        </p:nvSpPr>
        <p:spPr bwMode="auto">
          <a:xfrm>
            <a:off x="1525594" y="1281114"/>
            <a:ext cx="674687" cy="609600"/>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tx2"/>
              </a:buClr>
              <a:buSzPct val="7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algn="ctr">
              <a:spcBef>
                <a:spcPct val="0"/>
              </a:spcBef>
              <a:buClrTx/>
              <a:buSzTx/>
              <a:buFontTx/>
              <a:buNone/>
            </a:pPr>
            <a:r>
              <a:rPr lang="en-US" sz="2000" b="1" noProof="0" dirty="0"/>
              <a:t>pc1</a:t>
            </a:r>
            <a:endParaRPr lang="en-US" sz="2400" noProof="0" dirty="0"/>
          </a:p>
        </p:txBody>
      </p:sp>
      <p:sp>
        <p:nvSpPr>
          <p:cNvPr id="36873" name="Rectangle 6">
            <a:extLst>
              <a:ext uri="{FF2B5EF4-FFF2-40B4-BE49-F238E27FC236}">
                <a16:creationId xmlns:a16="http://schemas.microsoft.com/office/drawing/2014/main" id="{E26D6F26-7581-8566-7028-53B562DE7945}"/>
              </a:ext>
            </a:extLst>
          </p:cNvPr>
          <p:cNvSpPr>
            <a:spLocks noChangeArrowheads="1"/>
          </p:cNvSpPr>
          <p:nvPr/>
        </p:nvSpPr>
        <p:spPr bwMode="auto">
          <a:xfrm>
            <a:off x="9993320" y="1281114"/>
            <a:ext cx="674687" cy="609600"/>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tx2"/>
              </a:buClr>
              <a:buSzPct val="7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algn="ctr">
              <a:spcBef>
                <a:spcPct val="0"/>
              </a:spcBef>
              <a:buClrTx/>
              <a:buSzTx/>
              <a:buFontTx/>
              <a:buNone/>
            </a:pPr>
            <a:r>
              <a:rPr lang="en-US" sz="2000" b="1" noProof="0" dirty="0"/>
              <a:t>pc2</a:t>
            </a:r>
            <a:endParaRPr lang="en-US" sz="2400" noProof="0" dirty="0"/>
          </a:p>
        </p:txBody>
      </p:sp>
      <p:sp>
        <p:nvSpPr>
          <p:cNvPr id="36874" name="Line 7">
            <a:extLst>
              <a:ext uri="{FF2B5EF4-FFF2-40B4-BE49-F238E27FC236}">
                <a16:creationId xmlns:a16="http://schemas.microsoft.com/office/drawing/2014/main" id="{DE225DC8-1911-5D8D-610B-2A84C7ADBAF7}"/>
              </a:ext>
            </a:extLst>
          </p:cNvPr>
          <p:cNvSpPr>
            <a:spLocks noChangeShapeType="1"/>
          </p:cNvSpPr>
          <p:nvPr/>
        </p:nvSpPr>
        <p:spPr bwMode="auto">
          <a:xfrm>
            <a:off x="2208215" y="1585913"/>
            <a:ext cx="2133600"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spAutoFit/>
          </a:bodyPr>
          <a:lstStyle/>
          <a:p>
            <a:endParaRPr lang="en-US" noProof="0" dirty="0"/>
          </a:p>
        </p:txBody>
      </p:sp>
      <p:sp>
        <p:nvSpPr>
          <p:cNvPr id="36875" name="Line 8">
            <a:extLst>
              <a:ext uri="{FF2B5EF4-FFF2-40B4-BE49-F238E27FC236}">
                <a16:creationId xmlns:a16="http://schemas.microsoft.com/office/drawing/2014/main" id="{0D76A8CD-959C-2E1B-A172-E5CEFAB4DFAA}"/>
              </a:ext>
            </a:extLst>
          </p:cNvPr>
          <p:cNvSpPr>
            <a:spLocks noChangeShapeType="1"/>
          </p:cNvSpPr>
          <p:nvPr/>
        </p:nvSpPr>
        <p:spPr bwMode="auto">
          <a:xfrm>
            <a:off x="5016501" y="1585913"/>
            <a:ext cx="2133600"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spAutoFit/>
          </a:bodyPr>
          <a:lstStyle/>
          <a:p>
            <a:endParaRPr lang="en-US" noProof="0" dirty="0"/>
          </a:p>
        </p:txBody>
      </p:sp>
      <p:sp>
        <p:nvSpPr>
          <p:cNvPr id="36876" name="Line 9">
            <a:extLst>
              <a:ext uri="{FF2B5EF4-FFF2-40B4-BE49-F238E27FC236}">
                <a16:creationId xmlns:a16="http://schemas.microsoft.com/office/drawing/2014/main" id="{22225AE3-2DF9-482B-2EF3-D54FC1E0EC71}"/>
              </a:ext>
            </a:extLst>
          </p:cNvPr>
          <p:cNvSpPr>
            <a:spLocks noChangeShapeType="1"/>
          </p:cNvSpPr>
          <p:nvPr/>
        </p:nvSpPr>
        <p:spPr bwMode="auto">
          <a:xfrm>
            <a:off x="7850189" y="1585913"/>
            <a:ext cx="2133600"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spAutoFit/>
          </a:bodyPr>
          <a:lstStyle/>
          <a:p>
            <a:endParaRPr lang="en-US" noProof="0" dirty="0"/>
          </a:p>
        </p:txBody>
      </p:sp>
      <p:sp>
        <p:nvSpPr>
          <p:cNvPr id="36877" name="Line 10">
            <a:extLst>
              <a:ext uri="{FF2B5EF4-FFF2-40B4-BE49-F238E27FC236}">
                <a16:creationId xmlns:a16="http://schemas.microsoft.com/office/drawing/2014/main" id="{73ED2C2E-7723-9CB8-1726-5914DC300104}"/>
              </a:ext>
            </a:extLst>
          </p:cNvPr>
          <p:cNvSpPr>
            <a:spLocks noChangeShapeType="1"/>
          </p:cNvSpPr>
          <p:nvPr/>
        </p:nvSpPr>
        <p:spPr bwMode="auto">
          <a:xfrm>
            <a:off x="1862138" y="1893894"/>
            <a:ext cx="0" cy="4537075"/>
          </a:xfrm>
          <a:prstGeom prst="line">
            <a:avLst/>
          </a:prstGeom>
          <a:noFill/>
          <a:ln w="12700">
            <a:solidFill>
              <a:schemeClr val="tx1"/>
            </a:solidFill>
            <a:round/>
            <a:headEnd/>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p>
            <a:endParaRPr lang="en-US" noProof="0" dirty="0"/>
          </a:p>
        </p:txBody>
      </p:sp>
      <p:sp>
        <p:nvSpPr>
          <p:cNvPr id="36878" name="Line 11">
            <a:extLst>
              <a:ext uri="{FF2B5EF4-FFF2-40B4-BE49-F238E27FC236}">
                <a16:creationId xmlns:a16="http://schemas.microsoft.com/office/drawing/2014/main" id="{CC4CF6FB-02EE-1502-957E-EE6C7179BEB0}"/>
              </a:ext>
            </a:extLst>
          </p:cNvPr>
          <p:cNvSpPr>
            <a:spLocks noChangeShapeType="1"/>
          </p:cNvSpPr>
          <p:nvPr/>
        </p:nvSpPr>
        <p:spPr bwMode="auto">
          <a:xfrm>
            <a:off x="4691063" y="1893894"/>
            <a:ext cx="0" cy="4537075"/>
          </a:xfrm>
          <a:prstGeom prst="line">
            <a:avLst/>
          </a:prstGeom>
          <a:noFill/>
          <a:ln w="12700">
            <a:solidFill>
              <a:schemeClr val="tx1"/>
            </a:solidFill>
            <a:round/>
            <a:headEnd/>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p>
            <a:endParaRPr lang="en-US" noProof="0" dirty="0"/>
          </a:p>
        </p:txBody>
      </p:sp>
      <p:sp>
        <p:nvSpPr>
          <p:cNvPr id="36879" name="Line 12">
            <a:extLst>
              <a:ext uri="{FF2B5EF4-FFF2-40B4-BE49-F238E27FC236}">
                <a16:creationId xmlns:a16="http://schemas.microsoft.com/office/drawing/2014/main" id="{37330745-97EA-1E66-7F81-08FF56F3C740}"/>
              </a:ext>
            </a:extLst>
          </p:cNvPr>
          <p:cNvSpPr>
            <a:spLocks noChangeShapeType="1"/>
          </p:cNvSpPr>
          <p:nvPr/>
        </p:nvSpPr>
        <p:spPr bwMode="auto">
          <a:xfrm>
            <a:off x="7500938" y="1893894"/>
            <a:ext cx="0" cy="4537075"/>
          </a:xfrm>
          <a:prstGeom prst="line">
            <a:avLst/>
          </a:prstGeom>
          <a:noFill/>
          <a:ln w="12700">
            <a:solidFill>
              <a:schemeClr val="tx1"/>
            </a:solidFill>
            <a:round/>
            <a:headEnd/>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p>
            <a:endParaRPr lang="en-US" noProof="0" dirty="0"/>
          </a:p>
        </p:txBody>
      </p:sp>
      <p:sp>
        <p:nvSpPr>
          <p:cNvPr id="36880" name="Line 13">
            <a:extLst>
              <a:ext uri="{FF2B5EF4-FFF2-40B4-BE49-F238E27FC236}">
                <a16:creationId xmlns:a16="http://schemas.microsoft.com/office/drawing/2014/main" id="{C184651E-DB96-8C28-4C90-7CCFBA888C0C}"/>
              </a:ext>
            </a:extLst>
          </p:cNvPr>
          <p:cNvSpPr>
            <a:spLocks noChangeShapeType="1"/>
          </p:cNvSpPr>
          <p:nvPr/>
        </p:nvSpPr>
        <p:spPr bwMode="auto">
          <a:xfrm>
            <a:off x="10339387" y="1896902"/>
            <a:ext cx="0" cy="4537075"/>
          </a:xfrm>
          <a:prstGeom prst="line">
            <a:avLst/>
          </a:prstGeom>
          <a:noFill/>
          <a:ln w="12700">
            <a:solidFill>
              <a:schemeClr val="tx1"/>
            </a:solidFill>
            <a:round/>
            <a:headEnd/>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p>
            <a:endParaRPr lang="en-US" noProof="0" dirty="0"/>
          </a:p>
        </p:txBody>
      </p:sp>
      <p:sp>
        <p:nvSpPr>
          <p:cNvPr id="36881" name="Line 14">
            <a:extLst>
              <a:ext uri="{FF2B5EF4-FFF2-40B4-BE49-F238E27FC236}">
                <a16:creationId xmlns:a16="http://schemas.microsoft.com/office/drawing/2014/main" id="{AFA4793A-804D-EF47-F8AD-AD327114B152}"/>
              </a:ext>
            </a:extLst>
          </p:cNvPr>
          <p:cNvSpPr>
            <a:spLocks noChangeShapeType="1"/>
          </p:cNvSpPr>
          <p:nvPr/>
        </p:nvSpPr>
        <p:spPr bwMode="auto">
          <a:xfrm flipH="1">
            <a:off x="7516813" y="2424113"/>
            <a:ext cx="2817812" cy="0"/>
          </a:xfrm>
          <a:prstGeom prst="line">
            <a:avLst/>
          </a:prstGeom>
          <a:noFill/>
          <a:ln w="28575">
            <a:solidFill>
              <a:schemeClr val="tx2"/>
            </a:solidFill>
            <a:round/>
            <a:headEnd/>
            <a:tailEnd type="stealth"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spAutoFit/>
          </a:bodyPr>
          <a:lstStyle/>
          <a:p>
            <a:endParaRPr lang="en-US" noProof="0" dirty="0"/>
          </a:p>
        </p:txBody>
      </p:sp>
      <p:sp>
        <p:nvSpPr>
          <p:cNvPr id="36882" name="Line 15">
            <a:extLst>
              <a:ext uri="{FF2B5EF4-FFF2-40B4-BE49-F238E27FC236}">
                <a16:creationId xmlns:a16="http://schemas.microsoft.com/office/drawing/2014/main" id="{E28C114C-8D85-545D-0A5D-26BFE8A6B90A}"/>
              </a:ext>
            </a:extLst>
          </p:cNvPr>
          <p:cNvSpPr>
            <a:spLocks noChangeShapeType="1"/>
          </p:cNvSpPr>
          <p:nvPr/>
        </p:nvSpPr>
        <p:spPr bwMode="auto">
          <a:xfrm flipH="1">
            <a:off x="7526338" y="2762250"/>
            <a:ext cx="2817812" cy="0"/>
          </a:xfrm>
          <a:prstGeom prst="line">
            <a:avLst/>
          </a:prstGeom>
          <a:noFill/>
          <a:ln w="28575">
            <a:solidFill>
              <a:schemeClr val="accent1"/>
            </a:solidFill>
            <a:round/>
            <a:headEnd type="stealth" w="lg" len="lg"/>
            <a:tailEnd type="non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spAutoFit/>
          </a:bodyPr>
          <a:lstStyle/>
          <a:p>
            <a:endParaRPr lang="en-US" noProof="0" dirty="0"/>
          </a:p>
        </p:txBody>
      </p:sp>
      <p:sp>
        <p:nvSpPr>
          <p:cNvPr id="36893" name="Text Box 26">
            <a:extLst>
              <a:ext uri="{FF2B5EF4-FFF2-40B4-BE49-F238E27FC236}">
                <a16:creationId xmlns:a16="http://schemas.microsoft.com/office/drawing/2014/main" id="{334374A0-5419-F5AC-0234-CFD8687888E8}"/>
              </a:ext>
            </a:extLst>
          </p:cNvPr>
          <p:cNvSpPr txBox="1">
            <a:spLocks noChangeArrowheads="1"/>
          </p:cNvSpPr>
          <p:nvPr/>
        </p:nvSpPr>
        <p:spPr bwMode="auto">
          <a:xfrm>
            <a:off x="7871651" y="2390782"/>
            <a:ext cx="2170059" cy="402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spAutoFit/>
          </a:bodyPr>
          <a:lstStyle>
            <a:lvl1pPr>
              <a:spcBef>
                <a:spcPct val="20000"/>
              </a:spcBef>
              <a:buClr>
                <a:schemeClr val="tx2"/>
              </a:buClr>
              <a:buSzPct val="7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a:spcBef>
                <a:spcPct val="50000"/>
              </a:spcBef>
              <a:buClrTx/>
              <a:buSzTx/>
              <a:buFontTx/>
              <a:buNone/>
            </a:pPr>
            <a:r>
              <a:rPr lang="en-US" sz="2000" noProof="0" dirty="0" err="1"/>
              <a:t>icmp</a:t>
            </a:r>
            <a:r>
              <a:rPr lang="en-US" sz="2000" noProof="0" dirty="0"/>
              <a:t> </a:t>
            </a:r>
            <a:r>
              <a:rPr lang="en-US" sz="2000" noProof="0" dirty="0" err="1"/>
              <a:t>ttl</a:t>
            </a:r>
            <a:r>
              <a:rPr lang="en-US" sz="2000" noProof="0" dirty="0"/>
              <a:t> exceeded</a:t>
            </a:r>
          </a:p>
        </p:txBody>
      </p:sp>
      <p:sp>
        <p:nvSpPr>
          <p:cNvPr id="36894" name="Text Box 27">
            <a:extLst>
              <a:ext uri="{FF2B5EF4-FFF2-40B4-BE49-F238E27FC236}">
                <a16:creationId xmlns:a16="http://schemas.microsoft.com/office/drawing/2014/main" id="{CECA3BE2-D430-E2B2-2006-F5B3D45BB538}"/>
              </a:ext>
            </a:extLst>
          </p:cNvPr>
          <p:cNvSpPr txBox="1">
            <a:spLocks noChangeArrowheads="1"/>
          </p:cNvSpPr>
          <p:nvPr/>
        </p:nvSpPr>
        <p:spPr bwMode="auto">
          <a:xfrm>
            <a:off x="8277318" y="2032471"/>
            <a:ext cx="1315851" cy="402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spAutoFit/>
          </a:bodyPr>
          <a:lstStyle>
            <a:lvl1pPr>
              <a:spcBef>
                <a:spcPct val="20000"/>
              </a:spcBef>
              <a:buClr>
                <a:schemeClr val="tx2"/>
              </a:buClr>
              <a:buSzPct val="7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a:spcBef>
                <a:spcPct val="50000"/>
              </a:spcBef>
              <a:buClrTx/>
              <a:buSzTx/>
              <a:buFontTx/>
              <a:buNone/>
            </a:pPr>
            <a:r>
              <a:rPr lang="en-US" sz="2000" noProof="0" dirty="0" err="1"/>
              <a:t>udp</a:t>
            </a:r>
            <a:r>
              <a:rPr lang="en-US" sz="2000" noProof="0" dirty="0"/>
              <a:t>, </a:t>
            </a:r>
            <a:r>
              <a:rPr lang="en-US" sz="2000" noProof="0" dirty="0" err="1"/>
              <a:t>ttl</a:t>
            </a:r>
            <a:r>
              <a:rPr lang="en-US" sz="2000" noProof="0" dirty="0"/>
              <a:t>=1</a:t>
            </a:r>
          </a:p>
        </p:txBody>
      </p:sp>
      <p:sp>
        <p:nvSpPr>
          <p:cNvPr id="36905" name="Text Box 38">
            <a:extLst>
              <a:ext uri="{FF2B5EF4-FFF2-40B4-BE49-F238E27FC236}">
                <a16:creationId xmlns:a16="http://schemas.microsoft.com/office/drawing/2014/main" id="{142132E3-3F60-3B67-5603-5353A365EE4B}"/>
              </a:ext>
            </a:extLst>
          </p:cNvPr>
          <p:cNvSpPr txBox="1">
            <a:spLocks noChangeArrowheads="1"/>
          </p:cNvSpPr>
          <p:nvPr/>
        </p:nvSpPr>
        <p:spPr bwMode="auto">
          <a:xfrm rot="16200000">
            <a:off x="1211184" y="3486004"/>
            <a:ext cx="774869" cy="46384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spAutoFit/>
          </a:bodyPr>
          <a:lstStyle>
            <a:lvl1pPr>
              <a:spcBef>
                <a:spcPct val="20000"/>
              </a:spcBef>
              <a:buClr>
                <a:schemeClr val="tx2"/>
              </a:buClr>
              <a:buSzPct val="7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a:spcBef>
                <a:spcPct val="50000"/>
              </a:spcBef>
              <a:buClrTx/>
              <a:buSzTx/>
              <a:buFontTx/>
              <a:buNone/>
            </a:pPr>
            <a:r>
              <a:rPr lang="en-US" sz="2400" noProof="0" dirty="0"/>
              <a:t>time</a:t>
            </a:r>
          </a:p>
        </p:txBody>
      </p:sp>
      <p:sp>
        <p:nvSpPr>
          <p:cNvPr id="36906" name="Text Box 41">
            <a:extLst>
              <a:ext uri="{FF2B5EF4-FFF2-40B4-BE49-F238E27FC236}">
                <a16:creationId xmlns:a16="http://schemas.microsoft.com/office/drawing/2014/main" id="{5E71E229-B1C8-0067-2606-408A0D53367B}"/>
              </a:ext>
            </a:extLst>
          </p:cNvPr>
          <p:cNvSpPr txBox="1">
            <a:spLocks noChangeArrowheads="1"/>
          </p:cNvSpPr>
          <p:nvPr/>
        </p:nvSpPr>
        <p:spPr bwMode="auto">
          <a:xfrm>
            <a:off x="3079750" y="1052518"/>
            <a:ext cx="427018" cy="52540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spAutoFit/>
          </a:bodyPr>
          <a:lstStyle>
            <a:lvl1pPr>
              <a:spcBef>
                <a:spcPct val="20000"/>
              </a:spcBef>
              <a:buClr>
                <a:schemeClr val="tx2"/>
              </a:buClr>
              <a:buSzPct val="7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a:spcBef>
                <a:spcPct val="50000"/>
              </a:spcBef>
              <a:buClrTx/>
              <a:buSzTx/>
              <a:buFontTx/>
              <a:buNone/>
            </a:pPr>
            <a:r>
              <a:rPr lang="en-US" sz="2800" b="1" noProof="0" dirty="0">
                <a:solidFill>
                  <a:schemeClr val="accent1"/>
                </a:solidFill>
              </a:rPr>
              <a:t>A</a:t>
            </a:r>
            <a:endParaRPr lang="en-US" sz="2800" noProof="0" dirty="0">
              <a:solidFill>
                <a:schemeClr val="accent1"/>
              </a:solidFill>
            </a:endParaRPr>
          </a:p>
        </p:txBody>
      </p:sp>
      <p:sp>
        <p:nvSpPr>
          <p:cNvPr id="36907" name="Text Box 43">
            <a:extLst>
              <a:ext uri="{FF2B5EF4-FFF2-40B4-BE49-F238E27FC236}">
                <a16:creationId xmlns:a16="http://schemas.microsoft.com/office/drawing/2014/main" id="{CEEA12ED-1989-037C-1D89-36A2511BB388}"/>
              </a:ext>
            </a:extLst>
          </p:cNvPr>
          <p:cNvSpPr txBox="1">
            <a:spLocks noChangeArrowheads="1"/>
          </p:cNvSpPr>
          <p:nvPr/>
        </p:nvSpPr>
        <p:spPr bwMode="auto">
          <a:xfrm>
            <a:off x="5888038" y="1052518"/>
            <a:ext cx="428620" cy="52540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spAutoFit/>
          </a:bodyPr>
          <a:lstStyle>
            <a:lvl1pPr>
              <a:spcBef>
                <a:spcPct val="20000"/>
              </a:spcBef>
              <a:buClr>
                <a:schemeClr val="tx2"/>
              </a:buClr>
              <a:buSzPct val="7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a:spcBef>
                <a:spcPct val="50000"/>
              </a:spcBef>
              <a:buClrTx/>
              <a:buSzTx/>
              <a:buFontTx/>
              <a:buNone/>
            </a:pPr>
            <a:r>
              <a:rPr lang="en-US" sz="2800" b="1" noProof="0" dirty="0">
                <a:solidFill>
                  <a:schemeClr val="accent1"/>
                </a:solidFill>
              </a:rPr>
              <a:t>B</a:t>
            </a:r>
            <a:endParaRPr lang="en-US" sz="2800" noProof="0" dirty="0">
              <a:solidFill>
                <a:schemeClr val="accent1"/>
              </a:solidFill>
            </a:endParaRPr>
          </a:p>
        </p:txBody>
      </p:sp>
      <p:sp>
        <p:nvSpPr>
          <p:cNvPr id="36908" name="Text Box 44">
            <a:extLst>
              <a:ext uri="{FF2B5EF4-FFF2-40B4-BE49-F238E27FC236}">
                <a16:creationId xmlns:a16="http://schemas.microsoft.com/office/drawing/2014/main" id="{CC0160ED-4BFB-3692-466D-BD47F9F59982}"/>
              </a:ext>
            </a:extLst>
          </p:cNvPr>
          <p:cNvSpPr txBox="1">
            <a:spLocks noChangeArrowheads="1"/>
          </p:cNvSpPr>
          <p:nvPr/>
        </p:nvSpPr>
        <p:spPr bwMode="auto">
          <a:xfrm>
            <a:off x="8724900" y="1052518"/>
            <a:ext cx="422208" cy="52540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spAutoFit/>
          </a:bodyPr>
          <a:lstStyle>
            <a:lvl1pPr>
              <a:spcBef>
                <a:spcPct val="20000"/>
              </a:spcBef>
              <a:buClr>
                <a:schemeClr val="tx2"/>
              </a:buClr>
              <a:buSzPct val="7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a:spcBef>
                <a:spcPct val="50000"/>
              </a:spcBef>
              <a:buClrTx/>
              <a:buSzTx/>
              <a:buFontTx/>
              <a:buNone/>
            </a:pPr>
            <a:r>
              <a:rPr lang="en-US" sz="2800" b="1" noProof="0" dirty="0">
                <a:solidFill>
                  <a:schemeClr val="accent1"/>
                </a:solidFill>
              </a:rPr>
              <a:t>C</a:t>
            </a:r>
            <a:endParaRPr lang="en-US" sz="2800" noProof="0" dirty="0">
              <a:solidFill>
                <a:schemeClr val="accent1"/>
              </a:solidFill>
            </a:endParaRPr>
          </a:p>
        </p:txBody>
      </p:sp>
      <p:sp>
        <p:nvSpPr>
          <p:cNvPr id="2" name="Line 14">
            <a:extLst>
              <a:ext uri="{FF2B5EF4-FFF2-40B4-BE49-F238E27FC236}">
                <a16:creationId xmlns:a16="http://schemas.microsoft.com/office/drawing/2014/main" id="{255A3CFB-6EE8-6FCA-5427-E37B34B3280B}"/>
              </a:ext>
            </a:extLst>
          </p:cNvPr>
          <p:cNvSpPr>
            <a:spLocks noChangeShapeType="1"/>
          </p:cNvSpPr>
          <p:nvPr/>
        </p:nvSpPr>
        <p:spPr bwMode="auto">
          <a:xfrm flipH="1" flipV="1">
            <a:off x="7510462" y="3814521"/>
            <a:ext cx="2819400" cy="17242"/>
          </a:xfrm>
          <a:prstGeom prst="line">
            <a:avLst/>
          </a:prstGeom>
          <a:noFill/>
          <a:ln w="28575">
            <a:solidFill>
              <a:schemeClr val="tx2"/>
            </a:solidFill>
            <a:round/>
            <a:headEnd/>
            <a:tailEnd type="stealth"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000" tIns="46800" rIns="90000" bIns="46800" anchor="ctr">
            <a:spAutoFit/>
          </a:bodyPr>
          <a:lstStyle/>
          <a:p>
            <a:endParaRPr lang="en-US" noProof="0" dirty="0"/>
          </a:p>
        </p:txBody>
      </p:sp>
      <p:sp>
        <p:nvSpPr>
          <p:cNvPr id="3" name="Line 15">
            <a:extLst>
              <a:ext uri="{FF2B5EF4-FFF2-40B4-BE49-F238E27FC236}">
                <a16:creationId xmlns:a16="http://schemas.microsoft.com/office/drawing/2014/main" id="{8BD93CCE-41C1-A919-141B-FF737799D053}"/>
              </a:ext>
            </a:extLst>
          </p:cNvPr>
          <p:cNvSpPr>
            <a:spLocks noChangeShapeType="1"/>
          </p:cNvSpPr>
          <p:nvPr/>
        </p:nvSpPr>
        <p:spPr bwMode="auto">
          <a:xfrm flipH="1">
            <a:off x="4691820" y="4145625"/>
            <a:ext cx="5661855" cy="0"/>
          </a:xfrm>
          <a:prstGeom prst="line">
            <a:avLst/>
          </a:prstGeom>
          <a:noFill/>
          <a:ln w="28575">
            <a:solidFill>
              <a:schemeClr val="accent1"/>
            </a:solidFill>
            <a:round/>
            <a:headEnd type="stealth" w="lg" len="lg"/>
            <a:tailEnd type="non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000" tIns="46800" rIns="90000" bIns="46800" anchor="ctr">
            <a:spAutoFit/>
          </a:bodyPr>
          <a:lstStyle/>
          <a:p>
            <a:endParaRPr lang="en-US" noProof="0" dirty="0"/>
          </a:p>
        </p:txBody>
      </p:sp>
      <p:sp>
        <p:nvSpPr>
          <p:cNvPr id="4" name="Text Box 26">
            <a:extLst>
              <a:ext uri="{FF2B5EF4-FFF2-40B4-BE49-F238E27FC236}">
                <a16:creationId xmlns:a16="http://schemas.microsoft.com/office/drawing/2014/main" id="{5A4CCB3E-0DA9-DF22-058C-7AB888298C81}"/>
              </a:ext>
            </a:extLst>
          </p:cNvPr>
          <p:cNvSpPr txBox="1">
            <a:spLocks noChangeArrowheads="1"/>
          </p:cNvSpPr>
          <p:nvPr/>
        </p:nvSpPr>
        <p:spPr bwMode="auto">
          <a:xfrm>
            <a:off x="5027609" y="3774157"/>
            <a:ext cx="2170059" cy="402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000" tIns="46800" rIns="90000" bIns="46800">
            <a:spAutoFit/>
          </a:bodyPr>
          <a:lstStyle>
            <a:lvl1pPr>
              <a:spcBef>
                <a:spcPct val="20000"/>
              </a:spcBef>
              <a:buClr>
                <a:schemeClr val="tx2"/>
              </a:buClr>
              <a:buSzPct val="7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a:spcBef>
                <a:spcPct val="50000"/>
              </a:spcBef>
              <a:buClrTx/>
              <a:buSzTx/>
              <a:buFontTx/>
              <a:buNone/>
            </a:pPr>
            <a:r>
              <a:rPr lang="en-US" sz="2000" noProof="0" dirty="0" err="1"/>
              <a:t>icmp</a:t>
            </a:r>
            <a:r>
              <a:rPr lang="en-US" sz="2000" noProof="0" dirty="0"/>
              <a:t> </a:t>
            </a:r>
            <a:r>
              <a:rPr lang="en-US" sz="2000" noProof="0" dirty="0" err="1"/>
              <a:t>ttl</a:t>
            </a:r>
            <a:r>
              <a:rPr lang="en-US" sz="2000" noProof="0" dirty="0"/>
              <a:t> exceeded</a:t>
            </a:r>
          </a:p>
        </p:txBody>
      </p:sp>
      <p:sp>
        <p:nvSpPr>
          <p:cNvPr id="5" name="Text Box 27">
            <a:extLst>
              <a:ext uri="{FF2B5EF4-FFF2-40B4-BE49-F238E27FC236}">
                <a16:creationId xmlns:a16="http://schemas.microsoft.com/office/drawing/2014/main" id="{769468C3-E31C-5EE6-1023-16A62043486B}"/>
              </a:ext>
            </a:extLst>
          </p:cNvPr>
          <p:cNvSpPr txBox="1">
            <a:spLocks noChangeArrowheads="1"/>
          </p:cNvSpPr>
          <p:nvPr/>
        </p:nvSpPr>
        <p:spPr bwMode="auto">
          <a:xfrm>
            <a:off x="5438077" y="3388671"/>
            <a:ext cx="1315851" cy="402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000" tIns="46800" rIns="90000" bIns="46800">
            <a:spAutoFit/>
          </a:bodyPr>
          <a:lstStyle>
            <a:lvl1pPr>
              <a:spcBef>
                <a:spcPct val="20000"/>
              </a:spcBef>
              <a:buClr>
                <a:schemeClr val="tx2"/>
              </a:buClr>
              <a:buSzPct val="7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a:spcBef>
                <a:spcPct val="50000"/>
              </a:spcBef>
              <a:buClrTx/>
              <a:buSzTx/>
              <a:buFontTx/>
              <a:buNone/>
            </a:pPr>
            <a:r>
              <a:rPr lang="en-US" sz="2000" noProof="0" dirty="0" err="1"/>
              <a:t>udp</a:t>
            </a:r>
            <a:r>
              <a:rPr lang="en-US" sz="2000" noProof="0" dirty="0"/>
              <a:t>, </a:t>
            </a:r>
            <a:r>
              <a:rPr lang="en-US" sz="2000" noProof="0" dirty="0" err="1"/>
              <a:t>ttl</a:t>
            </a:r>
            <a:r>
              <a:rPr lang="en-US" sz="2000" noProof="0" dirty="0"/>
              <a:t>=1</a:t>
            </a:r>
          </a:p>
        </p:txBody>
      </p:sp>
      <p:sp>
        <p:nvSpPr>
          <p:cNvPr id="7" name="Line 15">
            <a:extLst>
              <a:ext uri="{FF2B5EF4-FFF2-40B4-BE49-F238E27FC236}">
                <a16:creationId xmlns:a16="http://schemas.microsoft.com/office/drawing/2014/main" id="{60660E56-13AA-41B4-D14B-CBB1C35938A1}"/>
              </a:ext>
            </a:extLst>
          </p:cNvPr>
          <p:cNvSpPr>
            <a:spLocks noChangeShapeType="1"/>
          </p:cNvSpPr>
          <p:nvPr/>
        </p:nvSpPr>
        <p:spPr bwMode="auto">
          <a:xfrm flipH="1">
            <a:off x="1870791" y="5346416"/>
            <a:ext cx="8440021" cy="0"/>
          </a:xfrm>
          <a:prstGeom prst="line">
            <a:avLst/>
          </a:prstGeom>
          <a:noFill/>
          <a:ln w="28575">
            <a:solidFill>
              <a:schemeClr val="accent1"/>
            </a:solidFill>
            <a:round/>
            <a:headEnd type="stealth" w="lg" len="lg"/>
            <a:tailEnd type="non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000" tIns="46800" rIns="90000" bIns="46800" anchor="ctr">
            <a:spAutoFit/>
          </a:bodyPr>
          <a:lstStyle/>
          <a:p>
            <a:endParaRPr lang="en-US" noProof="0" dirty="0"/>
          </a:p>
        </p:txBody>
      </p:sp>
      <p:sp>
        <p:nvSpPr>
          <p:cNvPr id="8" name="Text Box 26">
            <a:extLst>
              <a:ext uri="{FF2B5EF4-FFF2-40B4-BE49-F238E27FC236}">
                <a16:creationId xmlns:a16="http://schemas.microsoft.com/office/drawing/2014/main" id="{20128F4C-D0EC-30FD-5A62-4D06B7C4109D}"/>
              </a:ext>
            </a:extLst>
          </p:cNvPr>
          <p:cNvSpPr txBox="1">
            <a:spLocks noChangeArrowheads="1"/>
          </p:cNvSpPr>
          <p:nvPr/>
        </p:nvSpPr>
        <p:spPr bwMode="auto">
          <a:xfrm>
            <a:off x="2206581" y="4974948"/>
            <a:ext cx="2811614" cy="402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000" tIns="46800" rIns="90000" bIns="46800">
            <a:spAutoFit/>
          </a:bodyPr>
          <a:lstStyle>
            <a:lvl1pPr>
              <a:spcBef>
                <a:spcPct val="20000"/>
              </a:spcBef>
              <a:buClr>
                <a:schemeClr val="tx2"/>
              </a:buClr>
              <a:buSzPct val="7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a:spcBef>
                <a:spcPct val="50000"/>
              </a:spcBef>
              <a:buClrTx/>
              <a:buSzTx/>
              <a:buFontTx/>
              <a:buNone/>
            </a:pPr>
            <a:r>
              <a:rPr lang="en-US" sz="2000" noProof="0" dirty="0" err="1"/>
              <a:t>icmp</a:t>
            </a:r>
            <a:r>
              <a:rPr lang="en-US" sz="2000" noProof="0" dirty="0"/>
              <a:t> port unreachable</a:t>
            </a:r>
          </a:p>
        </p:txBody>
      </p:sp>
      <p:sp>
        <p:nvSpPr>
          <p:cNvPr id="9" name="Text Box 27">
            <a:extLst>
              <a:ext uri="{FF2B5EF4-FFF2-40B4-BE49-F238E27FC236}">
                <a16:creationId xmlns:a16="http://schemas.microsoft.com/office/drawing/2014/main" id="{5FE97DE8-AA16-9846-D075-390318353BDB}"/>
              </a:ext>
            </a:extLst>
          </p:cNvPr>
          <p:cNvSpPr txBox="1">
            <a:spLocks noChangeArrowheads="1"/>
          </p:cNvSpPr>
          <p:nvPr/>
        </p:nvSpPr>
        <p:spPr bwMode="auto">
          <a:xfrm>
            <a:off x="2617049" y="4589462"/>
            <a:ext cx="1315851" cy="402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000" tIns="46800" rIns="90000" bIns="46800">
            <a:spAutoFit/>
          </a:bodyPr>
          <a:lstStyle>
            <a:lvl1pPr>
              <a:spcBef>
                <a:spcPct val="20000"/>
              </a:spcBef>
              <a:buClr>
                <a:schemeClr val="tx2"/>
              </a:buClr>
              <a:buSzPct val="7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a:spcBef>
                <a:spcPct val="50000"/>
              </a:spcBef>
              <a:buClrTx/>
              <a:buSzTx/>
              <a:buFontTx/>
              <a:buNone/>
            </a:pPr>
            <a:r>
              <a:rPr lang="en-US" sz="2000" noProof="0" dirty="0" err="1"/>
              <a:t>udp</a:t>
            </a:r>
            <a:r>
              <a:rPr lang="en-US" sz="2000" noProof="0" dirty="0"/>
              <a:t>, </a:t>
            </a:r>
            <a:r>
              <a:rPr lang="en-US" sz="2000" noProof="0" dirty="0" err="1"/>
              <a:t>ttl</a:t>
            </a:r>
            <a:r>
              <a:rPr lang="en-US" sz="2000" noProof="0" dirty="0"/>
              <a:t>=1</a:t>
            </a:r>
          </a:p>
        </p:txBody>
      </p:sp>
      <p:sp>
        <p:nvSpPr>
          <p:cNvPr id="10" name="Right Brace 6">
            <a:extLst>
              <a:ext uri="{FF2B5EF4-FFF2-40B4-BE49-F238E27FC236}">
                <a16:creationId xmlns:a16="http://schemas.microsoft.com/office/drawing/2014/main" id="{BC2B9B62-F418-57A0-8EE3-A022B11B68C3}"/>
              </a:ext>
            </a:extLst>
          </p:cNvPr>
          <p:cNvSpPr/>
          <p:nvPr/>
        </p:nvSpPr>
        <p:spPr>
          <a:xfrm>
            <a:off x="10353675" y="2390782"/>
            <a:ext cx="400905" cy="463052"/>
          </a:xfrm>
          <a:prstGeom prst="rightBrace">
            <a:avLst/>
          </a:prstGeom>
          <a:noFill/>
          <a:ln>
            <a:solidFill>
              <a:schemeClr val="accent1"/>
            </a:solidFill>
          </a:ln>
          <a:effectLst/>
        </p:spPr>
        <p:style>
          <a:lnRef idx="3">
            <a:schemeClr val="accent2"/>
          </a:lnRef>
          <a:fillRef idx="0">
            <a:schemeClr val="accent2"/>
          </a:fillRef>
          <a:effectRef idx="2">
            <a:schemeClr val="accent2"/>
          </a:effectRef>
          <a:fontRef idx="minor">
            <a:schemeClr val="tx1"/>
          </a:fontRef>
        </p:style>
        <p:txBody>
          <a:bodyPr rtlCol="0" anchor="ctr"/>
          <a:lstStyle/>
          <a:p>
            <a:pPr algn="ctr"/>
            <a:endParaRPr lang="en-US" noProof="0" dirty="0"/>
          </a:p>
        </p:txBody>
      </p:sp>
      <p:sp>
        <p:nvSpPr>
          <p:cNvPr id="11" name="CasellaDiTesto 10">
            <a:extLst>
              <a:ext uri="{FF2B5EF4-FFF2-40B4-BE49-F238E27FC236}">
                <a16:creationId xmlns:a16="http://schemas.microsoft.com/office/drawing/2014/main" id="{F29C2D40-591D-E3AE-1B0A-2C7BA38CBA82}"/>
              </a:ext>
            </a:extLst>
          </p:cNvPr>
          <p:cNvSpPr txBox="1"/>
          <p:nvPr/>
        </p:nvSpPr>
        <p:spPr>
          <a:xfrm>
            <a:off x="11025474" y="2360696"/>
            <a:ext cx="395288" cy="523220"/>
          </a:xfrm>
          <a:prstGeom prst="rect">
            <a:avLst/>
          </a:prstGeom>
          <a:noFill/>
        </p:spPr>
        <p:txBody>
          <a:bodyPr wrap="square" rtlCol="0">
            <a:spAutoFit/>
          </a:bodyPr>
          <a:lstStyle/>
          <a:p>
            <a:pPr algn="ctr"/>
            <a:r>
              <a:rPr lang="en-US" sz="2800" noProof="0" dirty="0">
                <a:solidFill>
                  <a:schemeClr val="accent1"/>
                </a:solidFill>
              </a:rPr>
              <a:t>3</a:t>
            </a:r>
          </a:p>
        </p:txBody>
      </p:sp>
      <p:sp>
        <p:nvSpPr>
          <p:cNvPr id="12" name="Segno di moltiplicazione 11">
            <a:extLst>
              <a:ext uri="{FF2B5EF4-FFF2-40B4-BE49-F238E27FC236}">
                <a16:creationId xmlns:a16="http://schemas.microsoft.com/office/drawing/2014/main" id="{E664D223-5253-B6DA-9D0D-F7F4BC6079EC}"/>
              </a:ext>
            </a:extLst>
          </p:cNvPr>
          <p:cNvSpPr/>
          <p:nvPr/>
        </p:nvSpPr>
        <p:spPr>
          <a:xfrm>
            <a:off x="10819763" y="2499070"/>
            <a:ext cx="311978" cy="246473"/>
          </a:xfrm>
          <a:prstGeom prst="mathMultiply">
            <a:avLst/>
          </a:prstGeom>
          <a:solidFill>
            <a:schemeClr val="accent1"/>
          </a:solidFill>
          <a:ln>
            <a:solidFill>
              <a:schemeClr val="bg1"/>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noProof="0" dirty="0"/>
          </a:p>
        </p:txBody>
      </p:sp>
      <p:sp>
        <p:nvSpPr>
          <p:cNvPr id="13" name="Right Brace 6">
            <a:extLst>
              <a:ext uri="{FF2B5EF4-FFF2-40B4-BE49-F238E27FC236}">
                <a16:creationId xmlns:a16="http://schemas.microsoft.com/office/drawing/2014/main" id="{A3D82279-F0D5-8B97-FC73-581E41B55991}"/>
              </a:ext>
            </a:extLst>
          </p:cNvPr>
          <p:cNvSpPr/>
          <p:nvPr/>
        </p:nvSpPr>
        <p:spPr>
          <a:xfrm>
            <a:off x="10374822" y="3760126"/>
            <a:ext cx="400905" cy="463052"/>
          </a:xfrm>
          <a:prstGeom prst="rightBrace">
            <a:avLst/>
          </a:prstGeom>
          <a:noFill/>
          <a:ln>
            <a:solidFill>
              <a:schemeClr val="accent1"/>
            </a:solidFill>
          </a:ln>
          <a:effectLst/>
        </p:spPr>
        <p:style>
          <a:lnRef idx="3">
            <a:schemeClr val="accent2"/>
          </a:lnRef>
          <a:fillRef idx="0">
            <a:schemeClr val="accent2"/>
          </a:fillRef>
          <a:effectRef idx="2">
            <a:schemeClr val="accent2"/>
          </a:effectRef>
          <a:fontRef idx="minor">
            <a:schemeClr val="tx1"/>
          </a:fontRef>
        </p:style>
        <p:txBody>
          <a:bodyPr rtlCol="0" anchor="ctr"/>
          <a:lstStyle/>
          <a:p>
            <a:pPr algn="ctr"/>
            <a:endParaRPr lang="en-US" noProof="0" dirty="0"/>
          </a:p>
        </p:txBody>
      </p:sp>
      <p:sp>
        <p:nvSpPr>
          <p:cNvPr id="14" name="CasellaDiTesto 13">
            <a:extLst>
              <a:ext uri="{FF2B5EF4-FFF2-40B4-BE49-F238E27FC236}">
                <a16:creationId xmlns:a16="http://schemas.microsoft.com/office/drawing/2014/main" id="{CB866D4E-B7B0-F7F3-3A9A-E75A23D157A5}"/>
              </a:ext>
            </a:extLst>
          </p:cNvPr>
          <p:cNvSpPr txBox="1"/>
          <p:nvPr/>
        </p:nvSpPr>
        <p:spPr>
          <a:xfrm>
            <a:off x="11046621" y="3730040"/>
            <a:ext cx="395288" cy="523220"/>
          </a:xfrm>
          <a:prstGeom prst="rect">
            <a:avLst/>
          </a:prstGeom>
          <a:noFill/>
        </p:spPr>
        <p:txBody>
          <a:bodyPr wrap="square" rtlCol="0">
            <a:spAutoFit/>
          </a:bodyPr>
          <a:lstStyle/>
          <a:p>
            <a:pPr algn="ctr"/>
            <a:r>
              <a:rPr lang="en-US" sz="2800" noProof="0" dirty="0">
                <a:solidFill>
                  <a:schemeClr val="accent1"/>
                </a:solidFill>
              </a:rPr>
              <a:t>3</a:t>
            </a:r>
          </a:p>
        </p:txBody>
      </p:sp>
      <p:sp>
        <p:nvSpPr>
          <p:cNvPr id="15" name="Segno di moltiplicazione 14">
            <a:extLst>
              <a:ext uri="{FF2B5EF4-FFF2-40B4-BE49-F238E27FC236}">
                <a16:creationId xmlns:a16="http://schemas.microsoft.com/office/drawing/2014/main" id="{53D5A52D-CDF1-5C67-7F94-CFE9C017A0D2}"/>
              </a:ext>
            </a:extLst>
          </p:cNvPr>
          <p:cNvSpPr/>
          <p:nvPr/>
        </p:nvSpPr>
        <p:spPr>
          <a:xfrm>
            <a:off x="10840910" y="3868414"/>
            <a:ext cx="311978" cy="246473"/>
          </a:xfrm>
          <a:prstGeom prst="mathMultiply">
            <a:avLst/>
          </a:prstGeom>
          <a:solidFill>
            <a:schemeClr val="accent1"/>
          </a:solidFill>
          <a:ln>
            <a:solidFill>
              <a:schemeClr val="bg1"/>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noProof="0" dirty="0"/>
          </a:p>
        </p:txBody>
      </p:sp>
      <p:sp>
        <p:nvSpPr>
          <p:cNvPr id="16" name="Right Brace 6">
            <a:extLst>
              <a:ext uri="{FF2B5EF4-FFF2-40B4-BE49-F238E27FC236}">
                <a16:creationId xmlns:a16="http://schemas.microsoft.com/office/drawing/2014/main" id="{C64A699E-C1A8-4DD9-9D36-A19E21CECD33}"/>
              </a:ext>
            </a:extLst>
          </p:cNvPr>
          <p:cNvSpPr/>
          <p:nvPr/>
        </p:nvSpPr>
        <p:spPr>
          <a:xfrm>
            <a:off x="10353675" y="4955002"/>
            <a:ext cx="400905" cy="463052"/>
          </a:xfrm>
          <a:prstGeom prst="rightBrace">
            <a:avLst/>
          </a:prstGeom>
          <a:noFill/>
          <a:ln>
            <a:solidFill>
              <a:schemeClr val="accent1"/>
            </a:solidFill>
          </a:ln>
          <a:effectLst/>
        </p:spPr>
        <p:style>
          <a:lnRef idx="3">
            <a:schemeClr val="accent2"/>
          </a:lnRef>
          <a:fillRef idx="0">
            <a:schemeClr val="accent2"/>
          </a:fillRef>
          <a:effectRef idx="2">
            <a:schemeClr val="accent2"/>
          </a:effectRef>
          <a:fontRef idx="minor">
            <a:schemeClr val="tx1"/>
          </a:fontRef>
        </p:style>
        <p:txBody>
          <a:bodyPr rtlCol="0" anchor="ctr"/>
          <a:lstStyle/>
          <a:p>
            <a:pPr algn="ctr"/>
            <a:endParaRPr lang="en-US" noProof="0" dirty="0"/>
          </a:p>
        </p:txBody>
      </p:sp>
      <p:sp>
        <p:nvSpPr>
          <p:cNvPr id="17" name="CasellaDiTesto 16">
            <a:extLst>
              <a:ext uri="{FF2B5EF4-FFF2-40B4-BE49-F238E27FC236}">
                <a16:creationId xmlns:a16="http://schemas.microsoft.com/office/drawing/2014/main" id="{2050A22F-E0A7-4141-8B92-F0C4CDD650C1}"/>
              </a:ext>
            </a:extLst>
          </p:cNvPr>
          <p:cNvSpPr txBox="1"/>
          <p:nvPr/>
        </p:nvSpPr>
        <p:spPr>
          <a:xfrm>
            <a:off x="11025474" y="4924916"/>
            <a:ext cx="395288" cy="523220"/>
          </a:xfrm>
          <a:prstGeom prst="rect">
            <a:avLst/>
          </a:prstGeom>
          <a:noFill/>
        </p:spPr>
        <p:txBody>
          <a:bodyPr wrap="square" rtlCol="0">
            <a:spAutoFit/>
          </a:bodyPr>
          <a:lstStyle/>
          <a:p>
            <a:pPr algn="ctr"/>
            <a:r>
              <a:rPr lang="en-US" sz="2800" noProof="0" dirty="0">
                <a:solidFill>
                  <a:schemeClr val="accent1"/>
                </a:solidFill>
              </a:rPr>
              <a:t>3</a:t>
            </a:r>
          </a:p>
        </p:txBody>
      </p:sp>
      <p:sp>
        <p:nvSpPr>
          <p:cNvPr id="18" name="Segno di moltiplicazione 17">
            <a:extLst>
              <a:ext uri="{FF2B5EF4-FFF2-40B4-BE49-F238E27FC236}">
                <a16:creationId xmlns:a16="http://schemas.microsoft.com/office/drawing/2014/main" id="{6C2902E5-B6CB-0721-8683-80155569721D}"/>
              </a:ext>
            </a:extLst>
          </p:cNvPr>
          <p:cNvSpPr/>
          <p:nvPr/>
        </p:nvSpPr>
        <p:spPr>
          <a:xfrm>
            <a:off x="10819763" y="5063290"/>
            <a:ext cx="311978" cy="246473"/>
          </a:xfrm>
          <a:prstGeom prst="mathMultiply">
            <a:avLst/>
          </a:prstGeom>
          <a:solidFill>
            <a:schemeClr val="accent1"/>
          </a:solidFill>
          <a:ln>
            <a:solidFill>
              <a:schemeClr val="bg1"/>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noProof="0" dirty="0"/>
          </a:p>
        </p:txBody>
      </p:sp>
      <p:sp>
        <p:nvSpPr>
          <p:cNvPr id="19" name="Line 14">
            <a:extLst>
              <a:ext uri="{FF2B5EF4-FFF2-40B4-BE49-F238E27FC236}">
                <a16:creationId xmlns:a16="http://schemas.microsoft.com/office/drawing/2014/main" id="{A2B01F2E-ED97-4A52-75D4-46CD17D8019A}"/>
              </a:ext>
            </a:extLst>
          </p:cNvPr>
          <p:cNvSpPr>
            <a:spLocks noChangeShapeType="1"/>
          </p:cNvSpPr>
          <p:nvPr/>
        </p:nvSpPr>
        <p:spPr bwMode="auto">
          <a:xfrm flipH="1">
            <a:off x="4683126" y="3819961"/>
            <a:ext cx="2817812" cy="0"/>
          </a:xfrm>
          <a:prstGeom prst="line">
            <a:avLst/>
          </a:prstGeom>
          <a:noFill/>
          <a:ln w="28575">
            <a:solidFill>
              <a:schemeClr val="tx2"/>
            </a:solidFill>
            <a:round/>
            <a:headEnd/>
            <a:tailEnd type="stealth"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spAutoFit/>
          </a:bodyPr>
          <a:lstStyle/>
          <a:p>
            <a:endParaRPr lang="en-US" noProof="0" dirty="0"/>
          </a:p>
        </p:txBody>
      </p:sp>
      <p:sp>
        <p:nvSpPr>
          <p:cNvPr id="20" name="Text Box 27">
            <a:extLst>
              <a:ext uri="{FF2B5EF4-FFF2-40B4-BE49-F238E27FC236}">
                <a16:creationId xmlns:a16="http://schemas.microsoft.com/office/drawing/2014/main" id="{A91BA48D-3CB5-1BBB-128E-C130AC773878}"/>
              </a:ext>
            </a:extLst>
          </p:cNvPr>
          <p:cNvSpPr txBox="1">
            <a:spLocks noChangeArrowheads="1"/>
          </p:cNvSpPr>
          <p:nvPr/>
        </p:nvSpPr>
        <p:spPr bwMode="auto">
          <a:xfrm>
            <a:off x="8251130" y="3406504"/>
            <a:ext cx="1315851" cy="402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000" tIns="46800" rIns="90000" bIns="46800">
            <a:spAutoFit/>
          </a:bodyPr>
          <a:lstStyle>
            <a:lvl1pPr>
              <a:spcBef>
                <a:spcPct val="20000"/>
              </a:spcBef>
              <a:buClr>
                <a:schemeClr val="tx2"/>
              </a:buClr>
              <a:buSzPct val="7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a:spcBef>
                <a:spcPct val="50000"/>
              </a:spcBef>
              <a:buClrTx/>
              <a:buSzTx/>
              <a:buFontTx/>
              <a:buNone/>
            </a:pPr>
            <a:r>
              <a:rPr lang="en-US" sz="2000" noProof="0" dirty="0" err="1"/>
              <a:t>udp</a:t>
            </a:r>
            <a:r>
              <a:rPr lang="en-US" sz="2000" noProof="0" dirty="0"/>
              <a:t>, </a:t>
            </a:r>
            <a:r>
              <a:rPr lang="en-US" sz="2000" noProof="0" dirty="0" err="1"/>
              <a:t>ttl</a:t>
            </a:r>
            <a:r>
              <a:rPr lang="en-US" sz="2000" noProof="0" dirty="0"/>
              <a:t>=2</a:t>
            </a:r>
          </a:p>
        </p:txBody>
      </p:sp>
      <p:sp>
        <p:nvSpPr>
          <p:cNvPr id="21" name="Line 14">
            <a:extLst>
              <a:ext uri="{FF2B5EF4-FFF2-40B4-BE49-F238E27FC236}">
                <a16:creationId xmlns:a16="http://schemas.microsoft.com/office/drawing/2014/main" id="{EE5F017A-6680-7BB1-649F-6474ECA910BC}"/>
              </a:ext>
            </a:extLst>
          </p:cNvPr>
          <p:cNvSpPr>
            <a:spLocks noChangeShapeType="1"/>
          </p:cNvSpPr>
          <p:nvPr/>
        </p:nvSpPr>
        <p:spPr bwMode="auto">
          <a:xfrm flipH="1" flipV="1">
            <a:off x="7508976" y="5005387"/>
            <a:ext cx="2819400" cy="17242"/>
          </a:xfrm>
          <a:prstGeom prst="line">
            <a:avLst/>
          </a:prstGeom>
          <a:noFill/>
          <a:ln w="28575">
            <a:solidFill>
              <a:schemeClr val="tx2"/>
            </a:solidFill>
            <a:round/>
            <a:headEnd/>
            <a:tailEnd type="stealth"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000" tIns="46800" rIns="90000" bIns="46800" anchor="ctr">
            <a:spAutoFit/>
          </a:bodyPr>
          <a:lstStyle/>
          <a:p>
            <a:endParaRPr lang="en-US" noProof="0" dirty="0"/>
          </a:p>
        </p:txBody>
      </p:sp>
      <p:sp>
        <p:nvSpPr>
          <p:cNvPr id="22" name="Line 14">
            <a:extLst>
              <a:ext uri="{FF2B5EF4-FFF2-40B4-BE49-F238E27FC236}">
                <a16:creationId xmlns:a16="http://schemas.microsoft.com/office/drawing/2014/main" id="{63AAD33B-FD9E-DF49-5235-E743E4B015DF}"/>
              </a:ext>
            </a:extLst>
          </p:cNvPr>
          <p:cNvSpPr>
            <a:spLocks noChangeShapeType="1"/>
          </p:cNvSpPr>
          <p:nvPr/>
        </p:nvSpPr>
        <p:spPr bwMode="auto">
          <a:xfrm flipH="1" flipV="1">
            <a:off x="4689575" y="4986337"/>
            <a:ext cx="2819400" cy="17242"/>
          </a:xfrm>
          <a:prstGeom prst="line">
            <a:avLst/>
          </a:prstGeom>
          <a:noFill/>
          <a:ln w="28575">
            <a:solidFill>
              <a:schemeClr val="tx2"/>
            </a:solidFill>
            <a:round/>
            <a:headEnd/>
            <a:tailEnd type="stealth"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000" tIns="46800" rIns="90000" bIns="46800" anchor="ctr">
            <a:spAutoFit/>
          </a:bodyPr>
          <a:lstStyle/>
          <a:p>
            <a:endParaRPr lang="en-US" noProof="0" dirty="0"/>
          </a:p>
        </p:txBody>
      </p:sp>
      <p:sp>
        <p:nvSpPr>
          <p:cNvPr id="23" name="Line 14">
            <a:extLst>
              <a:ext uri="{FF2B5EF4-FFF2-40B4-BE49-F238E27FC236}">
                <a16:creationId xmlns:a16="http://schemas.microsoft.com/office/drawing/2014/main" id="{9E8A9C99-68EE-0DD3-6B7C-DF2DE2DF0E96}"/>
              </a:ext>
            </a:extLst>
          </p:cNvPr>
          <p:cNvSpPr>
            <a:spLocks noChangeShapeType="1"/>
          </p:cNvSpPr>
          <p:nvPr/>
        </p:nvSpPr>
        <p:spPr bwMode="auto">
          <a:xfrm flipH="1" flipV="1">
            <a:off x="1862137" y="4967231"/>
            <a:ext cx="2819400" cy="17242"/>
          </a:xfrm>
          <a:prstGeom prst="line">
            <a:avLst/>
          </a:prstGeom>
          <a:noFill/>
          <a:ln w="28575">
            <a:solidFill>
              <a:schemeClr val="tx2"/>
            </a:solidFill>
            <a:round/>
            <a:headEnd/>
            <a:tailEnd type="stealth"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000" tIns="46800" rIns="90000" bIns="46800" anchor="ctr">
            <a:spAutoFit/>
          </a:bodyPr>
          <a:lstStyle/>
          <a:p>
            <a:endParaRPr lang="en-US" noProof="0" dirty="0"/>
          </a:p>
        </p:txBody>
      </p:sp>
      <p:sp>
        <p:nvSpPr>
          <p:cNvPr id="24" name="Text Box 27">
            <a:extLst>
              <a:ext uri="{FF2B5EF4-FFF2-40B4-BE49-F238E27FC236}">
                <a16:creationId xmlns:a16="http://schemas.microsoft.com/office/drawing/2014/main" id="{23D45CC4-21CF-487A-F477-E898E612372E}"/>
              </a:ext>
            </a:extLst>
          </p:cNvPr>
          <p:cNvSpPr txBox="1">
            <a:spLocks noChangeArrowheads="1"/>
          </p:cNvSpPr>
          <p:nvPr/>
        </p:nvSpPr>
        <p:spPr bwMode="auto">
          <a:xfrm>
            <a:off x="5454712" y="4599458"/>
            <a:ext cx="1315851" cy="402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000" tIns="46800" rIns="90000" bIns="46800">
            <a:spAutoFit/>
          </a:bodyPr>
          <a:lstStyle>
            <a:lvl1pPr>
              <a:spcBef>
                <a:spcPct val="20000"/>
              </a:spcBef>
              <a:buClr>
                <a:schemeClr val="tx2"/>
              </a:buClr>
              <a:buSzPct val="7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a:spcBef>
                <a:spcPct val="50000"/>
              </a:spcBef>
              <a:buClrTx/>
              <a:buSzTx/>
              <a:buFontTx/>
              <a:buNone/>
            </a:pPr>
            <a:r>
              <a:rPr lang="en-US" sz="2000" noProof="0" dirty="0" err="1"/>
              <a:t>udp</a:t>
            </a:r>
            <a:r>
              <a:rPr lang="en-US" sz="2000" noProof="0" dirty="0"/>
              <a:t>, </a:t>
            </a:r>
            <a:r>
              <a:rPr lang="en-US" sz="2000" noProof="0" dirty="0" err="1"/>
              <a:t>ttl</a:t>
            </a:r>
            <a:r>
              <a:rPr lang="en-US" sz="2000" noProof="0" dirty="0"/>
              <a:t>=2</a:t>
            </a:r>
          </a:p>
        </p:txBody>
      </p:sp>
      <p:sp>
        <p:nvSpPr>
          <p:cNvPr id="25" name="Text Box 27">
            <a:extLst>
              <a:ext uri="{FF2B5EF4-FFF2-40B4-BE49-F238E27FC236}">
                <a16:creationId xmlns:a16="http://schemas.microsoft.com/office/drawing/2014/main" id="{2596114C-CD6D-D407-6A3A-04344D27A520}"/>
              </a:ext>
            </a:extLst>
          </p:cNvPr>
          <p:cNvSpPr txBox="1">
            <a:spLocks noChangeArrowheads="1"/>
          </p:cNvSpPr>
          <p:nvPr/>
        </p:nvSpPr>
        <p:spPr bwMode="auto">
          <a:xfrm>
            <a:off x="8316303" y="4608983"/>
            <a:ext cx="1315851" cy="402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000" tIns="46800" rIns="90000" bIns="46800">
            <a:spAutoFit/>
          </a:bodyPr>
          <a:lstStyle>
            <a:lvl1pPr>
              <a:spcBef>
                <a:spcPct val="20000"/>
              </a:spcBef>
              <a:buClr>
                <a:schemeClr val="tx2"/>
              </a:buClr>
              <a:buSzPct val="7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a:spcBef>
                <a:spcPct val="50000"/>
              </a:spcBef>
              <a:buClrTx/>
              <a:buSzTx/>
              <a:buFontTx/>
              <a:buNone/>
            </a:pPr>
            <a:r>
              <a:rPr lang="en-US" sz="2000" noProof="0" dirty="0" err="1"/>
              <a:t>udp</a:t>
            </a:r>
            <a:r>
              <a:rPr lang="en-US" sz="2000" noProof="0" dirty="0"/>
              <a:t>, </a:t>
            </a:r>
            <a:r>
              <a:rPr lang="en-US" sz="2000" noProof="0" dirty="0" err="1"/>
              <a:t>ttl</a:t>
            </a:r>
            <a:r>
              <a:rPr lang="en-US" sz="2000" noProof="0" dirty="0"/>
              <a:t>=3</a:t>
            </a:r>
          </a:p>
        </p:txBody>
      </p:sp>
    </p:spTree>
    <p:extLst>
      <p:ext uri="{BB962C8B-B14F-4D97-AF65-F5344CB8AC3E}">
        <p14:creationId xmlns:p14="http://schemas.microsoft.com/office/powerpoint/2010/main" val="2289180836"/>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EAB65C-0F15-43A0-EB47-8C64DB568E68}"/>
            </a:ext>
          </a:extLst>
        </p:cNvPr>
        <p:cNvGrpSpPr/>
        <p:nvPr/>
      </p:nvGrpSpPr>
      <p:grpSpPr>
        <a:xfrm>
          <a:off x="0" y="0"/>
          <a:ext cx="0" cy="0"/>
          <a:chOff x="0" y="0"/>
          <a:chExt cx="0" cy="0"/>
        </a:xfrm>
      </p:grpSpPr>
      <p:sp>
        <p:nvSpPr>
          <p:cNvPr id="36869" name="Rectangle 42">
            <a:extLst>
              <a:ext uri="{FF2B5EF4-FFF2-40B4-BE49-F238E27FC236}">
                <a16:creationId xmlns:a16="http://schemas.microsoft.com/office/drawing/2014/main" id="{6022231F-9CA8-AB5C-4B9B-EB488632B470}"/>
              </a:ext>
            </a:extLst>
          </p:cNvPr>
          <p:cNvSpPr>
            <a:spLocks noGrp="1" noChangeArrowheads="1"/>
          </p:cNvSpPr>
          <p:nvPr>
            <p:ph type="title"/>
          </p:nvPr>
        </p:nvSpPr>
        <p:spPr>
          <a:xfrm>
            <a:off x="1409699" y="115893"/>
            <a:ext cx="10125075" cy="922337"/>
          </a:xfrm>
        </p:spPr>
        <p:txBody>
          <a:bodyPr/>
          <a:lstStyle/>
          <a:p>
            <a:pPr eaLnBrk="1" hangingPunct="1"/>
            <a:r>
              <a:rPr lang="en-US" sz="4000" noProof="0" dirty="0"/>
              <a:t>traceroute: understanding the whole picture</a:t>
            </a:r>
          </a:p>
        </p:txBody>
      </p:sp>
      <p:sp>
        <p:nvSpPr>
          <p:cNvPr id="43" name="Segnaposto data 2">
            <a:extLst>
              <a:ext uri="{FF2B5EF4-FFF2-40B4-BE49-F238E27FC236}">
                <a16:creationId xmlns:a16="http://schemas.microsoft.com/office/drawing/2014/main" id="{64233F6A-9739-50BF-4579-DD14BFFA2D66}"/>
              </a:ext>
            </a:extLst>
          </p:cNvPr>
          <p:cNvSpPr>
            <a:spLocks noGrp="1"/>
          </p:cNvSpPr>
          <p:nvPr>
            <p:ph type="dt" sz="half" idx="10"/>
          </p:nvPr>
        </p:nvSpPr>
        <p:spPr/>
        <p:txBody>
          <a:bodyPr/>
          <a:lstStyle/>
          <a:p>
            <a:pPr>
              <a:defRPr/>
            </a:pPr>
            <a:r>
              <a:rPr lang="en-US" noProof="0"/>
              <a:t>last update: Oct 2026</a:t>
            </a:r>
            <a:endParaRPr lang="en-US" noProof="0" dirty="0"/>
          </a:p>
        </p:txBody>
      </p:sp>
      <p:sp>
        <p:nvSpPr>
          <p:cNvPr id="44" name="Segnaposto piè di pagina 3">
            <a:extLst>
              <a:ext uri="{FF2B5EF4-FFF2-40B4-BE49-F238E27FC236}">
                <a16:creationId xmlns:a16="http://schemas.microsoft.com/office/drawing/2014/main" id="{F27B077A-6E4F-0560-AB8E-701BE6BF4E17}"/>
              </a:ext>
            </a:extLst>
          </p:cNvPr>
          <p:cNvSpPr>
            <a:spLocks noGrp="1"/>
          </p:cNvSpPr>
          <p:nvPr>
            <p:ph type="ftr" sz="quarter" idx="11"/>
          </p:nvPr>
        </p:nvSpPr>
        <p:spPr/>
        <p:txBody>
          <a:bodyPr/>
          <a:lstStyle/>
          <a:p>
            <a:pPr>
              <a:defRPr/>
            </a:pPr>
            <a:r>
              <a:rPr lang="en-US" noProof="0" dirty="0"/>
              <a:t>kathara – [ lab: basic-ipv4 ]</a:t>
            </a:r>
          </a:p>
        </p:txBody>
      </p:sp>
      <p:sp>
        <p:nvSpPr>
          <p:cNvPr id="36870" name="Rectangle 3">
            <a:extLst>
              <a:ext uri="{FF2B5EF4-FFF2-40B4-BE49-F238E27FC236}">
                <a16:creationId xmlns:a16="http://schemas.microsoft.com/office/drawing/2014/main" id="{52D6371B-D99C-0F47-2AAD-27DB03A4C5B0}"/>
              </a:ext>
            </a:extLst>
          </p:cNvPr>
          <p:cNvSpPr>
            <a:spLocks noChangeArrowheads="1"/>
          </p:cNvSpPr>
          <p:nvPr/>
        </p:nvSpPr>
        <p:spPr bwMode="auto">
          <a:xfrm>
            <a:off x="4354519" y="1281114"/>
            <a:ext cx="674687" cy="609600"/>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tx2"/>
              </a:buClr>
              <a:buSzPct val="7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algn="ctr">
              <a:spcBef>
                <a:spcPct val="0"/>
              </a:spcBef>
              <a:buClrTx/>
              <a:buSzTx/>
              <a:buFontTx/>
              <a:buNone/>
            </a:pPr>
            <a:r>
              <a:rPr lang="en-US" sz="2000" b="1" noProof="0" dirty="0"/>
              <a:t>r1</a:t>
            </a:r>
            <a:endParaRPr lang="en-US" sz="2400" noProof="0" dirty="0"/>
          </a:p>
        </p:txBody>
      </p:sp>
      <p:sp>
        <p:nvSpPr>
          <p:cNvPr id="36871" name="Rectangle 4">
            <a:extLst>
              <a:ext uri="{FF2B5EF4-FFF2-40B4-BE49-F238E27FC236}">
                <a16:creationId xmlns:a16="http://schemas.microsoft.com/office/drawing/2014/main" id="{97D4D6C5-878E-57AD-79F1-61195AF470BC}"/>
              </a:ext>
            </a:extLst>
          </p:cNvPr>
          <p:cNvSpPr>
            <a:spLocks noChangeArrowheads="1"/>
          </p:cNvSpPr>
          <p:nvPr/>
        </p:nvSpPr>
        <p:spPr bwMode="auto">
          <a:xfrm>
            <a:off x="7153282" y="1281114"/>
            <a:ext cx="695325" cy="609600"/>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tx2"/>
              </a:buClr>
              <a:buSzPct val="7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algn="ctr">
              <a:spcBef>
                <a:spcPct val="0"/>
              </a:spcBef>
              <a:buClrTx/>
              <a:buSzTx/>
              <a:buFontTx/>
              <a:buNone/>
            </a:pPr>
            <a:r>
              <a:rPr lang="en-US" sz="2000" b="1" noProof="0" dirty="0"/>
              <a:t>r2</a:t>
            </a:r>
            <a:endParaRPr lang="en-US" sz="2400" noProof="0" dirty="0"/>
          </a:p>
        </p:txBody>
      </p:sp>
      <p:sp>
        <p:nvSpPr>
          <p:cNvPr id="36872" name="Rectangle 5">
            <a:extLst>
              <a:ext uri="{FF2B5EF4-FFF2-40B4-BE49-F238E27FC236}">
                <a16:creationId xmlns:a16="http://schemas.microsoft.com/office/drawing/2014/main" id="{C19C0B9E-198F-984B-5FC5-C4D0B9416EB8}"/>
              </a:ext>
            </a:extLst>
          </p:cNvPr>
          <p:cNvSpPr>
            <a:spLocks noChangeArrowheads="1"/>
          </p:cNvSpPr>
          <p:nvPr/>
        </p:nvSpPr>
        <p:spPr bwMode="auto">
          <a:xfrm>
            <a:off x="1525594" y="1281114"/>
            <a:ext cx="674687" cy="609600"/>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tx2"/>
              </a:buClr>
              <a:buSzPct val="7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algn="ctr">
              <a:spcBef>
                <a:spcPct val="0"/>
              </a:spcBef>
              <a:buClrTx/>
              <a:buSzTx/>
              <a:buFontTx/>
              <a:buNone/>
            </a:pPr>
            <a:r>
              <a:rPr lang="en-US" sz="2000" b="1" noProof="0" dirty="0"/>
              <a:t>pc1</a:t>
            </a:r>
            <a:endParaRPr lang="en-US" sz="2400" noProof="0" dirty="0"/>
          </a:p>
        </p:txBody>
      </p:sp>
      <p:sp>
        <p:nvSpPr>
          <p:cNvPr id="36873" name="Rectangle 6">
            <a:extLst>
              <a:ext uri="{FF2B5EF4-FFF2-40B4-BE49-F238E27FC236}">
                <a16:creationId xmlns:a16="http://schemas.microsoft.com/office/drawing/2014/main" id="{E6FCD158-63CF-C9AF-F843-854E3D578C9C}"/>
              </a:ext>
            </a:extLst>
          </p:cNvPr>
          <p:cNvSpPr>
            <a:spLocks noChangeArrowheads="1"/>
          </p:cNvSpPr>
          <p:nvPr/>
        </p:nvSpPr>
        <p:spPr bwMode="auto">
          <a:xfrm>
            <a:off x="9993320" y="1281114"/>
            <a:ext cx="674687" cy="609600"/>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tx2"/>
              </a:buClr>
              <a:buSzPct val="7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algn="ctr">
              <a:spcBef>
                <a:spcPct val="0"/>
              </a:spcBef>
              <a:buClrTx/>
              <a:buSzTx/>
              <a:buFontTx/>
              <a:buNone/>
            </a:pPr>
            <a:r>
              <a:rPr lang="en-US" sz="2000" b="1" noProof="0" dirty="0"/>
              <a:t>pc2</a:t>
            </a:r>
            <a:endParaRPr lang="en-US" sz="2400" noProof="0" dirty="0"/>
          </a:p>
        </p:txBody>
      </p:sp>
      <p:sp>
        <p:nvSpPr>
          <p:cNvPr id="36874" name="Line 7">
            <a:extLst>
              <a:ext uri="{FF2B5EF4-FFF2-40B4-BE49-F238E27FC236}">
                <a16:creationId xmlns:a16="http://schemas.microsoft.com/office/drawing/2014/main" id="{FB3E3E36-9EA0-5B00-95A1-118FEC1C330B}"/>
              </a:ext>
            </a:extLst>
          </p:cNvPr>
          <p:cNvSpPr>
            <a:spLocks noChangeShapeType="1"/>
          </p:cNvSpPr>
          <p:nvPr/>
        </p:nvSpPr>
        <p:spPr bwMode="auto">
          <a:xfrm>
            <a:off x="2208215" y="1585913"/>
            <a:ext cx="2133600"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spAutoFit/>
          </a:bodyPr>
          <a:lstStyle/>
          <a:p>
            <a:endParaRPr lang="en-US" noProof="0" dirty="0"/>
          </a:p>
        </p:txBody>
      </p:sp>
      <p:sp>
        <p:nvSpPr>
          <p:cNvPr id="36875" name="Line 8">
            <a:extLst>
              <a:ext uri="{FF2B5EF4-FFF2-40B4-BE49-F238E27FC236}">
                <a16:creationId xmlns:a16="http://schemas.microsoft.com/office/drawing/2014/main" id="{ED32D88F-3EE6-67E9-A648-2B25D350F366}"/>
              </a:ext>
            </a:extLst>
          </p:cNvPr>
          <p:cNvSpPr>
            <a:spLocks noChangeShapeType="1"/>
          </p:cNvSpPr>
          <p:nvPr/>
        </p:nvSpPr>
        <p:spPr bwMode="auto">
          <a:xfrm>
            <a:off x="5016501" y="1585913"/>
            <a:ext cx="2133600"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spAutoFit/>
          </a:bodyPr>
          <a:lstStyle/>
          <a:p>
            <a:endParaRPr lang="en-US" noProof="0" dirty="0"/>
          </a:p>
        </p:txBody>
      </p:sp>
      <p:sp>
        <p:nvSpPr>
          <p:cNvPr id="36876" name="Line 9">
            <a:extLst>
              <a:ext uri="{FF2B5EF4-FFF2-40B4-BE49-F238E27FC236}">
                <a16:creationId xmlns:a16="http://schemas.microsoft.com/office/drawing/2014/main" id="{E86E3B43-47E1-AACE-11C1-F00BD08DE5C8}"/>
              </a:ext>
            </a:extLst>
          </p:cNvPr>
          <p:cNvSpPr>
            <a:spLocks noChangeShapeType="1"/>
          </p:cNvSpPr>
          <p:nvPr/>
        </p:nvSpPr>
        <p:spPr bwMode="auto">
          <a:xfrm>
            <a:off x="7850189" y="1585913"/>
            <a:ext cx="2133600"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spAutoFit/>
          </a:bodyPr>
          <a:lstStyle/>
          <a:p>
            <a:endParaRPr lang="en-US" noProof="0" dirty="0"/>
          </a:p>
        </p:txBody>
      </p:sp>
      <p:sp>
        <p:nvSpPr>
          <p:cNvPr id="36877" name="Line 10">
            <a:extLst>
              <a:ext uri="{FF2B5EF4-FFF2-40B4-BE49-F238E27FC236}">
                <a16:creationId xmlns:a16="http://schemas.microsoft.com/office/drawing/2014/main" id="{B6EA837F-0ADA-581D-11B5-D48C43B2A7EA}"/>
              </a:ext>
            </a:extLst>
          </p:cNvPr>
          <p:cNvSpPr>
            <a:spLocks noChangeShapeType="1"/>
          </p:cNvSpPr>
          <p:nvPr/>
        </p:nvSpPr>
        <p:spPr bwMode="auto">
          <a:xfrm>
            <a:off x="1862138" y="1893894"/>
            <a:ext cx="0" cy="4537075"/>
          </a:xfrm>
          <a:prstGeom prst="line">
            <a:avLst/>
          </a:prstGeom>
          <a:noFill/>
          <a:ln w="12700">
            <a:solidFill>
              <a:schemeClr val="tx1"/>
            </a:solidFill>
            <a:round/>
            <a:headEnd/>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p>
            <a:endParaRPr lang="en-US" noProof="0" dirty="0"/>
          </a:p>
        </p:txBody>
      </p:sp>
      <p:sp>
        <p:nvSpPr>
          <p:cNvPr id="36878" name="Line 11">
            <a:extLst>
              <a:ext uri="{FF2B5EF4-FFF2-40B4-BE49-F238E27FC236}">
                <a16:creationId xmlns:a16="http://schemas.microsoft.com/office/drawing/2014/main" id="{CEAD11C3-4AFB-18E0-FAEE-B97B7638926B}"/>
              </a:ext>
            </a:extLst>
          </p:cNvPr>
          <p:cNvSpPr>
            <a:spLocks noChangeShapeType="1"/>
          </p:cNvSpPr>
          <p:nvPr/>
        </p:nvSpPr>
        <p:spPr bwMode="auto">
          <a:xfrm>
            <a:off x="4691063" y="1893894"/>
            <a:ext cx="0" cy="4537075"/>
          </a:xfrm>
          <a:prstGeom prst="line">
            <a:avLst/>
          </a:prstGeom>
          <a:noFill/>
          <a:ln w="12700">
            <a:solidFill>
              <a:schemeClr val="tx1"/>
            </a:solidFill>
            <a:round/>
            <a:headEnd/>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p>
            <a:endParaRPr lang="en-US" noProof="0" dirty="0"/>
          </a:p>
        </p:txBody>
      </p:sp>
      <p:sp>
        <p:nvSpPr>
          <p:cNvPr id="36879" name="Line 12">
            <a:extLst>
              <a:ext uri="{FF2B5EF4-FFF2-40B4-BE49-F238E27FC236}">
                <a16:creationId xmlns:a16="http://schemas.microsoft.com/office/drawing/2014/main" id="{E0E84B76-F91D-0746-B118-285116BD4482}"/>
              </a:ext>
            </a:extLst>
          </p:cNvPr>
          <p:cNvSpPr>
            <a:spLocks noChangeShapeType="1"/>
          </p:cNvSpPr>
          <p:nvPr/>
        </p:nvSpPr>
        <p:spPr bwMode="auto">
          <a:xfrm>
            <a:off x="7500938" y="1893894"/>
            <a:ext cx="0" cy="4537075"/>
          </a:xfrm>
          <a:prstGeom prst="line">
            <a:avLst/>
          </a:prstGeom>
          <a:noFill/>
          <a:ln w="12700">
            <a:solidFill>
              <a:schemeClr val="tx1"/>
            </a:solidFill>
            <a:round/>
            <a:headEnd/>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p>
            <a:endParaRPr lang="en-US" noProof="0" dirty="0"/>
          </a:p>
        </p:txBody>
      </p:sp>
      <p:sp>
        <p:nvSpPr>
          <p:cNvPr id="36880" name="Line 13">
            <a:extLst>
              <a:ext uri="{FF2B5EF4-FFF2-40B4-BE49-F238E27FC236}">
                <a16:creationId xmlns:a16="http://schemas.microsoft.com/office/drawing/2014/main" id="{9BE57207-A9D0-CCB7-7259-5B5180036182}"/>
              </a:ext>
            </a:extLst>
          </p:cNvPr>
          <p:cNvSpPr>
            <a:spLocks noChangeShapeType="1"/>
          </p:cNvSpPr>
          <p:nvPr/>
        </p:nvSpPr>
        <p:spPr bwMode="auto">
          <a:xfrm>
            <a:off x="10339387" y="1896902"/>
            <a:ext cx="0" cy="4537075"/>
          </a:xfrm>
          <a:prstGeom prst="line">
            <a:avLst/>
          </a:prstGeom>
          <a:noFill/>
          <a:ln w="12700">
            <a:solidFill>
              <a:schemeClr val="tx1"/>
            </a:solidFill>
            <a:round/>
            <a:headEnd/>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p>
            <a:endParaRPr lang="en-US" noProof="0" dirty="0"/>
          </a:p>
        </p:txBody>
      </p:sp>
      <p:sp>
        <p:nvSpPr>
          <p:cNvPr id="36881" name="Line 14">
            <a:extLst>
              <a:ext uri="{FF2B5EF4-FFF2-40B4-BE49-F238E27FC236}">
                <a16:creationId xmlns:a16="http://schemas.microsoft.com/office/drawing/2014/main" id="{F2BFB979-EBDB-9501-59C4-837B853C41B2}"/>
              </a:ext>
            </a:extLst>
          </p:cNvPr>
          <p:cNvSpPr>
            <a:spLocks noChangeShapeType="1"/>
          </p:cNvSpPr>
          <p:nvPr/>
        </p:nvSpPr>
        <p:spPr bwMode="auto">
          <a:xfrm flipH="1">
            <a:off x="7516813" y="2424113"/>
            <a:ext cx="2817812" cy="0"/>
          </a:xfrm>
          <a:prstGeom prst="line">
            <a:avLst/>
          </a:prstGeom>
          <a:noFill/>
          <a:ln w="28575">
            <a:solidFill>
              <a:schemeClr val="tx2"/>
            </a:solidFill>
            <a:round/>
            <a:headEnd/>
            <a:tailEnd type="stealth"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spAutoFit/>
          </a:bodyPr>
          <a:lstStyle/>
          <a:p>
            <a:endParaRPr lang="en-US" noProof="0" dirty="0"/>
          </a:p>
        </p:txBody>
      </p:sp>
      <p:sp>
        <p:nvSpPr>
          <p:cNvPr id="36882" name="Line 15">
            <a:extLst>
              <a:ext uri="{FF2B5EF4-FFF2-40B4-BE49-F238E27FC236}">
                <a16:creationId xmlns:a16="http://schemas.microsoft.com/office/drawing/2014/main" id="{87D3F525-DF69-1F00-FF2F-900D5B523189}"/>
              </a:ext>
            </a:extLst>
          </p:cNvPr>
          <p:cNvSpPr>
            <a:spLocks noChangeShapeType="1"/>
          </p:cNvSpPr>
          <p:nvPr/>
        </p:nvSpPr>
        <p:spPr bwMode="auto">
          <a:xfrm flipH="1">
            <a:off x="7526338" y="2762250"/>
            <a:ext cx="2817812" cy="0"/>
          </a:xfrm>
          <a:prstGeom prst="line">
            <a:avLst/>
          </a:prstGeom>
          <a:noFill/>
          <a:ln w="28575">
            <a:solidFill>
              <a:schemeClr val="accent1"/>
            </a:solidFill>
            <a:round/>
            <a:headEnd type="stealth" w="lg" len="lg"/>
            <a:tailEnd type="non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spAutoFit/>
          </a:bodyPr>
          <a:lstStyle/>
          <a:p>
            <a:endParaRPr lang="en-US" noProof="0" dirty="0"/>
          </a:p>
        </p:txBody>
      </p:sp>
      <p:sp>
        <p:nvSpPr>
          <p:cNvPr id="36893" name="Text Box 26">
            <a:extLst>
              <a:ext uri="{FF2B5EF4-FFF2-40B4-BE49-F238E27FC236}">
                <a16:creationId xmlns:a16="http://schemas.microsoft.com/office/drawing/2014/main" id="{077DF358-E5D4-0824-D545-AC5B19BC5077}"/>
              </a:ext>
            </a:extLst>
          </p:cNvPr>
          <p:cNvSpPr txBox="1">
            <a:spLocks noChangeArrowheads="1"/>
          </p:cNvSpPr>
          <p:nvPr/>
        </p:nvSpPr>
        <p:spPr bwMode="auto">
          <a:xfrm>
            <a:off x="7871651" y="2390782"/>
            <a:ext cx="2170059" cy="402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spAutoFit/>
          </a:bodyPr>
          <a:lstStyle>
            <a:lvl1pPr>
              <a:spcBef>
                <a:spcPct val="20000"/>
              </a:spcBef>
              <a:buClr>
                <a:schemeClr val="tx2"/>
              </a:buClr>
              <a:buSzPct val="7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a:spcBef>
                <a:spcPct val="50000"/>
              </a:spcBef>
              <a:buClrTx/>
              <a:buSzTx/>
              <a:buFontTx/>
              <a:buNone/>
            </a:pPr>
            <a:r>
              <a:rPr lang="en-US" sz="2000" noProof="0" dirty="0" err="1"/>
              <a:t>icmp</a:t>
            </a:r>
            <a:r>
              <a:rPr lang="en-US" sz="2000" noProof="0" dirty="0"/>
              <a:t> </a:t>
            </a:r>
            <a:r>
              <a:rPr lang="en-US" sz="2000" noProof="0" dirty="0" err="1"/>
              <a:t>ttl</a:t>
            </a:r>
            <a:r>
              <a:rPr lang="en-US" sz="2000" noProof="0" dirty="0"/>
              <a:t> exceeded</a:t>
            </a:r>
          </a:p>
        </p:txBody>
      </p:sp>
      <p:sp>
        <p:nvSpPr>
          <p:cNvPr id="36894" name="Text Box 27">
            <a:extLst>
              <a:ext uri="{FF2B5EF4-FFF2-40B4-BE49-F238E27FC236}">
                <a16:creationId xmlns:a16="http://schemas.microsoft.com/office/drawing/2014/main" id="{CC503E17-2893-6477-C931-F1A3599ED214}"/>
              </a:ext>
            </a:extLst>
          </p:cNvPr>
          <p:cNvSpPr txBox="1">
            <a:spLocks noChangeArrowheads="1"/>
          </p:cNvSpPr>
          <p:nvPr/>
        </p:nvSpPr>
        <p:spPr bwMode="auto">
          <a:xfrm>
            <a:off x="8277318" y="2032471"/>
            <a:ext cx="1315851" cy="402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spAutoFit/>
          </a:bodyPr>
          <a:lstStyle>
            <a:lvl1pPr>
              <a:spcBef>
                <a:spcPct val="20000"/>
              </a:spcBef>
              <a:buClr>
                <a:schemeClr val="tx2"/>
              </a:buClr>
              <a:buSzPct val="7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a:spcBef>
                <a:spcPct val="50000"/>
              </a:spcBef>
              <a:buClrTx/>
              <a:buSzTx/>
              <a:buFontTx/>
              <a:buNone/>
            </a:pPr>
            <a:r>
              <a:rPr lang="en-US" sz="2000" noProof="0" dirty="0" err="1"/>
              <a:t>udp</a:t>
            </a:r>
            <a:r>
              <a:rPr lang="en-US" sz="2000" noProof="0" dirty="0"/>
              <a:t>, </a:t>
            </a:r>
            <a:r>
              <a:rPr lang="en-US" sz="2000" noProof="0" dirty="0" err="1"/>
              <a:t>ttl</a:t>
            </a:r>
            <a:r>
              <a:rPr lang="en-US" sz="2000" noProof="0" dirty="0"/>
              <a:t>=1</a:t>
            </a:r>
          </a:p>
        </p:txBody>
      </p:sp>
      <p:sp>
        <p:nvSpPr>
          <p:cNvPr id="36905" name="Text Box 38">
            <a:extLst>
              <a:ext uri="{FF2B5EF4-FFF2-40B4-BE49-F238E27FC236}">
                <a16:creationId xmlns:a16="http://schemas.microsoft.com/office/drawing/2014/main" id="{4EA692E7-E2AA-8507-43DF-DD1FA52F7F18}"/>
              </a:ext>
            </a:extLst>
          </p:cNvPr>
          <p:cNvSpPr txBox="1">
            <a:spLocks noChangeArrowheads="1"/>
          </p:cNvSpPr>
          <p:nvPr/>
        </p:nvSpPr>
        <p:spPr bwMode="auto">
          <a:xfrm rot="16200000">
            <a:off x="1211184" y="3486004"/>
            <a:ext cx="774869" cy="46384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spAutoFit/>
          </a:bodyPr>
          <a:lstStyle>
            <a:lvl1pPr>
              <a:spcBef>
                <a:spcPct val="20000"/>
              </a:spcBef>
              <a:buClr>
                <a:schemeClr val="tx2"/>
              </a:buClr>
              <a:buSzPct val="7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a:spcBef>
                <a:spcPct val="50000"/>
              </a:spcBef>
              <a:buClrTx/>
              <a:buSzTx/>
              <a:buFontTx/>
              <a:buNone/>
            </a:pPr>
            <a:r>
              <a:rPr lang="en-US" sz="2400" noProof="0" dirty="0"/>
              <a:t>time</a:t>
            </a:r>
          </a:p>
        </p:txBody>
      </p:sp>
      <p:sp>
        <p:nvSpPr>
          <p:cNvPr id="36906" name="Text Box 41">
            <a:extLst>
              <a:ext uri="{FF2B5EF4-FFF2-40B4-BE49-F238E27FC236}">
                <a16:creationId xmlns:a16="http://schemas.microsoft.com/office/drawing/2014/main" id="{F8E1790E-3817-4EEB-84FD-E934FBF08688}"/>
              </a:ext>
            </a:extLst>
          </p:cNvPr>
          <p:cNvSpPr txBox="1">
            <a:spLocks noChangeArrowheads="1"/>
          </p:cNvSpPr>
          <p:nvPr/>
        </p:nvSpPr>
        <p:spPr bwMode="auto">
          <a:xfrm>
            <a:off x="3079750" y="1052518"/>
            <a:ext cx="427018" cy="52540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spAutoFit/>
          </a:bodyPr>
          <a:lstStyle>
            <a:lvl1pPr>
              <a:spcBef>
                <a:spcPct val="20000"/>
              </a:spcBef>
              <a:buClr>
                <a:schemeClr val="tx2"/>
              </a:buClr>
              <a:buSzPct val="7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a:spcBef>
                <a:spcPct val="50000"/>
              </a:spcBef>
              <a:buClrTx/>
              <a:buSzTx/>
              <a:buFontTx/>
              <a:buNone/>
            </a:pPr>
            <a:r>
              <a:rPr lang="en-US" sz="2800" b="1" noProof="0" dirty="0">
                <a:solidFill>
                  <a:schemeClr val="accent1"/>
                </a:solidFill>
              </a:rPr>
              <a:t>A</a:t>
            </a:r>
            <a:endParaRPr lang="en-US" sz="2800" noProof="0" dirty="0">
              <a:solidFill>
                <a:schemeClr val="accent1"/>
              </a:solidFill>
            </a:endParaRPr>
          </a:p>
        </p:txBody>
      </p:sp>
      <p:sp>
        <p:nvSpPr>
          <p:cNvPr id="36907" name="Text Box 43">
            <a:extLst>
              <a:ext uri="{FF2B5EF4-FFF2-40B4-BE49-F238E27FC236}">
                <a16:creationId xmlns:a16="http://schemas.microsoft.com/office/drawing/2014/main" id="{E9EABC7E-1090-367A-AEA4-3C3A5269F16E}"/>
              </a:ext>
            </a:extLst>
          </p:cNvPr>
          <p:cNvSpPr txBox="1">
            <a:spLocks noChangeArrowheads="1"/>
          </p:cNvSpPr>
          <p:nvPr/>
        </p:nvSpPr>
        <p:spPr bwMode="auto">
          <a:xfrm>
            <a:off x="5888038" y="1052518"/>
            <a:ext cx="428620" cy="52540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spAutoFit/>
          </a:bodyPr>
          <a:lstStyle>
            <a:lvl1pPr>
              <a:spcBef>
                <a:spcPct val="20000"/>
              </a:spcBef>
              <a:buClr>
                <a:schemeClr val="tx2"/>
              </a:buClr>
              <a:buSzPct val="7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a:spcBef>
                <a:spcPct val="50000"/>
              </a:spcBef>
              <a:buClrTx/>
              <a:buSzTx/>
              <a:buFontTx/>
              <a:buNone/>
            </a:pPr>
            <a:r>
              <a:rPr lang="en-US" sz="2800" b="1" noProof="0" dirty="0">
                <a:solidFill>
                  <a:schemeClr val="accent1"/>
                </a:solidFill>
              </a:rPr>
              <a:t>B</a:t>
            </a:r>
            <a:endParaRPr lang="en-US" sz="2800" noProof="0" dirty="0">
              <a:solidFill>
                <a:schemeClr val="accent1"/>
              </a:solidFill>
            </a:endParaRPr>
          </a:p>
        </p:txBody>
      </p:sp>
      <p:sp>
        <p:nvSpPr>
          <p:cNvPr id="36908" name="Text Box 44">
            <a:extLst>
              <a:ext uri="{FF2B5EF4-FFF2-40B4-BE49-F238E27FC236}">
                <a16:creationId xmlns:a16="http://schemas.microsoft.com/office/drawing/2014/main" id="{2C0494FE-F862-4287-0024-A8CD51632B45}"/>
              </a:ext>
            </a:extLst>
          </p:cNvPr>
          <p:cNvSpPr txBox="1">
            <a:spLocks noChangeArrowheads="1"/>
          </p:cNvSpPr>
          <p:nvPr/>
        </p:nvSpPr>
        <p:spPr bwMode="auto">
          <a:xfrm>
            <a:off x="8724900" y="1052518"/>
            <a:ext cx="422208" cy="52540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spAutoFit/>
          </a:bodyPr>
          <a:lstStyle>
            <a:lvl1pPr>
              <a:spcBef>
                <a:spcPct val="20000"/>
              </a:spcBef>
              <a:buClr>
                <a:schemeClr val="tx2"/>
              </a:buClr>
              <a:buSzPct val="7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a:spcBef>
                <a:spcPct val="50000"/>
              </a:spcBef>
              <a:buClrTx/>
              <a:buSzTx/>
              <a:buFontTx/>
              <a:buNone/>
            </a:pPr>
            <a:r>
              <a:rPr lang="en-US" sz="2800" b="1" noProof="0" dirty="0">
                <a:solidFill>
                  <a:schemeClr val="accent1"/>
                </a:solidFill>
              </a:rPr>
              <a:t>C</a:t>
            </a:r>
            <a:endParaRPr lang="en-US" sz="2800" noProof="0" dirty="0">
              <a:solidFill>
                <a:schemeClr val="accent1"/>
              </a:solidFill>
            </a:endParaRPr>
          </a:p>
        </p:txBody>
      </p:sp>
      <p:sp>
        <p:nvSpPr>
          <p:cNvPr id="2" name="Line 14">
            <a:extLst>
              <a:ext uri="{FF2B5EF4-FFF2-40B4-BE49-F238E27FC236}">
                <a16:creationId xmlns:a16="http://schemas.microsoft.com/office/drawing/2014/main" id="{F0F68BC6-F8EC-433F-CCE8-D7C3C24923E2}"/>
              </a:ext>
            </a:extLst>
          </p:cNvPr>
          <p:cNvSpPr>
            <a:spLocks noChangeShapeType="1"/>
          </p:cNvSpPr>
          <p:nvPr/>
        </p:nvSpPr>
        <p:spPr bwMode="auto">
          <a:xfrm flipH="1" flipV="1">
            <a:off x="7510462" y="3814521"/>
            <a:ext cx="2819400" cy="17242"/>
          </a:xfrm>
          <a:prstGeom prst="line">
            <a:avLst/>
          </a:prstGeom>
          <a:noFill/>
          <a:ln w="28575">
            <a:solidFill>
              <a:schemeClr val="tx2"/>
            </a:solidFill>
            <a:round/>
            <a:headEnd/>
            <a:tailEnd type="stealth"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000" tIns="46800" rIns="90000" bIns="46800" anchor="ctr">
            <a:spAutoFit/>
          </a:bodyPr>
          <a:lstStyle/>
          <a:p>
            <a:endParaRPr lang="en-US" noProof="0" dirty="0"/>
          </a:p>
        </p:txBody>
      </p:sp>
      <p:sp>
        <p:nvSpPr>
          <p:cNvPr id="3" name="Line 15">
            <a:extLst>
              <a:ext uri="{FF2B5EF4-FFF2-40B4-BE49-F238E27FC236}">
                <a16:creationId xmlns:a16="http://schemas.microsoft.com/office/drawing/2014/main" id="{81AB1F64-B8F5-5EA6-A149-4862AD12701E}"/>
              </a:ext>
            </a:extLst>
          </p:cNvPr>
          <p:cNvSpPr>
            <a:spLocks noChangeShapeType="1"/>
          </p:cNvSpPr>
          <p:nvPr/>
        </p:nvSpPr>
        <p:spPr bwMode="auto">
          <a:xfrm flipH="1">
            <a:off x="4691820" y="4145625"/>
            <a:ext cx="5661855" cy="0"/>
          </a:xfrm>
          <a:prstGeom prst="line">
            <a:avLst/>
          </a:prstGeom>
          <a:noFill/>
          <a:ln w="28575">
            <a:solidFill>
              <a:schemeClr val="accent1"/>
            </a:solidFill>
            <a:round/>
            <a:headEnd type="stealth" w="lg" len="lg"/>
            <a:tailEnd type="non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000" tIns="46800" rIns="90000" bIns="46800" anchor="ctr">
            <a:spAutoFit/>
          </a:bodyPr>
          <a:lstStyle/>
          <a:p>
            <a:endParaRPr lang="en-US" noProof="0" dirty="0"/>
          </a:p>
        </p:txBody>
      </p:sp>
      <p:sp>
        <p:nvSpPr>
          <p:cNvPr id="4" name="Text Box 26">
            <a:extLst>
              <a:ext uri="{FF2B5EF4-FFF2-40B4-BE49-F238E27FC236}">
                <a16:creationId xmlns:a16="http://schemas.microsoft.com/office/drawing/2014/main" id="{720CCC86-486F-60BA-371D-C4E50D9E3372}"/>
              </a:ext>
            </a:extLst>
          </p:cNvPr>
          <p:cNvSpPr txBox="1">
            <a:spLocks noChangeArrowheads="1"/>
          </p:cNvSpPr>
          <p:nvPr/>
        </p:nvSpPr>
        <p:spPr bwMode="auto">
          <a:xfrm>
            <a:off x="5027609" y="3774157"/>
            <a:ext cx="2170059" cy="402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000" tIns="46800" rIns="90000" bIns="46800">
            <a:spAutoFit/>
          </a:bodyPr>
          <a:lstStyle>
            <a:lvl1pPr>
              <a:spcBef>
                <a:spcPct val="20000"/>
              </a:spcBef>
              <a:buClr>
                <a:schemeClr val="tx2"/>
              </a:buClr>
              <a:buSzPct val="7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a:spcBef>
                <a:spcPct val="50000"/>
              </a:spcBef>
              <a:buClrTx/>
              <a:buSzTx/>
              <a:buFontTx/>
              <a:buNone/>
            </a:pPr>
            <a:r>
              <a:rPr lang="en-US" sz="2000" noProof="0" dirty="0" err="1"/>
              <a:t>icmp</a:t>
            </a:r>
            <a:r>
              <a:rPr lang="en-US" sz="2000" noProof="0" dirty="0"/>
              <a:t> </a:t>
            </a:r>
            <a:r>
              <a:rPr lang="en-US" sz="2000" noProof="0" dirty="0" err="1"/>
              <a:t>ttl</a:t>
            </a:r>
            <a:r>
              <a:rPr lang="en-US" sz="2000" noProof="0" dirty="0"/>
              <a:t> exceeded</a:t>
            </a:r>
          </a:p>
        </p:txBody>
      </p:sp>
      <p:sp>
        <p:nvSpPr>
          <p:cNvPr id="5" name="Text Box 27">
            <a:extLst>
              <a:ext uri="{FF2B5EF4-FFF2-40B4-BE49-F238E27FC236}">
                <a16:creationId xmlns:a16="http://schemas.microsoft.com/office/drawing/2014/main" id="{137A0629-6747-0B74-8C31-B9C9EFE5D26F}"/>
              </a:ext>
            </a:extLst>
          </p:cNvPr>
          <p:cNvSpPr txBox="1">
            <a:spLocks noChangeArrowheads="1"/>
          </p:cNvSpPr>
          <p:nvPr/>
        </p:nvSpPr>
        <p:spPr bwMode="auto">
          <a:xfrm>
            <a:off x="5438077" y="3388671"/>
            <a:ext cx="1315851" cy="402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000" tIns="46800" rIns="90000" bIns="46800">
            <a:spAutoFit/>
          </a:bodyPr>
          <a:lstStyle>
            <a:lvl1pPr>
              <a:spcBef>
                <a:spcPct val="20000"/>
              </a:spcBef>
              <a:buClr>
                <a:schemeClr val="tx2"/>
              </a:buClr>
              <a:buSzPct val="7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a:spcBef>
                <a:spcPct val="50000"/>
              </a:spcBef>
              <a:buClrTx/>
              <a:buSzTx/>
              <a:buFontTx/>
              <a:buNone/>
            </a:pPr>
            <a:r>
              <a:rPr lang="en-US" sz="2000" noProof="0" dirty="0" err="1"/>
              <a:t>udp</a:t>
            </a:r>
            <a:r>
              <a:rPr lang="en-US" sz="2000" noProof="0" dirty="0"/>
              <a:t>, </a:t>
            </a:r>
            <a:r>
              <a:rPr lang="en-US" sz="2000" noProof="0" dirty="0" err="1"/>
              <a:t>ttl</a:t>
            </a:r>
            <a:r>
              <a:rPr lang="en-US" sz="2000" noProof="0" dirty="0"/>
              <a:t>=1</a:t>
            </a:r>
          </a:p>
        </p:txBody>
      </p:sp>
      <p:sp>
        <p:nvSpPr>
          <p:cNvPr id="7" name="Line 15">
            <a:extLst>
              <a:ext uri="{FF2B5EF4-FFF2-40B4-BE49-F238E27FC236}">
                <a16:creationId xmlns:a16="http://schemas.microsoft.com/office/drawing/2014/main" id="{EA2549BA-39B9-D5D1-5013-DD4761CAF556}"/>
              </a:ext>
            </a:extLst>
          </p:cNvPr>
          <p:cNvSpPr>
            <a:spLocks noChangeShapeType="1"/>
          </p:cNvSpPr>
          <p:nvPr/>
        </p:nvSpPr>
        <p:spPr bwMode="auto">
          <a:xfrm flipH="1">
            <a:off x="1870791" y="5346416"/>
            <a:ext cx="8440021" cy="0"/>
          </a:xfrm>
          <a:prstGeom prst="line">
            <a:avLst/>
          </a:prstGeom>
          <a:noFill/>
          <a:ln w="28575">
            <a:solidFill>
              <a:schemeClr val="accent1"/>
            </a:solidFill>
            <a:round/>
            <a:headEnd type="stealth" w="lg" len="lg"/>
            <a:tailEnd type="non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000" tIns="46800" rIns="90000" bIns="46800" anchor="ctr">
            <a:spAutoFit/>
          </a:bodyPr>
          <a:lstStyle/>
          <a:p>
            <a:endParaRPr lang="en-US" noProof="0" dirty="0"/>
          </a:p>
        </p:txBody>
      </p:sp>
      <p:sp>
        <p:nvSpPr>
          <p:cNvPr id="8" name="Text Box 26">
            <a:extLst>
              <a:ext uri="{FF2B5EF4-FFF2-40B4-BE49-F238E27FC236}">
                <a16:creationId xmlns:a16="http://schemas.microsoft.com/office/drawing/2014/main" id="{D285DC26-1031-2EAE-3B37-03EB88714F27}"/>
              </a:ext>
            </a:extLst>
          </p:cNvPr>
          <p:cNvSpPr txBox="1">
            <a:spLocks noChangeArrowheads="1"/>
          </p:cNvSpPr>
          <p:nvPr/>
        </p:nvSpPr>
        <p:spPr bwMode="auto">
          <a:xfrm>
            <a:off x="2206581" y="4974948"/>
            <a:ext cx="2811614" cy="402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000" tIns="46800" rIns="90000" bIns="46800">
            <a:spAutoFit/>
          </a:bodyPr>
          <a:lstStyle>
            <a:lvl1pPr>
              <a:spcBef>
                <a:spcPct val="20000"/>
              </a:spcBef>
              <a:buClr>
                <a:schemeClr val="tx2"/>
              </a:buClr>
              <a:buSzPct val="7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a:spcBef>
                <a:spcPct val="50000"/>
              </a:spcBef>
              <a:buClrTx/>
              <a:buSzTx/>
              <a:buFontTx/>
              <a:buNone/>
            </a:pPr>
            <a:r>
              <a:rPr lang="en-US" sz="2000" noProof="0" dirty="0" err="1"/>
              <a:t>icmp</a:t>
            </a:r>
            <a:r>
              <a:rPr lang="en-US" sz="2000" noProof="0" dirty="0"/>
              <a:t> port unreachable</a:t>
            </a:r>
          </a:p>
        </p:txBody>
      </p:sp>
      <p:sp>
        <p:nvSpPr>
          <p:cNvPr id="9" name="Text Box 27">
            <a:extLst>
              <a:ext uri="{FF2B5EF4-FFF2-40B4-BE49-F238E27FC236}">
                <a16:creationId xmlns:a16="http://schemas.microsoft.com/office/drawing/2014/main" id="{113FAD57-2505-BFD4-EA24-431C3C99D7C4}"/>
              </a:ext>
            </a:extLst>
          </p:cNvPr>
          <p:cNvSpPr txBox="1">
            <a:spLocks noChangeArrowheads="1"/>
          </p:cNvSpPr>
          <p:nvPr/>
        </p:nvSpPr>
        <p:spPr bwMode="auto">
          <a:xfrm>
            <a:off x="2617049" y="4589462"/>
            <a:ext cx="1315851" cy="402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000" tIns="46800" rIns="90000" bIns="46800">
            <a:spAutoFit/>
          </a:bodyPr>
          <a:lstStyle>
            <a:lvl1pPr>
              <a:spcBef>
                <a:spcPct val="20000"/>
              </a:spcBef>
              <a:buClr>
                <a:schemeClr val="tx2"/>
              </a:buClr>
              <a:buSzPct val="7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a:spcBef>
                <a:spcPct val="50000"/>
              </a:spcBef>
              <a:buClrTx/>
              <a:buSzTx/>
              <a:buFontTx/>
              <a:buNone/>
            </a:pPr>
            <a:r>
              <a:rPr lang="en-US" sz="2000" noProof="0" dirty="0" err="1"/>
              <a:t>udp</a:t>
            </a:r>
            <a:r>
              <a:rPr lang="en-US" sz="2000" noProof="0" dirty="0"/>
              <a:t>, </a:t>
            </a:r>
            <a:r>
              <a:rPr lang="en-US" sz="2000" noProof="0" dirty="0" err="1"/>
              <a:t>ttl</a:t>
            </a:r>
            <a:r>
              <a:rPr lang="en-US" sz="2000" noProof="0" dirty="0"/>
              <a:t>=1</a:t>
            </a:r>
          </a:p>
        </p:txBody>
      </p:sp>
      <p:sp>
        <p:nvSpPr>
          <p:cNvPr id="10" name="Right Brace 6">
            <a:extLst>
              <a:ext uri="{FF2B5EF4-FFF2-40B4-BE49-F238E27FC236}">
                <a16:creationId xmlns:a16="http://schemas.microsoft.com/office/drawing/2014/main" id="{63DEF39F-6AA5-07D1-F28B-92B01537E152}"/>
              </a:ext>
            </a:extLst>
          </p:cNvPr>
          <p:cNvSpPr/>
          <p:nvPr/>
        </p:nvSpPr>
        <p:spPr>
          <a:xfrm>
            <a:off x="10353675" y="2390782"/>
            <a:ext cx="400905" cy="463052"/>
          </a:xfrm>
          <a:prstGeom prst="rightBrace">
            <a:avLst/>
          </a:prstGeom>
          <a:noFill/>
          <a:ln>
            <a:solidFill>
              <a:schemeClr val="accent1"/>
            </a:solidFill>
          </a:ln>
          <a:effectLst/>
        </p:spPr>
        <p:style>
          <a:lnRef idx="3">
            <a:schemeClr val="accent2"/>
          </a:lnRef>
          <a:fillRef idx="0">
            <a:schemeClr val="accent2"/>
          </a:fillRef>
          <a:effectRef idx="2">
            <a:schemeClr val="accent2"/>
          </a:effectRef>
          <a:fontRef idx="minor">
            <a:schemeClr val="tx1"/>
          </a:fontRef>
        </p:style>
        <p:txBody>
          <a:bodyPr rtlCol="0" anchor="ctr"/>
          <a:lstStyle/>
          <a:p>
            <a:pPr algn="ctr"/>
            <a:endParaRPr lang="en-US" noProof="0" dirty="0"/>
          </a:p>
        </p:txBody>
      </p:sp>
      <p:sp>
        <p:nvSpPr>
          <p:cNvPr id="11" name="CasellaDiTesto 10">
            <a:extLst>
              <a:ext uri="{FF2B5EF4-FFF2-40B4-BE49-F238E27FC236}">
                <a16:creationId xmlns:a16="http://schemas.microsoft.com/office/drawing/2014/main" id="{BE842AC0-E00F-8B54-A6E5-1D8D604EA9A5}"/>
              </a:ext>
            </a:extLst>
          </p:cNvPr>
          <p:cNvSpPr txBox="1"/>
          <p:nvPr/>
        </p:nvSpPr>
        <p:spPr>
          <a:xfrm>
            <a:off x="11025474" y="2360696"/>
            <a:ext cx="395288" cy="523220"/>
          </a:xfrm>
          <a:prstGeom prst="rect">
            <a:avLst/>
          </a:prstGeom>
          <a:noFill/>
        </p:spPr>
        <p:txBody>
          <a:bodyPr wrap="square" rtlCol="0">
            <a:spAutoFit/>
          </a:bodyPr>
          <a:lstStyle/>
          <a:p>
            <a:pPr algn="ctr"/>
            <a:r>
              <a:rPr lang="en-US" sz="2800" noProof="0" dirty="0">
                <a:solidFill>
                  <a:schemeClr val="accent1"/>
                </a:solidFill>
              </a:rPr>
              <a:t>3</a:t>
            </a:r>
          </a:p>
        </p:txBody>
      </p:sp>
      <p:sp>
        <p:nvSpPr>
          <p:cNvPr id="12" name="Segno di moltiplicazione 11">
            <a:extLst>
              <a:ext uri="{FF2B5EF4-FFF2-40B4-BE49-F238E27FC236}">
                <a16:creationId xmlns:a16="http://schemas.microsoft.com/office/drawing/2014/main" id="{B1F2AFD2-8F0A-C59D-1769-061ACA2E96C5}"/>
              </a:ext>
            </a:extLst>
          </p:cNvPr>
          <p:cNvSpPr/>
          <p:nvPr/>
        </p:nvSpPr>
        <p:spPr>
          <a:xfrm>
            <a:off x="10819763" y="2499070"/>
            <a:ext cx="311978" cy="246473"/>
          </a:xfrm>
          <a:prstGeom prst="mathMultiply">
            <a:avLst/>
          </a:prstGeom>
          <a:solidFill>
            <a:schemeClr val="accent1"/>
          </a:solidFill>
          <a:ln>
            <a:solidFill>
              <a:schemeClr val="bg1"/>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noProof="0" dirty="0"/>
          </a:p>
        </p:txBody>
      </p:sp>
      <p:sp>
        <p:nvSpPr>
          <p:cNvPr id="13" name="Right Brace 6">
            <a:extLst>
              <a:ext uri="{FF2B5EF4-FFF2-40B4-BE49-F238E27FC236}">
                <a16:creationId xmlns:a16="http://schemas.microsoft.com/office/drawing/2014/main" id="{8A8FD3DD-39AC-9D1B-4471-0AC692822AA2}"/>
              </a:ext>
            </a:extLst>
          </p:cNvPr>
          <p:cNvSpPr/>
          <p:nvPr/>
        </p:nvSpPr>
        <p:spPr>
          <a:xfrm>
            <a:off x="10374822" y="3760126"/>
            <a:ext cx="400905" cy="463052"/>
          </a:xfrm>
          <a:prstGeom prst="rightBrace">
            <a:avLst/>
          </a:prstGeom>
          <a:noFill/>
          <a:ln>
            <a:solidFill>
              <a:schemeClr val="accent1"/>
            </a:solidFill>
          </a:ln>
          <a:effectLst/>
        </p:spPr>
        <p:style>
          <a:lnRef idx="3">
            <a:schemeClr val="accent2"/>
          </a:lnRef>
          <a:fillRef idx="0">
            <a:schemeClr val="accent2"/>
          </a:fillRef>
          <a:effectRef idx="2">
            <a:schemeClr val="accent2"/>
          </a:effectRef>
          <a:fontRef idx="minor">
            <a:schemeClr val="tx1"/>
          </a:fontRef>
        </p:style>
        <p:txBody>
          <a:bodyPr rtlCol="0" anchor="ctr"/>
          <a:lstStyle/>
          <a:p>
            <a:pPr algn="ctr"/>
            <a:endParaRPr lang="en-US" noProof="0" dirty="0"/>
          </a:p>
        </p:txBody>
      </p:sp>
      <p:sp>
        <p:nvSpPr>
          <p:cNvPr id="14" name="CasellaDiTesto 13">
            <a:extLst>
              <a:ext uri="{FF2B5EF4-FFF2-40B4-BE49-F238E27FC236}">
                <a16:creationId xmlns:a16="http://schemas.microsoft.com/office/drawing/2014/main" id="{A6E1F9A3-E1B3-CB85-013C-7E8DFBCC6EC0}"/>
              </a:ext>
            </a:extLst>
          </p:cNvPr>
          <p:cNvSpPr txBox="1"/>
          <p:nvPr/>
        </p:nvSpPr>
        <p:spPr>
          <a:xfrm>
            <a:off x="11046621" y="3730040"/>
            <a:ext cx="395288" cy="523220"/>
          </a:xfrm>
          <a:prstGeom prst="rect">
            <a:avLst/>
          </a:prstGeom>
          <a:noFill/>
        </p:spPr>
        <p:txBody>
          <a:bodyPr wrap="square" rtlCol="0">
            <a:spAutoFit/>
          </a:bodyPr>
          <a:lstStyle/>
          <a:p>
            <a:pPr algn="ctr"/>
            <a:r>
              <a:rPr lang="en-US" sz="2800" noProof="0" dirty="0">
                <a:solidFill>
                  <a:schemeClr val="accent1"/>
                </a:solidFill>
              </a:rPr>
              <a:t>3</a:t>
            </a:r>
          </a:p>
        </p:txBody>
      </p:sp>
      <p:sp>
        <p:nvSpPr>
          <p:cNvPr id="15" name="Segno di moltiplicazione 14">
            <a:extLst>
              <a:ext uri="{FF2B5EF4-FFF2-40B4-BE49-F238E27FC236}">
                <a16:creationId xmlns:a16="http://schemas.microsoft.com/office/drawing/2014/main" id="{B8D5E14D-EFE2-7D08-212F-3F54058A2BA6}"/>
              </a:ext>
            </a:extLst>
          </p:cNvPr>
          <p:cNvSpPr/>
          <p:nvPr/>
        </p:nvSpPr>
        <p:spPr>
          <a:xfrm>
            <a:off x="10840910" y="3868414"/>
            <a:ext cx="311978" cy="246473"/>
          </a:xfrm>
          <a:prstGeom prst="mathMultiply">
            <a:avLst/>
          </a:prstGeom>
          <a:solidFill>
            <a:schemeClr val="accent1"/>
          </a:solidFill>
          <a:ln>
            <a:solidFill>
              <a:schemeClr val="bg1"/>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noProof="0" dirty="0"/>
          </a:p>
        </p:txBody>
      </p:sp>
      <p:sp>
        <p:nvSpPr>
          <p:cNvPr id="16" name="Right Brace 6">
            <a:extLst>
              <a:ext uri="{FF2B5EF4-FFF2-40B4-BE49-F238E27FC236}">
                <a16:creationId xmlns:a16="http://schemas.microsoft.com/office/drawing/2014/main" id="{E1456412-5A7F-D541-2DCC-11F80D0F7153}"/>
              </a:ext>
            </a:extLst>
          </p:cNvPr>
          <p:cNvSpPr/>
          <p:nvPr/>
        </p:nvSpPr>
        <p:spPr>
          <a:xfrm>
            <a:off x="10353675" y="4955002"/>
            <a:ext cx="400905" cy="463052"/>
          </a:xfrm>
          <a:prstGeom prst="rightBrace">
            <a:avLst/>
          </a:prstGeom>
          <a:noFill/>
          <a:ln>
            <a:solidFill>
              <a:schemeClr val="accent1"/>
            </a:solidFill>
          </a:ln>
          <a:effectLst/>
        </p:spPr>
        <p:style>
          <a:lnRef idx="3">
            <a:schemeClr val="accent2"/>
          </a:lnRef>
          <a:fillRef idx="0">
            <a:schemeClr val="accent2"/>
          </a:fillRef>
          <a:effectRef idx="2">
            <a:schemeClr val="accent2"/>
          </a:effectRef>
          <a:fontRef idx="minor">
            <a:schemeClr val="tx1"/>
          </a:fontRef>
        </p:style>
        <p:txBody>
          <a:bodyPr rtlCol="0" anchor="ctr"/>
          <a:lstStyle/>
          <a:p>
            <a:pPr algn="ctr"/>
            <a:endParaRPr lang="en-US" noProof="0" dirty="0"/>
          </a:p>
        </p:txBody>
      </p:sp>
      <p:sp>
        <p:nvSpPr>
          <p:cNvPr id="17" name="CasellaDiTesto 16">
            <a:extLst>
              <a:ext uri="{FF2B5EF4-FFF2-40B4-BE49-F238E27FC236}">
                <a16:creationId xmlns:a16="http://schemas.microsoft.com/office/drawing/2014/main" id="{242F9A3F-8231-8957-47EE-24DE73666263}"/>
              </a:ext>
            </a:extLst>
          </p:cNvPr>
          <p:cNvSpPr txBox="1"/>
          <p:nvPr/>
        </p:nvSpPr>
        <p:spPr>
          <a:xfrm>
            <a:off x="11025474" y="4924916"/>
            <a:ext cx="395288" cy="523220"/>
          </a:xfrm>
          <a:prstGeom prst="rect">
            <a:avLst/>
          </a:prstGeom>
          <a:noFill/>
        </p:spPr>
        <p:txBody>
          <a:bodyPr wrap="square" rtlCol="0">
            <a:spAutoFit/>
          </a:bodyPr>
          <a:lstStyle/>
          <a:p>
            <a:pPr algn="ctr"/>
            <a:r>
              <a:rPr lang="en-US" sz="2800" noProof="0" dirty="0">
                <a:solidFill>
                  <a:schemeClr val="accent1"/>
                </a:solidFill>
              </a:rPr>
              <a:t>3</a:t>
            </a:r>
          </a:p>
        </p:txBody>
      </p:sp>
      <p:sp>
        <p:nvSpPr>
          <p:cNvPr id="18" name="Segno di moltiplicazione 17">
            <a:extLst>
              <a:ext uri="{FF2B5EF4-FFF2-40B4-BE49-F238E27FC236}">
                <a16:creationId xmlns:a16="http://schemas.microsoft.com/office/drawing/2014/main" id="{5ABC57FA-A756-3598-840D-BF9D42D8C1DB}"/>
              </a:ext>
            </a:extLst>
          </p:cNvPr>
          <p:cNvSpPr/>
          <p:nvPr/>
        </p:nvSpPr>
        <p:spPr>
          <a:xfrm>
            <a:off x="10819763" y="5063290"/>
            <a:ext cx="311978" cy="246473"/>
          </a:xfrm>
          <a:prstGeom prst="mathMultiply">
            <a:avLst/>
          </a:prstGeom>
          <a:solidFill>
            <a:schemeClr val="accent1"/>
          </a:solidFill>
          <a:ln>
            <a:solidFill>
              <a:schemeClr val="bg1"/>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noProof="0" dirty="0"/>
          </a:p>
        </p:txBody>
      </p:sp>
      <p:sp>
        <p:nvSpPr>
          <p:cNvPr id="19" name="Line 14">
            <a:extLst>
              <a:ext uri="{FF2B5EF4-FFF2-40B4-BE49-F238E27FC236}">
                <a16:creationId xmlns:a16="http://schemas.microsoft.com/office/drawing/2014/main" id="{EF0F7CEA-5940-25A9-66B9-B9B7FCE98AE5}"/>
              </a:ext>
            </a:extLst>
          </p:cNvPr>
          <p:cNvSpPr>
            <a:spLocks noChangeShapeType="1"/>
          </p:cNvSpPr>
          <p:nvPr/>
        </p:nvSpPr>
        <p:spPr bwMode="auto">
          <a:xfrm flipH="1">
            <a:off x="4683126" y="3819961"/>
            <a:ext cx="2817812" cy="0"/>
          </a:xfrm>
          <a:prstGeom prst="line">
            <a:avLst/>
          </a:prstGeom>
          <a:noFill/>
          <a:ln w="28575">
            <a:solidFill>
              <a:schemeClr val="tx2"/>
            </a:solidFill>
            <a:round/>
            <a:headEnd/>
            <a:tailEnd type="stealth"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spAutoFit/>
          </a:bodyPr>
          <a:lstStyle/>
          <a:p>
            <a:endParaRPr lang="en-US" noProof="0" dirty="0"/>
          </a:p>
        </p:txBody>
      </p:sp>
      <p:sp>
        <p:nvSpPr>
          <p:cNvPr id="20" name="Text Box 27">
            <a:extLst>
              <a:ext uri="{FF2B5EF4-FFF2-40B4-BE49-F238E27FC236}">
                <a16:creationId xmlns:a16="http://schemas.microsoft.com/office/drawing/2014/main" id="{7BB3416D-FC15-69B7-5EAC-F853E88AD1C1}"/>
              </a:ext>
            </a:extLst>
          </p:cNvPr>
          <p:cNvSpPr txBox="1">
            <a:spLocks noChangeArrowheads="1"/>
          </p:cNvSpPr>
          <p:nvPr/>
        </p:nvSpPr>
        <p:spPr bwMode="auto">
          <a:xfrm>
            <a:off x="8251130" y="3406504"/>
            <a:ext cx="1315851" cy="402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000" tIns="46800" rIns="90000" bIns="46800">
            <a:spAutoFit/>
          </a:bodyPr>
          <a:lstStyle>
            <a:lvl1pPr>
              <a:spcBef>
                <a:spcPct val="20000"/>
              </a:spcBef>
              <a:buClr>
                <a:schemeClr val="tx2"/>
              </a:buClr>
              <a:buSzPct val="7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a:spcBef>
                <a:spcPct val="50000"/>
              </a:spcBef>
              <a:buClrTx/>
              <a:buSzTx/>
              <a:buFontTx/>
              <a:buNone/>
            </a:pPr>
            <a:r>
              <a:rPr lang="en-US" sz="2000" noProof="0" dirty="0" err="1"/>
              <a:t>udp</a:t>
            </a:r>
            <a:r>
              <a:rPr lang="en-US" sz="2000" noProof="0" dirty="0"/>
              <a:t>, </a:t>
            </a:r>
            <a:r>
              <a:rPr lang="en-US" sz="2000" noProof="0" dirty="0" err="1"/>
              <a:t>ttl</a:t>
            </a:r>
            <a:r>
              <a:rPr lang="en-US" sz="2000" noProof="0" dirty="0"/>
              <a:t>=2</a:t>
            </a:r>
          </a:p>
        </p:txBody>
      </p:sp>
      <p:sp>
        <p:nvSpPr>
          <p:cNvPr id="21" name="Line 14">
            <a:extLst>
              <a:ext uri="{FF2B5EF4-FFF2-40B4-BE49-F238E27FC236}">
                <a16:creationId xmlns:a16="http://schemas.microsoft.com/office/drawing/2014/main" id="{4ACFF901-A6F4-537F-2D28-C49AD26F256D}"/>
              </a:ext>
            </a:extLst>
          </p:cNvPr>
          <p:cNvSpPr>
            <a:spLocks noChangeShapeType="1"/>
          </p:cNvSpPr>
          <p:nvPr/>
        </p:nvSpPr>
        <p:spPr bwMode="auto">
          <a:xfrm flipH="1" flipV="1">
            <a:off x="7508976" y="5005387"/>
            <a:ext cx="2819400" cy="17242"/>
          </a:xfrm>
          <a:prstGeom prst="line">
            <a:avLst/>
          </a:prstGeom>
          <a:noFill/>
          <a:ln w="28575">
            <a:solidFill>
              <a:schemeClr val="tx2"/>
            </a:solidFill>
            <a:round/>
            <a:headEnd/>
            <a:tailEnd type="stealth"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000" tIns="46800" rIns="90000" bIns="46800" anchor="ctr">
            <a:spAutoFit/>
          </a:bodyPr>
          <a:lstStyle/>
          <a:p>
            <a:endParaRPr lang="en-US" noProof="0" dirty="0"/>
          </a:p>
        </p:txBody>
      </p:sp>
      <p:sp>
        <p:nvSpPr>
          <p:cNvPr id="22" name="Line 14">
            <a:extLst>
              <a:ext uri="{FF2B5EF4-FFF2-40B4-BE49-F238E27FC236}">
                <a16:creationId xmlns:a16="http://schemas.microsoft.com/office/drawing/2014/main" id="{EAD13646-FBDD-7D5E-1A52-F8ED142E7084}"/>
              </a:ext>
            </a:extLst>
          </p:cNvPr>
          <p:cNvSpPr>
            <a:spLocks noChangeShapeType="1"/>
          </p:cNvSpPr>
          <p:nvPr/>
        </p:nvSpPr>
        <p:spPr bwMode="auto">
          <a:xfrm flipH="1" flipV="1">
            <a:off x="4689575" y="4986337"/>
            <a:ext cx="2819400" cy="17242"/>
          </a:xfrm>
          <a:prstGeom prst="line">
            <a:avLst/>
          </a:prstGeom>
          <a:noFill/>
          <a:ln w="28575">
            <a:solidFill>
              <a:schemeClr val="tx2"/>
            </a:solidFill>
            <a:round/>
            <a:headEnd/>
            <a:tailEnd type="stealth"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000" tIns="46800" rIns="90000" bIns="46800" anchor="ctr">
            <a:spAutoFit/>
          </a:bodyPr>
          <a:lstStyle/>
          <a:p>
            <a:endParaRPr lang="en-US" noProof="0" dirty="0"/>
          </a:p>
        </p:txBody>
      </p:sp>
      <p:sp>
        <p:nvSpPr>
          <p:cNvPr id="23" name="Line 14">
            <a:extLst>
              <a:ext uri="{FF2B5EF4-FFF2-40B4-BE49-F238E27FC236}">
                <a16:creationId xmlns:a16="http://schemas.microsoft.com/office/drawing/2014/main" id="{5B604B35-3455-4228-E964-388134B4F6F3}"/>
              </a:ext>
            </a:extLst>
          </p:cNvPr>
          <p:cNvSpPr>
            <a:spLocks noChangeShapeType="1"/>
          </p:cNvSpPr>
          <p:nvPr/>
        </p:nvSpPr>
        <p:spPr bwMode="auto">
          <a:xfrm flipH="1" flipV="1">
            <a:off x="1862137" y="4967231"/>
            <a:ext cx="2819400" cy="17242"/>
          </a:xfrm>
          <a:prstGeom prst="line">
            <a:avLst/>
          </a:prstGeom>
          <a:noFill/>
          <a:ln w="28575">
            <a:solidFill>
              <a:schemeClr val="tx2"/>
            </a:solidFill>
            <a:round/>
            <a:headEnd/>
            <a:tailEnd type="stealth"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000" tIns="46800" rIns="90000" bIns="46800" anchor="ctr">
            <a:spAutoFit/>
          </a:bodyPr>
          <a:lstStyle/>
          <a:p>
            <a:endParaRPr lang="en-US" noProof="0" dirty="0"/>
          </a:p>
        </p:txBody>
      </p:sp>
      <p:sp>
        <p:nvSpPr>
          <p:cNvPr id="24" name="Text Box 27">
            <a:extLst>
              <a:ext uri="{FF2B5EF4-FFF2-40B4-BE49-F238E27FC236}">
                <a16:creationId xmlns:a16="http://schemas.microsoft.com/office/drawing/2014/main" id="{20C9FCDB-4AF1-BD96-7EB9-4C9C4E153302}"/>
              </a:ext>
            </a:extLst>
          </p:cNvPr>
          <p:cNvSpPr txBox="1">
            <a:spLocks noChangeArrowheads="1"/>
          </p:cNvSpPr>
          <p:nvPr/>
        </p:nvSpPr>
        <p:spPr bwMode="auto">
          <a:xfrm>
            <a:off x="5454712" y="4599458"/>
            <a:ext cx="1315851" cy="402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000" tIns="46800" rIns="90000" bIns="46800">
            <a:spAutoFit/>
          </a:bodyPr>
          <a:lstStyle>
            <a:lvl1pPr>
              <a:spcBef>
                <a:spcPct val="20000"/>
              </a:spcBef>
              <a:buClr>
                <a:schemeClr val="tx2"/>
              </a:buClr>
              <a:buSzPct val="7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a:spcBef>
                <a:spcPct val="50000"/>
              </a:spcBef>
              <a:buClrTx/>
              <a:buSzTx/>
              <a:buFontTx/>
              <a:buNone/>
            </a:pPr>
            <a:r>
              <a:rPr lang="en-US" sz="2000" noProof="0" dirty="0" err="1"/>
              <a:t>udp</a:t>
            </a:r>
            <a:r>
              <a:rPr lang="en-US" sz="2000" noProof="0" dirty="0"/>
              <a:t>, </a:t>
            </a:r>
            <a:r>
              <a:rPr lang="en-US" sz="2000" noProof="0" dirty="0" err="1"/>
              <a:t>ttl</a:t>
            </a:r>
            <a:r>
              <a:rPr lang="en-US" sz="2000" noProof="0" dirty="0"/>
              <a:t>=2</a:t>
            </a:r>
          </a:p>
        </p:txBody>
      </p:sp>
      <p:sp>
        <p:nvSpPr>
          <p:cNvPr id="25" name="Text Box 27">
            <a:extLst>
              <a:ext uri="{FF2B5EF4-FFF2-40B4-BE49-F238E27FC236}">
                <a16:creationId xmlns:a16="http://schemas.microsoft.com/office/drawing/2014/main" id="{2B1AEA5A-2964-A1C1-928C-05E1649132ED}"/>
              </a:ext>
            </a:extLst>
          </p:cNvPr>
          <p:cNvSpPr txBox="1">
            <a:spLocks noChangeArrowheads="1"/>
          </p:cNvSpPr>
          <p:nvPr/>
        </p:nvSpPr>
        <p:spPr bwMode="auto">
          <a:xfrm>
            <a:off x="8316303" y="4608983"/>
            <a:ext cx="1315851" cy="402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000" tIns="46800" rIns="90000" bIns="46800">
            <a:spAutoFit/>
          </a:bodyPr>
          <a:lstStyle>
            <a:lvl1pPr>
              <a:spcBef>
                <a:spcPct val="20000"/>
              </a:spcBef>
              <a:buClr>
                <a:schemeClr val="tx2"/>
              </a:buClr>
              <a:buSzPct val="7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a:spcBef>
                <a:spcPct val="50000"/>
              </a:spcBef>
              <a:buClrTx/>
              <a:buSzTx/>
              <a:buFontTx/>
              <a:buNone/>
            </a:pPr>
            <a:r>
              <a:rPr lang="en-US" sz="2000" noProof="0" dirty="0" err="1"/>
              <a:t>udp</a:t>
            </a:r>
            <a:r>
              <a:rPr lang="en-US" sz="2000" noProof="0" dirty="0"/>
              <a:t>, </a:t>
            </a:r>
            <a:r>
              <a:rPr lang="en-US" sz="2000" noProof="0" dirty="0" err="1"/>
              <a:t>ttl</a:t>
            </a:r>
            <a:r>
              <a:rPr lang="en-US" sz="2000" noProof="0" dirty="0"/>
              <a:t>=3</a:t>
            </a:r>
          </a:p>
        </p:txBody>
      </p:sp>
      <p:sp>
        <p:nvSpPr>
          <p:cNvPr id="26" name="AutoShape 62">
            <a:extLst>
              <a:ext uri="{FF2B5EF4-FFF2-40B4-BE49-F238E27FC236}">
                <a16:creationId xmlns:a16="http://schemas.microsoft.com/office/drawing/2014/main" id="{1CBFD4AC-57F3-2CA0-5A7C-8F4551E09C6C}"/>
              </a:ext>
            </a:extLst>
          </p:cNvPr>
          <p:cNvSpPr>
            <a:spLocks noChangeArrowheads="1"/>
          </p:cNvSpPr>
          <p:nvPr/>
        </p:nvSpPr>
        <p:spPr bwMode="auto">
          <a:xfrm>
            <a:off x="2627284" y="1992387"/>
            <a:ext cx="3744962" cy="1089103"/>
          </a:xfrm>
          <a:prstGeom prst="wedgeRoundRectCallout">
            <a:avLst>
              <a:gd name="adj1" fmla="val 100621"/>
              <a:gd name="adj2" fmla="val -25632"/>
              <a:gd name="adj3" fmla="val 16667"/>
            </a:avLst>
          </a:prstGeom>
          <a:solidFill>
            <a:schemeClr val="accent2"/>
          </a:solidFill>
          <a:ln w="9525">
            <a:solidFill>
              <a:schemeClr val="tx1"/>
            </a:solidFill>
            <a:miter lim="800000"/>
            <a:headEnd/>
            <a:tailEnd/>
          </a:ln>
          <a:effectLst/>
        </p:spPr>
        <p:txBody>
          <a:bodyPr lIns="90000" tIns="46800" rIns="90000" bIns="46800"/>
          <a:lstStyle>
            <a:lvl1pPr>
              <a:spcBef>
                <a:spcPct val="20000"/>
              </a:spcBef>
              <a:buClr>
                <a:schemeClr val="tx2"/>
              </a:buClr>
              <a:buSzPct val="7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algn="ctr" eaLnBrk="1" hangingPunct="1">
              <a:spcBef>
                <a:spcPct val="0"/>
              </a:spcBef>
              <a:buClrTx/>
              <a:buSzTx/>
              <a:buFontTx/>
              <a:buNone/>
            </a:pPr>
            <a:r>
              <a:rPr lang="en-US" sz="2000" noProof="0"/>
              <a:t>The UDP </a:t>
            </a:r>
            <a:r>
              <a:rPr lang="en-US" sz="2000" noProof="0" dirty="0"/>
              <a:t>packets have the </a:t>
            </a:r>
            <a:r>
              <a:rPr lang="en-US" sz="2000" dirty="0"/>
              <a:t>IP address of pc1 in the destination address</a:t>
            </a:r>
            <a:endParaRPr lang="en-US" sz="2000" noProof="0" dirty="0"/>
          </a:p>
        </p:txBody>
      </p:sp>
    </p:spTree>
    <p:extLst>
      <p:ext uri="{BB962C8B-B14F-4D97-AF65-F5344CB8AC3E}">
        <p14:creationId xmlns:p14="http://schemas.microsoft.com/office/powerpoint/2010/main" val="1189547845"/>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40" name="Rectangle 2">
            <a:extLst>
              <a:ext uri="{FF2B5EF4-FFF2-40B4-BE49-F238E27FC236}">
                <a16:creationId xmlns:a16="http://schemas.microsoft.com/office/drawing/2014/main" id="{8B5EFDA8-2C8A-A1B9-9CB9-19ADE66A3C81}"/>
              </a:ext>
            </a:extLst>
          </p:cNvPr>
          <p:cNvSpPr>
            <a:spLocks noGrp="1" noChangeArrowheads="1"/>
          </p:cNvSpPr>
          <p:nvPr>
            <p:ph type="title"/>
          </p:nvPr>
        </p:nvSpPr>
        <p:spPr/>
        <p:txBody>
          <a:bodyPr/>
          <a:lstStyle/>
          <a:p>
            <a:pPr eaLnBrk="1" hangingPunct="1"/>
            <a:r>
              <a:rPr lang="en-US" noProof="0" dirty="0"/>
              <a:t>proposed exercises</a:t>
            </a:r>
          </a:p>
        </p:txBody>
      </p:sp>
      <p:sp>
        <p:nvSpPr>
          <p:cNvPr id="39941" name="Rectangle 3">
            <a:extLst>
              <a:ext uri="{FF2B5EF4-FFF2-40B4-BE49-F238E27FC236}">
                <a16:creationId xmlns:a16="http://schemas.microsoft.com/office/drawing/2014/main" id="{DA0A7D07-3AD1-A618-0621-254286E2DAB6}"/>
              </a:ext>
            </a:extLst>
          </p:cNvPr>
          <p:cNvSpPr>
            <a:spLocks noGrp="1" noChangeArrowheads="1"/>
          </p:cNvSpPr>
          <p:nvPr>
            <p:ph idx="1"/>
          </p:nvPr>
        </p:nvSpPr>
        <p:spPr/>
        <p:txBody>
          <a:bodyPr/>
          <a:lstStyle/>
          <a:p>
            <a:pPr eaLnBrk="1" hangingPunct="1"/>
            <a:r>
              <a:rPr lang="en-US" noProof="0" dirty="0"/>
              <a:t>check the different error messages obtained by trying to ping an unreachable destination in the case of</a:t>
            </a:r>
          </a:p>
          <a:p>
            <a:pPr lvl="1" eaLnBrk="1" hangingPunct="1"/>
            <a:r>
              <a:rPr lang="en-US" noProof="0" dirty="0"/>
              <a:t>local destination </a:t>
            </a:r>
          </a:p>
          <a:p>
            <a:pPr lvl="1" eaLnBrk="1" hangingPunct="1"/>
            <a:r>
              <a:rPr lang="en-US" noProof="0" dirty="0"/>
              <a:t>non-local destination</a:t>
            </a:r>
          </a:p>
          <a:p>
            <a:pPr eaLnBrk="1" hangingPunct="1"/>
            <a:r>
              <a:rPr lang="en-US" noProof="0" dirty="0"/>
              <a:t>which packets are exchanged in the local collision domain in the two cases?</a:t>
            </a:r>
          </a:p>
        </p:txBody>
      </p:sp>
      <p:sp>
        <p:nvSpPr>
          <p:cNvPr id="4" name="Segnaposto data 3">
            <a:extLst>
              <a:ext uri="{FF2B5EF4-FFF2-40B4-BE49-F238E27FC236}">
                <a16:creationId xmlns:a16="http://schemas.microsoft.com/office/drawing/2014/main" id="{EB005F48-E96F-DBD5-8F8F-5C4E2871EDAA}"/>
              </a:ext>
            </a:extLst>
          </p:cNvPr>
          <p:cNvSpPr>
            <a:spLocks noGrp="1"/>
          </p:cNvSpPr>
          <p:nvPr>
            <p:ph type="dt" sz="half" idx="10"/>
          </p:nvPr>
        </p:nvSpPr>
        <p:spPr/>
        <p:txBody>
          <a:bodyPr/>
          <a:lstStyle/>
          <a:p>
            <a:pPr>
              <a:defRPr/>
            </a:pPr>
            <a:r>
              <a:rPr lang="en-US" noProof="0"/>
              <a:t>last update: Oct 2026</a:t>
            </a:r>
            <a:endParaRPr lang="en-US" noProof="0" dirty="0"/>
          </a:p>
        </p:txBody>
      </p:sp>
      <p:sp>
        <p:nvSpPr>
          <p:cNvPr id="5" name="Segnaposto piè di pagina 4">
            <a:extLst>
              <a:ext uri="{FF2B5EF4-FFF2-40B4-BE49-F238E27FC236}">
                <a16:creationId xmlns:a16="http://schemas.microsoft.com/office/drawing/2014/main" id="{4318774F-0AD0-D98A-1201-CED6BE2144DB}"/>
              </a:ext>
            </a:extLst>
          </p:cNvPr>
          <p:cNvSpPr>
            <a:spLocks noGrp="1"/>
          </p:cNvSpPr>
          <p:nvPr>
            <p:ph type="ftr" sz="quarter" idx="11"/>
          </p:nvPr>
        </p:nvSpPr>
        <p:spPr/>
        <p:txBody>
          <a:bodyPr/>
          <a:lstStyle/>
          <a:p>
            <a:pPr>
              <a:defRPr/>
            </a:pPr>
            <a:r>
              <a:rPr lang="en-US" noProof="0" dirty="0"/>
              <a:t>kathara – [ lab: basic-ipv4 ]</a:t>
            </a:r>
          </a:p>
        </p:txBody>
      </p:sp>
    </p:spTree>
  </p:cSld>
  <p:clrMapOvr>
    <a:masterClrMapping/>
  </p:clrMapOvr>
</p:sld>
</file>

<file path=ppt/theme/theme1.xml><?xml version="1.0" encoding="utf-8"?>
<a:theme xmlns:a="http://schemas.openxmlformats.org/drawingml/2006/main" name="slides-template">
  <a:themeElements>
    <a:clrScheme name="slides-template 14">
      <a:dk1>
        <a:srgbClr val="000000"/>
      </a:dk1>
      <a:lt1>
        <a:srgbClr val="FFFFFF"/>
      </a:lt1>
      <a:dk2>
        <a:srgbClr val="FF0000"/>
      </a:dk2>
      <a:lt2>
        <a:srgbClr val="808080"/>
      </a:lt2>
      <a:accent1>
        <a:srgbClr val="483FFF"/>
      </a:accent1>
      <a:accent2>
        <a:srgbClr val="FCEA04"/>
      </a:accent2>
      <a:accent3>
        <a:srgbClr val="FFFFFF"/>
      </a:accent3>
      <a:accent4>
        <a:srgbClr val="000000"/>
      </a:accent4>
      <a:accent5>
        <a:srgbClr val="B1AFFF"/>
      </a:accent5>
      <a:accent6>
        <a:srgbClr val="E4D403"/>
      </a:accent6>
      <a:hlink>
        <a:srgbClr val="009999"/>
      </a:hlink>
      <a:folHlink>
        <a:srgbClr val="99CC00"/>
      </a:folHlink>
    </a:clrScheme>
    <a:fontScheme name="slides-template">
      <a:majorFont>
        <a:latin typeface="Tahoma"/>
        <a:ea typeface=""/>
        <a:cs typeface=""/>
      </a:majorFont>
      <a:minorFont>
        <a:latin typeface="Tahom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slides-template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slides-template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slides-template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slides-template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slides-template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slides-template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slides-template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slides-template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slides-template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slides-template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slides-template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slides-template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
      <a:clrScheme name="slides-template 13">
        <a:dk1>
          <a:srgbClr val="000000"/>
        </a:dk1>
        <a:lt1>
          <a:srgbClr val="FFFFFF"/>
        </a:lt1>
        <a:dk2>
          <a:srgbClr val="FF0000"/>
        </a:dk2>
        <a:lt2>
          <a:srgbClr val="808080"/>
        </a:lt2>
        <a:accent1>
          <a:srgbClr val="99C4DF"/>
        </a:accent1>
        <a:accent2>
          <a:srgbClr val="FCEA04"/>
        </a:accent2>
        <a:accent3>
          <a:srgbClr val="FFFFFF"/>
        </a:accent3>
        <a:accent4>
          <a:srgbClr val="000000"/>
        </a:accent4>
        <a:accent5>
          <a:srgbClr val="CADEEC"/>
        </a:accent5>
        <a:accent6>
          <a:srgbClr val="E4D403"/>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slides-template 14">
        <a:dk1>
          <a:srgbClr val="000000"/>
        </a:dk1>
        <a:lt1>
          <a:srgbClr val="FFFFFF"/>
        </a:lt1>
        <a:dk2>
          <a:srgbClr val="FF0000"/>
        </a:dk2>
        <a:lt2>
          <a:srgbClr val="808080"/>
        </a:lt2>
        <a:accent1>
          <a:srgbClr val="483FFF"/>
        </a:accent1>
        <a:accent2>
          <a:srgbClr val="FCEA04"/>
        </a:accent2>
        <a:accent3>
          <a:srgbClr val="FFFFFF"/>
        </a:accent3>
        <a:accent4>
          <a:srgbClr val="000000"/>
        </a:accent4>
        <a:accent5>
          <a:srgbClr val="B1AFFF"/>
        </a:accent5>
        <a:accent6>
          <a:srgbClr val="E4D403"/>
        </a:accent6>
        <a:hlink>
          <a:srgbClr val="009999"/>
        </a:hlink>
        <a:folHlink>
          <a:srgbClr val="99CC00"/>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Presentation2" id="{CEF9E157-3A07-1948-A978-1A0E0EF844D0}" vid="{6931B5DE-37A9-0140-8222-582175C387CF}"/>
    </a:ext>
  </a:extLst>
</a:theme>
</file>

<file path=ppt/theme/theme2.xml><?xml version="1.0" encoding="utf-8"?>
<a:theme xmlns:a="http://schemas.openxmlformats.org/drawingml/2006/main" name="Tema di Offic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Tema di Offic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9F8297A7-B94C-483D-AD38-856490F0F154}">
  <we:reference id="WA200005566" version="3.0.0.3" store="Omex" storeType="OMEX"/>
  <we:alternateReferences>
    <we:reference id="WA200005566" version="3.0.0.3" store="WA200005566" storeType="OMEX"/>
  </we:alternateReferences>
  <we:properties/>
  <we:bindings/>
  <we:snapshot xmlns:r="http://schemas.openxmlformats.org/officeDocument/2006/relationships"/>
</we:webextension>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_activity xmlns="37c45f14-d49a-44b2-a48a-3f25cba2ab6d"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o" ma:contentTypeID="0x0101007EB2CA632F902743835D1E561AFB238F" ma:contentTypeVersion="16" ma:contentTypeDescription="Creare un nuovo documento." ma:contentTypeScope="" ma:versionID="3212e702edaf026d34f3f463c2b197f1">
  <xsd:schema xmlns:xsd="http://www.w3.org/2001/XMLSchema" xmlns:xs="http://www.w3.org/2001/XMLSchema" xmlns:p="http://schemas.microsoft.com/office/2006/metadata/properties" xmlns:ns3="81e8b71c-ed62-4b5a-8a6a-dfc35b998427" xmlns:ns4="37c45f14-d49a-44b2-a48a-3f25cba2ab6d" targetNamespace="http://schemas.microsoft.com/office/2006/metadata/properties" ma:root="true" ma:fieldsID="c7890791843b95e4852a59e66f9e0c3a" ns3:_="" ns4:_="">
    <xsd:import namespace="81e8b71c-ed62-4b5a-8a6a-dfc35b998427"/>
    <xsd:import namespace="37c45f14-d49a-44b2-a48a-3f25cba2ab6d"/>
    <xsd:element name="properties">
      <xsd:complexType>
        <xsd:sequence>
          <xsd:element name="documentManagement">
            <xsd:complexType>
              <xsd:all>
                <xsd:element ref="ns3:SharedWithUsers" minOccurs="0"/>
                <xsd:element ref="ns3:SharedWithDetails" minOccurs="0"/>
                <xsd:element ref="ns3:SharingHintHash" minOccurs="0"/>
                <xsd:element ref="ns4:MediaServiceMetadata" minOccurs="0"/>
                <xsd:element ref="ns4:MediaServiceFastMetadata" minOccurs="0"/>
                <xsd:element ref="ns4:MediaServiceAutoTags" minOccurs="0"/>
                <xsd:element ref="ns4:MediaServiceOCR" minOccurs="0"/>
                <xsd:element ref="ns4:MediaServiceDateTaken" minOccurs="0"/>
                <xsd:element ref="ns4:MediaServiceGenerationTime" minOccurs="0"/>
                <xsd:element ref="ns4:MediaServiceEventHashCode" minOccurs="0"/>
                <xsd:element ref="ns4:MediaServiceLocation" minOccurs="0"/>
                <xsd:element ref="ns4:MediaLengthInSeconds" minOccurs="0"/>
                <xsd:element ref="ns4:MediaServiceAutoKeyPoints" minOccurs="0"/>
                <xsd:element ref="ns4:MediaServiceKeyPoints" minOccurs="0"/>
                <xsd:element ref="ns4:_activity" minOccurs="0"/>
                <xsd:element ref="ns4: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81e8b71c-ed62-4b5a-8a6a-dfc35b998427" elementFormDefault="qualified">
    <xsd:import namespace="http://schemas.microsoft.com/office/2006/documentManagement/types"/>
    <xsd:import namespace="http://schemas.microsoft.com/office/infopath/2007/PartnerControls"/>
    <xsd:element name="SharedWithUsers" ma:index="8" nillable="true" ma:displayName="Condiviso con" ma:description=""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Condiviso con dettagli" ma:description="" ma:internalName="SharedWithDetails" ma:readOnly="true">
      <xsd:simpleType>
        <xsd:restriction base="dms:Note">
          <xsd:maxLength value="255"/>
        </xsd:restriction>
      </xsd:simpleType>
    </xsd:element>
    <xsd:element name="SharingHintHash" ma:index="10" nillable="true" ma:displayName="Hash suggerimento condivisione" ma:description="" ma:hidden="true" ma:internalName="SharingHintHash"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37c45f14-d49a-44b2-a48a-3f25cba2ab6d" elementFormDefault="qualified">
    <xsd:import namespace="http://schemas.microsoft.com/office/2006/documentManagement/types"/>
    <xsd:import namespace="http://schemas.microsoft.com/office/infopath/2007/PartnerControls"/>
    <xsd:element name="MediaServiceMetadata" ma:index="11" nillable="true" ma:displayName="MediaServiceMetadata" ma:hidden="true" ma:internalName="MediaServiceMetadata" ma:readOnly="true">
      <xsd:simpleType>
        <xsd:restriction base="dms:Note"/>
      </xsd:simpleType>
    </xsd:element>
    <xsd:element name="MediaServiceFastMetadata" ma:index="12" nillable="true" ma:displayName="MediaServiceFastMetadata" ma:hidden="true" ma:internalName="MediaServiceFastMetadata" ma:readOnly="true">
      <xsd:simpleType>
        <xsd:restriction base="dms:Note"/>
      </xsd:simpleType>
    </xsd:element>
    <xsd:element name="MediaServiceAutoTags" ma:index="13" nillable="true" ma:displayName="Tags" ma:internalName="MediaServiceAutoTags" ma:readOnly="true">
      <xsd:simpleType>
        <xsd:restriction base="dms:Text"/>
      </xsd:simpleType>
    </xsd:element>
    <xsd:element name="MediaServiceOCR" ma:index="14" nillable="true" ma:displayName="Extracted Text" ma:internalName="MediaServiceOCR" ma:readOnly="true">
      <xsd:simpleType>
        <xsd:restriction base="dms:Note">
          <xsd:maxLength value="255"/>
        </xsd:restriction>
      </xsd:simpleType>
    </xsd:element>
    <xsd:element name="MediaServiceDateTaken" ma:index="15" nillable="true" ma:displayName="MediaServiceDateTaken" ma:hidden="true" ma:internalName="MediaServiceDateTaken" ma:readOnly="true">
      <xsd:simpleType>
        <xsd:restriction base="dms:Text"/>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Location" ma:index="18" nillable="true" ma:displayName="Location" ma:internalName="MediaServiceLocation" ma:readOnly="true">
      <xsd:simpleType>
        <xsd:restriction base="dms:Text"/>
      </xsd:simpleType>
    </xsd:element>
    <xsd:element name="MediaLengthInSeconds" ma:index="19" nillable="true" ma:displayName="Length (seconds)" ma:internalName="MediaLengthInSeconds" ma:readOnly="true">
      <xsd:simpleType>
        <xsd:restriction base="dms:Unknown"/>
      </xsd:simpleType>
    </xsd:element>
    <xsd:element name="MediaServiceAutoKeyPoints" ma:index="20" nillable="true" ma:displayName="MediaServiceAutoKeyPoints" ma:hidden="true" ma:internalName="MediaServiceAutoKeyPoints" ma:readOnly="true">
      <xsd:simpleType>
        <xsd:restriction base="dms:Note"/>
      </xsd:simpleType>
    </xsd:element>
    <xsd:element name="MediaServiceKeyPoints" ma:index="21" nillable="true" ma:displayName="KeyPoints" ma:internalName="MediaServiceKeyPoints" ma:readOnly="true">
      <xsd:simpleType>
        <xsd:restriction base="dms:Note">
          <xsd:maxLength value="255"/>
        </xsd:restriction>
      </xsd:simpleType>
    </xsd:element>
    <xsd:element name="_activity" ma:index="22" nillable="true" ma:displayName="_activity" ma:hidden="true" ma:internalName="_activity">
      <xsd:simpleType>
        <xsd:restriction base="dms:Note"/>
      </xsd:simpleType>
    </xsd:element>
    <xsd:element name="MediaServiceObjectDetectorVersions" ma:index="23" nillable="true" ma:displayName="MediaServiceObjectDetectorVersions" ma:description="" ma:hidden="true" ma:indexed="true" ma:internalName="MediaServiceObjectDetectorVersions"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ipo di contenuto"/>
        <xsd:element ref="dc:title" minOccurs="0" maxOccurs="1" ma:index="4" ma:displayName="Titolo"/>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7F04DE2C-E681-4AC7-A274-897442D1E104}">
  <ds:schemaRefs>
    <ds:schemaRef ds:uri="http://schemas.microsoft.com/sharepoint/v3/contenttype/forms"/>
  </ds:schemaRefs>
</ds:datastoreItem>
</file>

<file path=customXml/itemProps2.xml><?xml version="1.0" encoding="utf-8"?>
<ds:datastoreItem xmlns:ds="http://schemas.openxmlformats.org/officeDocument/2006/customXml" ds:itemID="{D33CB6BD-420D-45A7-A697-6C9DAB4721DA}">
  <ds:schemaRefs>
    <ds:schemaRef ds:uri="http://purl.org/dc/elements/1.1/"/>
    <ds:schemaRef ds:uri="http://schemas.microsoft.com/office/2006/documentManagement/types"/>
    <ds:schemaRef ds:uri="37c45f14-d49a-44b2-a48a-3f25cba2ab6d"/>
    <ds:schemaRef ds:uri="http://schemas.openxmlformats.org/package/2006/metadata/core-properties"/>
    <ds:schemaRef ds:uri="http://www.w3.org/XML/1998/namespace"/>
    <ds:schemaRef ds:uri="http://purl.org/dc/terms/"/>
    <ds:schemaRef ds:uri="http://schemas.microsoft.com/office/2006/metadata/properties"/>
    <ds:schemaRef ds:uri="http://purl.org/dc/dcmitype/"/>
    <ds:schemaRef ds:uri="http://schemas.microsoft.com/office/infopath/2007/PartnerControls"/>
    <ds:schemaRef ds:uri="81e8b71c-ed62-4b5a-8a6a-dfc35b998427"/>
  </ds:schemaRefs>
</ds:datastoreItem>
</file>

<file path=customXml/itemProps3.xml><?xml version="1.0" encoding="utf-8"?>
<ds:datastoreItem xmlns:ds="http://schemas.openxmlformats.org/officeDocument/2006/customXml" ds:itemID="{D71EC864-2156-4B21-A067-1D25A4DE593D}">
  <ds:schemaRefs>
    <ds:schemaRef ds:uri="37c45f14-d49a-44b2-a48a-3f25cba2ab6d"/>
    <ds:schemaRef ds:uri="81e8b71c-ed62-4b5a-8a6a-dfc35b998427"/>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docProps/app.xml><?xml version="1.0" encoding="utf-8"?>
<Properties xmlns="http://schemas.openxmlformats.org/officeDocument/2006/extended-properties" xmlns:vt="http://schemas.openxmlformats.org/officeDocument/2006/docPropsVTypes">
  <Template>Kathara Template new Logo</Template>
  <TotalTime>215</TotalTime>
  <Words>3400</Words>
  <Application>Microsoft Office PowerPoint</Application>
  <PresentationFormat>Widescreen</PresentationFormat>
  <Paragraphs>652</Paragraphs>
  <Slides>52</Slides>
  <Notes>2</Notes>
  <HiddenSlides>0</HiddenSlides>
  <MMClips>0</MMClips>
  <ScaleCrop>false</ScaleCrop>
  <HeadingPairs>
    <vt:vector size="6" baseType="variant">
      <vt:variant>
        <vt:lpstr>Caratteri utilizzati</vt:lpstr>
      </vt:variant>
      <vt:variant>
        <vt:i4>7</vt:i4>
      </vt:variant>
      <vt:variant>
        <vt:lpstr>Tema</vt:lpstr>
      </vt:variant>
      <vt:variant>
        <vt:i4>1</vt:i4>
      </vt:variant>
      <vt:variant>
        <vt:lpstr>Titoli diapositive</vt:lpstr>
      </vt:variant>
      <vt:variant>
        <vt:i4>52</vt:i4>
      </vt:variant>
    </vt:vector>
  </HeadingPairs>
  <TitlesOfParts>
    <vt:vector size="60" baseType="lpstr">
      <vt:lpstr>Arial</vt:lpstr>
      <vt:lpstr>Calibri</vt:lpstr>
      <vt:lpstr>Courier New</vt:lpstr>
      <vt:lpstr>Lucida Console</vt:lpstr>
      <vt:lpstr>Tahoma</vt:lpstr>
      <vt:lpstr>Times New Roman</vt:lpstr>
      <vt:lpstr>Wingdings</vt:lpstr>
      <vt:lpstr>slides-template</vt:lpstr>
      <vt:lpstr>kathara lab</vt:lpstr>
      <vt:lpstr>copyright notice</vt:lpstr>
      <vt:lpstr>content of the lab</vt:lpstr>
      <vt:lpstr>lab configuration</vt:lpstr>
      <vt:lpstr>network topology – high level view</vt:lpstr>
      <vt:lpstr>network topology – MAC addresses</vt:lpstr>
      <vt:lpstr>network topology – IPv4 address plan</vt:lpstr>
      <vt:lpstr>network topology – complete overview</vt:lpstr>
      <vt:lpstr>a quick look at the lab</vt:lpstr>
      <vt:lpstr>a quick look at the lab</vt:lpstr>
      <vt:lpstr>a quick look at the lab</vt:lpstr>
      <vt:lpstr>a quick look at the lab</vt:lpstr>
      <vt:lpstr>a quick look at the lab</vt:lpstr>
      <vt:lpstr>a quick look at the lab</vt:lpstr>
      <vt:lpstr>a quick look at the lab</vt:lpstr>
      <vt:lpstr>a quick look at the lab</vt:lpstr>
      <vt:lpstr>start the lab</vt:lpstr>
      <vt:lpstr>useful commands</vt:lpstr>
      <vt:lpstr>check the IPv4 addresses</vt:lpstr>
      <vt:lpstr>check the default route</vt:lpstr>
      <vt:lpstr>check the router routing tables</vt:lpstr>
      <vt:lpstr>sniff the traffic</vt:lpstr>
      <vt:lpstr>ping from pc3 to pc2 and related arp behavior</vt:lpstr>
      <vt:lpstr>on pc3</vt:lpstr>
      <vt:lpstr>inspecting the arp cache of pc3</vt:lpstr>
      <vt:lpstr>inspecting the arp cache </vt:lpstr>
      <vt:lpstr>inspecting the arp cache </vt:lpstr>
      <vt:lpstr>inspecting the arp cache</vt:lpstr>
      <vt:lpstr>inspecting the arp cache</vt:lpstr>
      <vt:lpstr>wireshark</vt:lpstr>
      <vt:lpstr>wireshark</vt:lpstr>
      <vt:lpstr>wireshark</vt:lpstr>
      <vt:lpstr>wireshark</vt:lpstr>
      <vt:lpstr>ping from pc2 to pc1 and related arp behavior</vt:lpstr>
      <vt:lpstr>sniff the traffic</vt:lpstr>
      <vt:lpstr>on pc2</vt:lpstr>
      <vt:lpstr>inspecting the arp cache (non local traffic)</vt:lpstr>
      <vt:lpstr>inspecting the arp cache (non local traffic)</vt:lpstr>
      <vt:lpstr>inspecting the arp cache (non local traffic)</vt:lpstr>
      <vt:lpstr>wireshark</vt:lpstr>
      <vt:lpstr>ping: understanding the whole picture</vt:lpstr>
      <vt:lpstr>traceroute from pc2 to pc1 and related arp behavior</vt:lpstr>
      <vt:lpstr>sniff the traffic</vt:lpstr>
      <vt:lpstr>on pc2</vt:lpstr>
      <vt:lpstr>wireshark</vt:lpstr>
      <vt:lpstr>wireshark</vt:lpstr>
      <vt:lpstr>wireshark</vt:lpstr>
      <vt:lpstr>wireshark</vt:lpstr>
      <vt:lpstr>wireshark</vt:lpstr>
      <vt:lpstr>traceroute: understanding the whole picture</vt:lpstr>
      <vt:lpstr>traceroute: understanding the whole picture</vt:lpstr>
      <vt:lpstr>proposed exercises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Netkit lab - arp</dc:title>
  <dc:subject>Address Resolution Protocol for local and non local traffic</dc:subject>
  <dc:creator>G. Di Battista, M. Patrignani, M. Pizzonia, F. Ricci, M. Rimondini</dc:creator>
  <cp:keywords>Netkit, ARP</cp:keywords>
  <cp:lastModifiedBy>Tommaso Caiazzi</cp:lastModifiedBy>
  <cp:revision>14</cp:revision>
  <cp:lastPrinted>2001-12-19T21:14:42Z</cp:lastPrinted>
  <dcterms:created xsi:type="dcterms:W3CDTF">2000-11-11T21:58:48Z</dcterms:created>
  <dcterms:modified xsi:type="dcterms:W3CDTF">2026-10-26T17:13:42Z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TemplateType">
    <vt:i4>1</vt:i4>
  </property>
  <property fmtid="{D5CDD505-2E9C-101B-9397-08002B2CF9AE}" pid="3" name="GraphicType">
    <vt:i4>2</vt:i4>
  </property>
  <property fmtid="{D5CDD505-2E9C-101B-9397-08002B2CF9AE}" pid="4" name="Compression">
    <vt:i4>80</vt:i4>
  </property>
  <property fmtid="{D5CDD505-2E9C-101B-9397-08002B2CF9AE}" pid="5" name="ScreenSize">
    <vt:i4>2</vt:i4>
  </property>
  <property fmtid="{D5CDD505-2E9C-101B-9397-08002B2CF9AE}" pid="6" name="ScreenUsage">
    <vt:i4>1</vt:i4>
  </property>
  <property fmtid="{D5CDD505-2E9C-101B-9397-08002B2CF9AE}" pid="7" name="MailAddress">
    <vt:lpwstr>patrigna@dia.uniroma3.it</vt:lpwstr>
  </property>
  <property fmtid="{D5CDD505-2E9C-101B-9397-08002B2CF9AE}" pid="8" name="HomePage">
    <vt:lpwstr>http://www.dia.uniroma3.it/~patrigna</vt:lpwstr>
  </property>
  <property fmtid="{D5CDD505-2E9C-101B-9397-08002B2CF9AE}" pid="9" name="Other">
    <vt:lpwstr/>
  </property>
  <property fmtid="{D5CDD505-2E9C-101B-9397-08002B2CF9AE}" pid="10" name="DownloadOriginal">
    <vt:bool>true</vt:bool>
  </property>
  <property fmtid="{D5CDD505-2E9C-101B-9397-08002B2CF9AE}" pid="11" name="DownloadIEButton">
    <vt:bool>false</vt:bool>
  </property>
  <property fmtid="{D5CDD505-2E9C-101B-9397-08002B2CF9AE}" pid="12" name="UseBrowserColor">
    <vt:bool>true</vt:bool>
  </property>
  <property fmtid="{D5CDD505-2E9C-101B-9397-08002B2CF9AE}" pid="13" name="BackColor">
    <vt:i4>15132390</vt:i4>
  </property>
  <property fmtid="{D5CDD505-2E9C-101B-9397-08002B2CF9AE}" pid="14" name="TextColor">
    <vt:i4>0</vt:i4>
  </property>
  <property fmtid="{D5CDD505-2E9C-101B-9397-08002B2CF9AE}" pid="15" name="LinkColor">
    <vt:i4>16711782</vt:i4>
  </property>
  <property fmtid="{D5CDD505-2E9C-101B-9397-08002B2CF9AE}" pid="16" name="VisitedColor">
    <vt:i4>10040268</vt:i4>
  </property>
  <property fmtid="{D5CDD505-2E9C-101B-9397-08002B2CF9AE}" pid="17" name="TransparentButton">
    <vt:i4>0</vt:i4>
  </property>
  <property fmtid="{D5CDD505-2E9C-101B-9397-08002B2CF9AE}" pid="18" name="ButtonType">
    <vt:i4>3</vt:i4>
  </property>
  <property fmtid="{D5CDD505-2E9C-101B-9397-08002B2CF9AE}" pid="19" name="ShowNotes">
    <vt:bool>false</vt:bool>
  </property>
  <property fmtid="{D5CDD505-2E9C-101B-9397-08002B2CF9AE}" pid="20" name="NavBtnPos">
    <vt:i4>1</vt:i4>
  </property>
  <property fmtid="{D5CDD505-2E9C-101B-9397-08002B2CF9AE}" pid="21" name="OutputDir">
    <vt:lpwstr>C:\titto\teaching\ie</vt:lpwstr>
  </property>
  <property fmtid="{D5CDD505-2E9C-101B-9397-08002B2CF9AE}" pid="22" name="ContentTypeId">
    <vt:lpwstr>0x0101007EB2CA632F902743835D1E561AFB238F</vt:lpwstr>
  </property>
</Properties>
</file>